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57"/>
  </p:notesMasterIdLst>
  <p:sldIdLst>
    <p:sldId id="256" r:id="rId2"/>
    <p:sldId id="257" r:id="rId3"/>
    <p:sldId id="258" r:id="rId4"/>
    <p:sldId id="259" r:id="rId5"/>
    <p:sldId id="260" r:id="rId6"/>
    <p:sldId id="261" r:id="rId7"/>
    <p:sldId id="262" r:id="rId8"/>
    <p:sldId id="263" r:id="rId9"/>
    <p:sldId id="265" r:id="rId10"/>
    <p:sldId id="278" r:id="rId11"/>
    <p:sldId id="267" r:id="rId12"/>
    <p:sldId id="268" r:id="rId13"/>
    <p:sldId id="269" r:id="rId14"/>
    <p:sldId id="270" r:id="rId15"/>
    <p:sldId id="271" r:id="rId16"/>
    <p:sldId id="272" r:id="rId17"/>
    <p:sldId id="273" r:id="rId18"/>
    <p:sldId id="274" r:id="rId19"/>
    <p:sldId id="275" r:id="rId20"/>
    <p:sldId id="277" r:id="rId21"/>
    <p:sldId id="279" r:id="rId22"/>
    <p:sldId id="280" r:id="rId23"/>
    <p:sldId id="281" r:id="rId24"/>
    <p:sldId id="282" r:id="rId25"/>
    <p:sldId id="290" r:id="rId26"/>
    <p:sldId id="283" r:id="rId27"/>
    <p:sldId id="292" r:id="rId28"/>
    <p:sldId id="284" r:id="rId29"/>
    <p:sldId id="285" r:id="rId30"/>
    <p:sldId id="286" r:id="rId31"/>
    <p:sldId id="287" r:id="rId32"/>
    <p:sldId id="288" r:id="rId33"/>
    <p:sldId id="291" r:id="rId34"/>
    <p:sldId id="289" r:id="rId35"/>
    <p:sldId id="293" r:id="rId36"/>
    <p:sldId id="296" r:id="rId37"/>
    <p:sldId id="294" r:id="rId38"/>
    <p:sldId id="295" r:id="rId39"/>
    <p:sldId id="297" r:id="rId40"/>
    <p:sldId id="299" r:id="rId41"/>
    <p:sldId id="300" r:id="rId42"/>
    <p:sldId id="298" r:id="rId43"/>
    <p:sldId id="301" r:id="rId44"/>
    <p:sldId id="302" r:id="rId45"/>
    <p:sldId id="303" r:id="rId46"/>
    <p:sldId id="305" r:id="rId47"/>
    <p:sldId id="304" r:id="rId48"/>
    <p:sldId id="308" r:id="rId49"/>
    <p:sldId id="307" r:id="rId50"/>
    <p:sldId id="309" r:id="rId51"/>
    <p:sldId id="312" r:id="rId52"/>
    <p:sldId id="266" r:id="rId53"/>
    <p:sldId id="311" r:id="rId54"/>
    <p:sldId id="313" r:id="rId55"/>
    <p:sldId id="306" r:id="rId56"/>
  </p:sldIdLst>
  <p:sldSz cx="24384000" cy="13716000"/>
  <p:notesSz cx="6858000" cy="9144000"/>
  <p:embeddedFontLst>
    <p:embeddedFont>
      <p:font typeface="OCRB" panose="020B0609020202020204" pitchFamily="49" charset="0"/>
      <p:regular r:id="rId58"/>
    </p:embeddedFont>
    <p:embeddedFont>
      <p:font typeface="Open Sans ExtraBold" panose="020B0906030804020204" pitchFamily="34" charset="0"/>
      <p:bold r:id="rId59"/>
      <p:italic r:id="rId60"/>
      <p:boldItalic r:id="rId61"/>
    </p:embeddedFont>
    <p:embeddedFont>
      <p:font typeface="Open Sans Light" panose="020B0306030504020204" pitchFamily="34" charset="0"/>
      <p:regular r:id="rId62"/>
      <p:italic r:id="rId63"/>
    </p:embeddedFont>
    <p:embeddedFont>
      <p:font typeface="Open Sans Semibold" panose="020B0706030804020204" pitchFamily="34" charset="0"/>
      <p:bold r:id="rId64"/>
      <p:boldItalic r:id="rId65"/>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2121"/>
    <a:srgbClr val="875907"/>
    <a:srgbClr val="A46C08"/>
    <a:srgbClr val="F5AF36"/>
    <a:srgbClr val="C39069"/>
    <a:srgbClr val="254FA1"/>
    <a:srgbClr val="000066"/>
    <a:srgbClr val="525252"/>
    <a:srgbClr val="128CCD"/>
    <a:srgbClr val="4A4A4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2010" autoAdjust="0"/>
  </p:normalViewPr>
  <p:slideViewPr>
    <p:cSldViewPr snapToGrid="0" snapToObjects="1">
      <p:cViewPr varScale="1">
        <p:scale>
          <a:sx n="30" d="100"/>
          <a:sy n="30" d="100"/>
        </p:scale>
        <p:origin x="1098" y="78"/>
      </p:cViewPr>
      <p:guideLst>
        <p:guide orient="horz" pos="4320"/>
        <p:guide pos="76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6.fntdata"/><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1.fntdata"/><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font" Target="fonts/font4.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7.fntdata"/><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2.fntdata"/><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5.fntdata"/><Relationship Id="rId7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3.fntdata"/><Relationship Id="rId65"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holaus Hendrik Jeremy" userId="050fe605-ebde-4dd7-903d-4aca7e74020c" providerId="ADAL" clId="{A2F88768-BF52-4650-89C9-6A6704974A83}"/>
    <pc:docChg chg="undo redo custSel addSld delSld modSld sldOrd">
      <pc:chgData name="Nicholaus Hendrik Jeremy" userId="050fe605-ebde-4dd7-903d-4aca7e74020c" providerId="ADAL" clId="{A2F88768-BF52-4650-89C9-6A6704974A83}" dt="2026-06-25T09:25:52.037" v="37350" actId="115"/>
      <pc:docMkLst>
        <pc:docMk/>
      </pc:docMkLst>
      <pc:sldChg chg="modSp mod">
        <pc:chgData name="Nicholaus Hendrik Jeremy" userId="050fe605-ebde-4dd7-903d-4aca7e74020c" providerId="ADAL" clId="{A2F88768-BF52-4650-89C9-6A6704974A83}" dt="2026-06-09T08:15:23.680" v="37279" actId="2711"/>
        <pc:sldMkLst>
          <pc:docMk/>
          <pc:sldMk cId="4040781529" sldId="260"/>
        </pc:sldMkLst>
        <pc:spChg chg="mod">
          <ac:chgData name="Nicholaus Hendrik Jeremy" userId="050fe605-ebde-4dd7-903d-4aca7e74020c" providerId="ADAL" clId="{A2F88768-BF52-4650-89C9-6A6704974A83}" dt="2026-06-09T08:15:23.680" v="37279" actId="2711"/>
          <ac:spMkLst>
            <pc:docMk/>
            <pc:sldMk cId="4040781529" sldId="260"/>
            <ac:spMk id="6" creationId="{DBE8047C-8F4F-5B6C-93F9-A0907B3C480A}"/>
          </ac:spMkLst>
        </pc:spChg>
      </pc:sldChg>
      <pc:sldChg chg="addSp modSp add mod">
        <pc:chgData name="Nicholaus Hendrik Jeremy" userId="050fe605-ebde-4dd7-903d-4aca7e74020c" providerId="ADAL" clId="{A2F88768-BF52-4650-89C9-6A6704974A83}" dt="2026-06-09T08:15:32.917" v="37281" actId="2711"/>
        <pc:sldMkLst>
          <pc:docMk/>
          <pc:sldMk cId="2035707164" sldId="261"/>
        </pc:sldMkLst>
        <pc:spChg chg="mod">
          <ac:chgData name="Nicholaus Hendrik Jeremy" userId="050fe605-ebde-4dd7-903d-4aca7e74020c" providerId="ADAL" clId="{A2F88768-BF52-4650-89C9-6A6704974A83}" dt="2026-06-09T08:15:32.917" v="37281" actId="2711"/>
          <ac:spMkLst>
            <pc:docMk/>
            <pc:sldMk cId="2035707164" sldId="261"/>
            <ac:spMk id="6" creationId="{85772CDE-8C95-D830-4ADC-065F0BC68992}"/>
          </ac:spMkLst>
        </pc:spChg>
      </pc:sldChg>
      <pc:sldChg chg="addSp delSp modSp add mod">
        <pc:chgData name="Nicholaus Hendrik Jeremy" userId="050fe605-ebde-4dd7-903d-4aca7e74020c" providerId="ADAL" clId="{A2F88768-BF52-4650-89C9-6A6704974A83}" dt="2026-06-09T08:15:56.217" v="37299" actId="692"/>
        <pc:sldMkLst>
          <pc:docMk/>
          <pc:sldMk cId="3952362605" sldId="262"/>
        </pc:sldMkLst>
        <pc:spChg chg="mod">
          <ac:chgData name="Nicholaus Hendrik Jeremy" userId="050fe605-ebde-4dd7-903d-4aca7e74020c" providerId="ADAL" clId="{A2F88768-BF52-4650-89C9-6A6704974A83}" dt="2026-06-09T08:15:40.373" v="37283" actId="2711"/>
          <ac:spMkLst>
            <pc:docMk/>
            <pc:sldMk cId="3952362605" sldId="262"/>
            <ac:spMk id="6" creationId="{9B1A81B8-2332-DF53-A8B3-867A36436053}"/>
          </ac:spMkLst>
        </pc:spChg>
        <pc:cxnChg chg="mod">
          <ac:chgData name="Nicholaus Hendrik Jeremy" userId="050fe605-ebde-4dd7-903d-4aca7e74020c" providerId="ADAL" clId="{A2F88768-BF52-4650-89C9-6A6704974A83}" dt="2026-06-09T08:15:56.217" v="37299" actId="692"/>
          <ac:cxnSpMkLst>
            <pc:docMk/>
            <pc:sldMk cId="3952362605" sldId="262"/>
            <ac:cxnSpMk id="10" creationId="{01D2A3F2-2957-629C-C515-07E1A07A7170}"/>
          </ac:cxnSpMkLst>
        </pc:cxnChg>
      </pc:sldChg>
      <pc:sldChg chg="addSp delSp modSp new mod">
        <pc:chgData name="Nicholaus Hendrik Jeremy" userId="050fe605-ebde-4dd7-903d-4aca7e74020c" providerId="ADAL" clId="{A2F88768-BF52-4650-89C9-6A6704974A83}" dt="2026-06-09T08:07:42.607" v="37205" actId="207"/>
        <pc:sldMkLst>
          <pc:docMk/>
          <pc:sldMk cId="3191442783" sldId="265"/>
        </pc:sldMkLst>
        <pc:graphicFrameChg chg="add mod modGraphic">
          <ac:chgData name="Nicholaus Hendrik Jeremy" userId="050fe605-ebde-4dd7-903d-4aca7e74020c" providerId="ADAL" clId="{A2F88768-BF52-4650-89C9-6A6704974A83}" dt="2026-06-09T08:07:42.607" v="37205" actId="207"/>
          <ac:graphicFrameMkLst>
            <pc:docMk/>
            <pc:sldMk cId="3191442783" sldId="265"/>
            <ac:graphicFrameMk id="4" creationId="{FA858005-9100-48B5-1161-211BFB7F613F}"/>
          </ac:graphicFrameMkLst>
        </pc:graphicFrameChg>
      </pc:sldChg>
      <pc:sldChg chg="modSp mod">
        <pc:chgData name="Nicholaus Hendrik Jeremy" userId="050fe605-ebde-4dd7-903d-4aca7e74020c" providerId="ADAL" clId="{A2F88768-BF52-4650-89C9-6A6704974A83}" dt="2026-06-09T08:15:03.039" v="37275" actId="2711"/>
        <pc:sldMkLst>
          <pc:docMk/>
          <pc:sldMk cId="3677284340" sldId="266"/>
        </pc:sldMkLst>
        <pc:spChg chg="mod">
          <ac:chgData name="Nicholaus Hendrik Jeremy" userId="050fe605-ebde-4dd7-903d-4aca7e74020c" providerId="ADAL" clId="{A2F88768-BF52-4650-89C9-6A6704974A83}" dt="2026-06-09T08:15:03.039" v="37275" actId="2711"/>
          <ac:spMkLst>
            <pc:docMk/>
            <pc:sldMk cId="3677284340" sldId="266"/>
            <ac:spMk id="6" creationId="{3F6799AF-19B9-7CF5-B9BE-79AFE8AA14F9}"/>
          </ac:spMkLst>
        </pc:spChg>
      </pc:sldChg>
      <pc:sldChg chg="addSp delSp modSp new mod">
        <pc:chgData name="Nicholaus Hendrik Jeremy" userId="050fe605-ebde-4dd7-903d-4aca7e74020c" providerId="ADAL" clId="{A2F88768-BF52-4650-89C9-6A6704974A83}" dt="2026-06-09T08:16:38.804" v="37304" actId="115"/>
        <pc:sldMkLst>
          <pc:docMk/>
          <pc:sldMk cId="3276954759" sldId="268"/>
        </pc:sldMkLst>
        <pc:spChg chg="add mod">
          <ac:chgData name="Nicholaus Hendrik Jeremy" userId="050fe605-ebde-4dd7-903d-4aca7e74020c" providerId="ADAL" clId="{A2F88768-BF52-4650-89C9-6A6704974A83}" dt="2026-06-09T08:16:38.804" v="37304" actId="115"/>
          <ac:spMkLst>
            <pc:docMk/>
            <pc:sldMk cId="3276954759" sldId="268"/>
            <ac:spMk id="5" creationId="{CDCD17E5-3D51-A69C-1407-3BECA1FEADAC}"/>
          </ac:spMkLst>
        </pc:spChg>
      </pc:sldChg>
      <pc:sldChg chg="addSp delSp modSp add mod">
        <pc:chgData name="Nicholaus Hendrik Jeremy" userId="050fe605-ebde-4dd7-903d-4aca7e74020c" providerId="ADAL" clId="{A2F88768-BF52-4650-89C9-6A6704974A83}" dt="2026-06-09T08:16:50.740" v="37308" actId="1076"/>
        <pc:sldMkLst>
          <pc:docMk/>
          <pc:sldMk cId="3160653831" sldId="269"/>
        </pc:sldMkLst>
        <pc:spChg chg="add mod">
          <ac:chgData name="Nicholaus Hendrik Jeremy" userId="050fe605-ebde-4dd7-903d-4aca7e74020c" providerId="ADAL" clId="{A2F88768-BF52-4650-89C9-6A6704974A83}" dt="2026-06-09T08:16:46.854" v="37306" actId="1076"/>
          <ac:spMkLst>
            <pc:docMk/>
            <pc:sldMk cId="3160653831" sldId="269"/>
            <ac:spMk id="30" creationId="{16373C06-8BDA-0D0C-0434-69FBCBEE9E88}"/>
          </ac:spMkLst>
        </pc:spChg>
        <pc:spChg chg="add mod">
          <ac:chgData name="Nicholaus Hendrik Jeremy" userId="050fe605-ebde-4dd7-903d-4aca7e74020c" providerId="ADAL" clId="{A2F88768-BF52-4650-89C9-6A6704974A83}" dt="2026-06-09T08:16:50.740" v="37308" actId="1076"/>
          <ac:spMkLst>
            <pc:docMk/>
            <pc:sldMk cId="3160653831" sldId="269"/>
            <ac:spMk id="63" creationId="{B1F70033-EF74-E65B-B230-403C65FF91FC}"/>
          </ac:spMkLst>
        </pc:spChg>
      </pc:sldChg>
      <pc:sldChg chg="addSp delSp modSp add mod">
        <pc:chgData name="Nicholaus Hendrik Jeremy" userId="050fe605-ebde-4dd7-903d-4aca7e74020c" providerId="ADAL" clId="{A2F88768-BF52-4650-89C9-6A6704974A83}" dt="2026-06-09T08:17:10.051" v="37309" actId="20577"/>
        <pc:sldMkLst>
          <pc:docMk/>
          <pc:sldMk cId="1705162437" sldId="270"/>
        </pc:sldMkLst>
        <pc:spChg chg="mod">
          <ac:chgData name="Nicholaus Hendrik Jeremy" userId="050fe605-ebde-4dd7-903d-4aca7e74020c" providerId="ADAL" clId="{A2F88768-BF52-4650-89C9-6A6704974A83}" dt="2026-06-09T08:17:10.051" v="37309" actId="20577"/>
          <ac:spMkLst>
            <pc:docMk/>
            <pc:sldMk cId="1705162437" sldId="270"/>
            <ac:spMk id="5" creationId="{9F6FF56A-31B4-3A2B-E20E-F073F11DB60C}"/>
          </ac:spMkLst>
        </pc:spChg>
        <pc:spChg chg="mod">
          <ac:chgData name="Nicholaus Hendrik Jeremy" userId="050fe605-ebde-4dd7-903d-4aca7e74020c" providerId="ADAL" clId="{A2F88768-BF52-4650-89C9-6A6704974A83}" dt="2026-06-09T08:08:23.625" v="37211" actId="2711"/>
          <ac:spMkLst>
            <pc:docMk/>
            <pc:sldMk cId="1705162437" sldId="270"/>
            <ac:spMk id="29" creationId="{6406A94E-4BAF-D0CE-A972-3E0772F0D226}"/>
          </ac:spMkLst>
        </pc:spChg>
        <pc:spChg chg="add mod">
          <ac:chgData name="Nicholaus Hendrik Jeremy" userId="050fe605-ebde-4dd7-903d-4aca7e74020c" providerId="ADAL" clId="{A2F88768-BF52-4650-89C9-6A6704974A83}" dt="2026-06-09T08:08:23.625" v="37211" actId="2711"/>
          <ac:spMkLst>
            <pc:docMk/>
            <pc:sldMk cId="1705162437" sldId="270"/>
            <ac:spMk id="43" creationId="{581CAAFB-3814-CFA2-A969-E87F579D09C7}"/>
          </ac:spMkLst>
        </pc:spChg>
        <pc:spChg chg="add mod">
          <ac:chgData name="Nicholaus Hendrik Jeremy" userId="050fe605-ebde-4dd7-903d-4aca7e74020c" providerId="ADAL" clId="{A2F88768-BF52-4650-89C9-6A6704974A83}" dt="2026-06-09T08:08:23.625" v="37211" actId="2711"/>
          <ac:spMkLst>
            <pc:docMk/>
            <pc:sldMk cId="1705162437" sldId="270"/>
            <ac:spMk id="49" creationId="{C06987F1-4DC6-9FE3-EBD7-A1A883EC516D}"/>
          </ac:spMkLst>
        </pc:spChg>
        <pc:spChg chg="add mod">
          <ac:chgData name="Nicholaus Hendrik Jeremy" userId="050fe605-ebde-4dd7-903d-4aca7e74020c" providerId="ADAL" clId="{A2F88768-BF52-4650-89C9-6A6704974A83}" dt="2026-06-09T08:08:23.625" v="37211" actId="2711"/>
          <ac:spMkLst>
            <pc:docMk/>
            <pc:sldMk cId="1705162437" sldId="270"/>
            <ac:spMk id="54" creationId="{15B41C3A-B94A-3CEC-7F4D-029AC6BD1B4C}"/>
          </ac:spMkLst>
        </pc:spChg>
      </pc:sldChg>
      <pc:sldChg chg="addSp delSp modSp add mod">
        <pc:chgData name="Nicholaus Hendrik Jeremy" userId="050fe605-ebde-4dd7-903d-4aca7e74020c" providerId="ADAL" clId="{A2F88768-BF52-4650-89C9-6A6704974A83}" dt="2026-06-09T08:08:36.945" v="37213" actId="2711"/>
        <pc:sldMkLst>
          <pc:docMk/>
          <pc:sldMk cId="2199354749" sldId="273"/>
        </pc:sldMkLst>
        <pc:spChg chg="add mod">
          <ac:chgData name="Nicholaus Hendrik Jeremy" userId="050fe605-ebde-4dd7-903d-4aca7e74020c" providerId="ADAL" clId="{A2F88768-BF52-4650-89C9-6A6704974A83}" dt="2026-06-09T08:08:36.945" v="37213" actId="2711"/>
          <ac:spMkLst>
            <pc:docMk/>
            <pc:sldMk cId="2199354749" sldId="273"/>
            <ac:spMk id="6" creationId="{00FE782B-7BC2-3D10-799F-0B4A31A92BBC}"/>
          </ac:spMkLst>
        </pc:spChg>
        <pc:spChg chg="add mod">
          <ac:chgData name="Nicholaus Hendrik Jeremy" userId="050fe605-ebde-4dd7-903d-4aca7e74020c" providerId="ADAL" clId="{A2F88768-BF52-4650-89C9-6A6704974A83}" dt="2026-06-09T08:08:36.945" v="37213" actId="2711"/>
          <ac:spMkLst>
            <pc:docMk/>
            <pc:sldMk cId="2199354749" sldId="273"/>
            <ac:spMk id="9" creationId="{32EF46E6-26F9-A489-AE05-9358EB180C7E}"/>
          </ac:spMkLst>
        </pc:spChg>
        <pc:spChg chg="add mod">
          <ac:chgData name="Nicholaus Hendrik Jeremy" userId="050fe605-ebde-4dd7-903d-4aca7e74020c" providerId="ADAL" clId="{A2F88768-BF52-4650-89C9-6A6704974A83}" dt="2026-06-09T08:08:36.945" v="37213" actId="2711"/>
          <ac:spMkLst>
            <pc:docMk/>
            <pc:sldMk cId="2199354749" sldId="273"/>
            <ac:spMk id="29" creationId="{5814C217-BEDD-E67A-A8D7-39B67B70FF4D}"/>
          </ac:spMkLst>
        </pc:spChg>
        <pc:spChg chg="add mod">
          <ac:chgData name="Nicholaus Hendrik Jeremy" userId="050fe605-ebde-4dd7-903d-4aca7e74020c" providerId="ADAL" clId="{A2F88768-BF52-4650-89C9-6A6704974A83}" dt="2026-06-09T08:08:36.945" v="37213" actId="2711"/>
          <ac:spMkLst>
            <pc:docMk/>
            <pc:sldMk cId="2199354749" sldId="273"/>
            <ac:spMk id="32" creationId="{AD67B6F0-3AF2-1427-F597-3615A287EE71}"/>
          </ac:spMkLst>
        </pc:spChg>
      </pc:sldChg>
      <pc:sldChg chg="addSp delSp modSp add mod">
        <pc:chgData name="Nicholaus Hendrik Jeremy" userId="050fe605-ebde-4dd7-903d-4aca7e74020c" providerId="ADAL" clId="{A2F88768-BF52-4650-89C9-6A6704974A83}" dt="2026-06-25T09:25:52.037" v="37350" actId="115"/>
        <pc:sldMkLst>
          <pc:docMk/>
          <pc:sldMk cId="1955156501" sldId="274"/>
        </pc:sldMkLst>
        <pc:spChg chg="add mod">
          <ac:chgData name="Nicholaus Hendrik Jeremy" userId="050fe605-ebde-4dd7-903d-4aca7e74020c" providerId="ADAL" clId="{A2F88768-BF52-4650-89C9-6A6704974A83}" dt="2026-06-25T09:25:52.037" v="37350" actId="115"/>
          <ac:spMkLst>
            <pc:docMk/>
            <pc:sldMk cId="1955156501" sldId="274"/>
            <ac:spMk id="16" creationId="{C1948081-C9C5-43CF-44CC-D90110E42771}"/>
          </ac:spMkLst>
        </pc:spChg>
      </pc:sldChg>
      <pc:sldChg chg="addSp delSp modSp add mod">
        <pc:chgData name="Nicholaus Hendrik Jeremy" userId="050fe605-ebde-4dd7-903d-4aca7e74020c" providerId="ADAL" clId="{A2F88768-BF52-4650-89C9-6A6704974A83}" dt="2026-06-09T08:08:57.067" v="37215" actId="2711"/>
        <pc:sldMkLst>
          <pc:docMk/>
          <pc:sldMk cId="3346974678" sldId="277"/>
        </pc:sldMkLst>
        <pc:spChg chg="add mod">
          <ac:chgData name="Nicholaus Hendrik Jeremy" userId="050fe605-ebde-4dd7-903d-4aca7e74020c" providerId="ADAL" clId="{A2F88768-BF52-4650-89C9-6A6704974A83}" dt="2026-06-09T08:08:57.067" v="37215" actId="2711"/>
          <ac:spMkLst>
            <pc:docMk/>
            <pc:sldMk cId="3346974678" sldId="277"/>
            <ac:spMk id="60" creationId="{6F4D8723-A7E7-92ED-7BA1-2298E80193C1}"/>
          </ac:spMkLst>
        </pc:spChg>
        <pc:spChg chg="add mod">
          <ac:chgData name="Nicholaus Hendrik Jeremy" userId="050fe605-ebde-4dd7-903d-4aca7e74020c" providerId="ADAL" clId="{A2F88768-BF52-4650-89C9-6A6704974A83}" dt="2026-06-09T08:08:57.067" v="37215" actId="2711"/>
          <ac:spMkLst>
            <pc:docMk/>
            <pc:sldMk cId="3346974678" sldId="277"/>
            <ac:spMk id="61" creationId="{95B6C0E2-32F9-C1DB-4FCB-A43A8F0EED9D}"/>
          </ac:spMkLst>
        </pc:spChg>
      </pc:sldChg>
      <pc:sldChg chg="addSp delSp modSp add mod">
        <pc:chgData name="Nicholaus Hendrik Jeremy" userId="050fe605-ebde-4dd7-903d-4aca7e74020c" providerId="ADAL" clId="{A2F88768-BF52-4650-89C9-6A6704974A83}" dt="2026-06-09T08:09:20.568" v="37226" actId="20577"/>
        <pc:sldMkLst>
          <pc:docMk/>
          <pc:sldMk cId="1975844188" sldId="282"/>
        </pc:sldMkLst>
        <pc:spChg chg="mod">
          <ac:chgData name="Nicholaus Hendrik Jeremy" userId="050fe605-ebde-4dd7-903d-4aca7e74020c" providerId="ADAL" clId="{A2F88768-BF52-4650-89C9-6A6704974A83}" dt="2026-06-09T08:09:20.568" v="37226" actId="20577"/>
          <ac:spMkLst>
            <pc:docMk/>
            <pc:sldMk cId="1975844188" sldId="282"/>
            <ac:spMk id="5" creationId="{71490FDF-4108-3866-3A0D-2F1E00C0DEA8}"/>
          </ac:spMkLst>
        </pc:spChg>
        <pc:spChg chg="add mod">
          <ac:chgData name="Nicholaus Hendrik Jeremy" userId="050fe605-ebde-4dd7-903d-4aca7e74020c" providerId="ADAL" clId="{A2F88768-BF52-4650-89C9-6A6704974A83}" dt="2026-06-09T08:09:07.935" v="37217" actId="2711"/>
          <ac:spMkLst>
            <pc:docMk/>
            <pc:sldMk cId="1975844188" sldId="282"/>
            <ac:spMk id="7" creationId="{3F99BD85-8697-2EEE-2A08-30A78A85F8F3}"/>
          </ac:spMkLst>
        </pc:spChg>
        <pc:spChg chg="add mod">
          <ac:chgData name="Nicholaus Hendrik Jeremy" userId="050fe605-ebde-4dd7-903d-4aca7e74020c" providerId="ADAL" clId="{A2F88768-BF52-4650-89C9-6A6704974A83}" dt="2026-06-09T08:09:07.935" v="37217" actId="2711"/>
          <ac:spMkLst>
            <pc:docMk/>
            <pc:sldMk cId="1975844188" sldId="282"/>
            <ac:spMk id="10" creationId="{ABDDD206-475F-CFB1-35D7-BFAC4372784E}"/>
          </ac:spMkLst>
        </pc:spChg>
      </pc:sldChg>
      <pc:sldChg chg="addSp delSp modSp add mod modNotesTx">
        <pc:chgData name="Nicholaus Hendrik Jeremy" userId="050fe605-ebde-4dd7-903d-4aca7e74020c" providerId="ADAL" clId="{A2F88768-BF52-4650-89C9-6A6704974A83}" dt="2026-06-09T08:20:39.586" v="37346" actId="20577"/>
        <pc:sldMkLst>
          <pc:docMk/>
          <pc:sldMk cId="1023453331" sldId="283"/>
        </pc:sldMkLst>
        <pc:spChg chg="add mod">
          <ac:chgData name="Nicholaus Hendrik Jeremy" userId="050fe605-ebde-4dd7-903d-4aca7e74020c" providerId="ADAL" clId="{A2F88768-BF52-4650-89C9-6A6704974A83}" dt="2026-06-09T08:20:29.930" v="37311" actId="20577"/>
          <ac:spMkLst>
            <pc:docMk/>
            <pc:sldMk cId="1023453331" sldId="283"/>
            <ac:spMk id="38" creationId="{4B7E8C32-DD38-F39B-1EBA-726BAC8AC403}"/>
          </ac:spMkLst>
        </pc:spChg>
      </pc:sldChg>
      <pc:sldChg chg="addSp delSp modSp add mod">
        <pc:chgData name="Nicholaus Hendrik Jeremy" userId="050fe605-ebde-4dd7-903d-4aca7e74020c" providerId="ADAL" clId="{A2F88768-BF52-4650-89C9-6A6704974A83}" dt="2026-06-09T08:10:03.379" v="37228" actId="2711"/>
        <pc:sldMkLst>
          <pc:docMk/>
          <pc:sldMk cId="2636951891" sldId="284"/>
        </pc:sldMkLst>
        <pc:spChg chg="add mod">
          <ac:chgData name="Nicholaus Hendrik Jeremy" userId="050fe605-ebde-4dd7-903d-4aca7e74020c" providerId="ADAL" clId="{A2F88768-BF52-4650-89C9-6A6704974A83}" dt="2026-06-09T08:10:03.379" v="37228" actId="2711"/>
          <ac:spMkLst>
            <pc:docMk/>
            <pc:sldMk cId="2636951891" sldId="284"/>
            <ac:spMk id="4" creationId="{D64C70AE-F12D-28B7-A676-3A2607F5E567}"/>
          </ac:spMkLst>
        </pc:spChg>
      </pc:sldChg>
      <pc:sldChg chg="delSp modSp add mod">
        <pc:chgData name="Nicholaus Hendrik Jeremy" userId="050fe605-ebde-4dd7-903d-4aca7e74020c" providerId="ADAL" clId="{A2F88768-BF52-4650-89C9-6A6704974A83}" dt="2026-06-09T08:28:29.667" v="37348" actId="20577"/>
        <pc:sldMkLst>
          <pc:docMk/>
          <pc:sldMk cId="660365282" sldId="286"/>
        </pc:sldMkLst>
        <pc:spChg chg="mod">
          <ac:chgData name="Nicholaus Hendrik Jeremy" userId="050fe605-ebde-4dd7-903d-4aca7e74020c" providerId="ADAL" clId="{A2F88768-BF52-4650-89C9-6A6704974A83}" dt="2026-06-09T08:28:29.667" v="37348" actId="20577"/>
          <ac:spMkLst>
            <pc:docMk/>
            <pc:sldMk cId="660365282" sldId="286"/>
            <ac:spMk id="29" creationId="{B79A8FA2-9CE4-B619-D23E-C0D91A09BDD0}"/>
          </ac:spMkLst>
        </pc:spChg>
      </pc:sldChg>
      <pc:sldChg chg="addSp delSp modSp add mod ord">
        <pc:chgData name="Nicholaus Hendrik Jeremy" userId="050fe605-ebde-4dd7-903d-4aca7e74020c" providerId="ADAL" clId="{A2F88768-BF52-4650-89C9-6A6704974A83}" dt="2026-06-09T08:10:42.119" v="37230" actId="2711"/>
        <pc:sldMkLst>
          <pc:docMk/>
          <pc:sldMk cId="331315112" sldId="288"/>
        </pc:sldMkLst>
        <pc:spChg chg="add mod">
          <ac:chgData name="Nicholaus Hendrik Jeremy" userId="050fe605-ebde-4dd7-903d-4aca7e74020c" providerId="ADAL" clId="{A2F88768-BF52-4650-89C9-6A6704974A83}" dt="2026-06-09T08:10:42.119" v="37230" actId="2711"/>
          <ac:spMkLst>
            <pc:docMk/>
            <pc:sldMk cId="331315112" sldId="288"/>
            <ac:spMk id="114" creationId="{CCEF5EC6-EE45-D104-8E45-7F009CCDB9DA}"/>
          </ac:spMkLst>
        </pc:spChg>
        <pc:spChg chg="add mod">
          <ac:chgData name="Nicholaus Hendrik Jeremy" userId="050fe605-ebde-4dd7-903d-4aca7e74020c" providerId="ADAL" clId="{A2F88768-BF52-4650-89C9-6A6704974A83}" dt="2026-06-09T08:10:42.119" v="37230" actId="2711"/>
          <ac:spMkLst>
            <pc:docMk/>
            <pc:sldMk cId="331315112" sldId="288"/>
            <ac:spMk id="119" creationId="{101C105A-D471-F429-9E2C-1760CEE1A9C1}"/>
          </ac:spMkLst>
        </pc:spChg>
        <pc:spChg chg="add mod">
          <ac:chgData name="Nicholaus Hendrik Jeremy" userId="050fe605-ebde-4dd7-903d-4aca7e74020c" providerId="ADAL" clId="{A2F88768-BF52-4650-89C9-6A6704974A83}" dt="2026-06-09T08:10:42.119" v="37230" actId="2711"/>
          <ac:spMkLst>
            <pc:docMk/>
            <pc:sldMk cId="331315112" sldId="288"/>
            <ac:spMk id="120" creationId="{F1B7C26D-885E-7D8C-86EA-3B75FA07D482}"/>
          </ac:spMkLst>
        </pc:spChg>
      </pc:sldChg>
      <pc:sldChg chg="addSp delSp modSp add mod">
        <pc:chgData name="Nicholaus Hendrik Jeremy" userId="050fe605-ebde-4dd7-903d-4aca7e74020c" providerId="ADAL" clId="{A2F88768-BF52-4650-89C9-6A6704974A83}" dt="2026-06-09T08:10:56.521" v="37232" actId="2711"/>
        <pc:sldMkLst>
          <pc:docMk/>
          <pc:sldMk cId="4289708790" sldId="289"/>
        </pc:sldMkLst>
        <pc:spChg chg="add mod">
          <ac:chgData name="Nicholaus Hendrik Jeremy" userId="050fe605-ebde-4dd7-903d-4aca7e74020c" providerId="ADAL" clId="{A2F88768-BF52-4650-89C9-6A6704974A83}" dt="2026-06-09T08:10:56.521" v="37232" actId="2711"/>
          <ac:spMkLst>
            <pc:docMk/>
            <pc:sldMk cId="4289708790" sldId="289"/>
            <ac:spMk id="25" creationId="{C72A9034-6BE4-A350-9B3D-DEE46A79C134}"/>
          </ac:spMkLst>
        </pc:spChg>
        <pc:spChg chg="add mod">
          <ac:chgData name="Nicholaus Hendrik Jeremy" userId="050fe605-ebde-4dd7-903d-4aca7e74020c" providerId="ADAL" clId="{A2F88768-BF52-4650-89C9-6A6704974A83}" dt="2026-06-09T08:10:56.521" v="37232" actId="2711"/>
          <ac:spMkLst>
            <pc:docMk/>
            <pc:sldMk cId="4289708790" sldId="289"/>
            <ac:spMk id="28" creationId="{644BA7B7-EF1B-1372-6B63-8BE05B25C356}"/>
          </ac:spMkLst>
        </pc:spChg>
        <pc:spChg chg="add mod">
          <ac:chgData name="Nicholaus Hendrik Jeremy" userId="050fe605-ebde-4dd7-903d-4aca7e74020c" providerId="ADAL" clId="{A2F88768-BF52-4650-89C9-6A6704974A83}" dt="2026-06-09T08:10:56.521" v="37232" actId="2711"/>
          <ac:spMkLst>
            <pc:docMk/>
            <pc:sldMk cId="4289708790" sldId="289"/>
            <ac:spMk id="29" creationId="{AB8875D4-8CBD-F807-E049-545925D9FF09}"/>
          </ac:spMkLst>
        </pc:spChg>
        <pc:spChg chg="add mod">
          <ac:chgData name="Nicholaus Hendrik Jeremy" userId="050fe605-ebde-4dd7-903d-4aca7e74020c" providerId="ADAL" clId="{A2F88768-BF52-4650-89C9-6A6704974A83}" dt="2026-06-09T08:10:56.521" v="37232" actId="2711"/>
          <ac:spMkLst>
            <pc:docMk/>
            <pc:sldMk cId="4289708790" sldId="289"/>
            <ac:spMk id="103" creationId="{2118AC88-90AE-F85A-13D6-68195771ECD5}"/>
          </ac:spMkLst>
        </pc:spChg>
      </pc:sldChg>
      <pc:sldChg chg="modSp add mod">
        <pc:chgData name="Nicholaus Hendrik Jeremy" userId="050fe605-ebde-4dd7-903d-4aca7e74020c" providerId="ADAL" clId="{A2F88768-BF52-4650-89C9-6A6704974A83}" dt="2026-06-09T08:11:08.966" v="37237" actId="20577"/>
        <pc:sldMkLst>
          <pc:docMk/>
          <pc:sldMk cId="3358295843" sldId="291"/>
        </pc:sldMkLst>
        <pc:spChg chg="mod">
          <ac:chgData name="Nicholaus Hendrik Jeremy" userId="050fe605-ebde-4dd7-903d-4aca7e74020c" providerId="ADAL" clId="{A2F88768-BF52-4650-89C9-6A6704974A83}" dt="2026-06-09T08:11:08.966" v="37237" actId="20577"/>
          <ac:spMkLst>
            <pc:docMk/>
            <pc:sldMk cId="3358295843" sldId="291"/>
            <ac:spMk id="29" creationId="{E53F832B-2657-2CF3-D178-B493D4022F33}"/>
          </ac:spMkLst>
        </pc:spChg>
      </pc:sldChg>
      <pc:sldChg chg="addSp delSp modSp add mod modNotesTx">
        <pc:chgData name="Nicholaus Hendrik Jeremy" userId="050fe605-ebde-4dd7-903d-4aca7e74020c" providerId="ADAL" clId="{A2F88768-BF52-4650-89C9-6A6704974A83}" dt="2026-06-09T08:11:23.722" v="37239" actId="2711"/>
        <pc:sldMkLst>
          <pc:docMk/>
          <pc:sldMk cId="3131581801" sldId="293"/>
        </pc:sldMkLst>
        <pc:spChg chg="add mod">
          <ac:chgData name="Nicholaus Hendrik Jeremy" userId="050fe605-ebde-4dd7-903d-4aca7e74020c" providerId="ADAL" clId="{A2F88768-BF52-4650-89C9-6A6704974A83}" dt="2026-06-09T08:11:23.722" v="37239" actId="2711"/>
          <ac:spMkLst>
            <pc:docMk/>
            <pc:sldMk cId="3131581801" sldId="293"/>
            <ac:spMk id="14" creationId="{DB1B588F-592A-4543-F917-3AB18D201BC8}"/>
          </ac:spMkLst>
        </pc:spChg>
        <pc:spChg chg="add mod">
          <ac:chgData name="Nicholaus Hendrik Jeremy" userId="050fe605-ebde-4dd7-903d-4aca7e74020c" providerId="ADAL" clId="{A2F88768-BF52-4650-89C9-6A6704974A83}" dt="2026-06-09T08:11:23.722" v="37239" actId="2711"/>
          <ac:spMkLst>
            <pc:docMk/>
            <pc:sldMk cId="3131581801" sldId="293"/>
            <ac:spMk id="33" creationId="{F163EE82-8A6C-AF3D-10FC-C2CA5E809B9A}"/>
          </ac:spMkLst>
        </pc:spChg>
      </pc:sldChg>
      <pc:sldChg chg="modSp add mod modNotesTx">
        <pc:chgData name="Nicholaus Hendrik Jeremy" userId="050fe605-ebde-4dd7-903d-4aca7e74020c" providerId="ADAL" clId="{A2F88768-BF52-4650-89C9-6A6704974A83}" dt="2026-06-09T08:12:21.204" v="37256" actId="20577"/>
        <pc:sldMkLst>
          <pc:docMk/>
          <pc:sldMk cId="306381364" sldId="294"/>
        </pc:sldMkLst>
        <pc:spChg chg="mod">
          <ac:chgData name="Nicholaus Hendrik Jeremy" userId="050fe605-ebde-4dd7-903d-4aca7e74020c" providerId="ADAL" clId="{A2F88768-BF52-4650-89C9-6A6704974A83}" dt="2026-06-09T08:12:21.204" v="37256" actId="20577"/>
          <ac:spMkLst>
            <pc:docMk/>
            <pc:sldMk cId="306381364" sldId="294"/>
            <ac:spMk id="29" creationId="{9B928418-DB4B-AC0D-9DDD-DB3C3084C69A}"/>
          </ac:spMkLst>
        </pc:spChg>
      </pc:sldChg>
      <pc:sldChg chg="addSp delSp modSp add mod modNotesTx">
        <pc:chgData name="Nicholaus Hendrik Jeremy" userId="050fe605-ebde-4dd7-903d-4aca7e74020c" providerId="ADAL" clId="{A2F88768-BF52-4650-89C9-6A6704974A83}" dt="2026-06-09T08:11:47.134" v="37240" actId="208"/>
        <pc:sldMkLst>
          <pc:docMk/>
          <pc:sldMk cId="213228005" sldId="296"/>
        </pc:sldMkLst>
        <pc:spChg chg="add mod">
          <ac:chgData name="Nicholaus Hendrik Jeremy" userId="050fe605-ebde-4dd7-903d-4aca7e74020c" providerId="ADAL" clId="{A2F88768-BF52-4650-89C9-6A6704974A83}" dt="2026-06-09T08:11:47.134" v="37240" actId="208"/>
          <ac:spMkLst>
            <pc:docMk/>
            <pc:sldMk cId="213228005" sldId="296"/>
            <ac:spMk id="62" creationId="{595265FB-9853-5A30-5F07-CC4F359E82AB}"/>
          </ac:spMkLst>
        </pc:spChg>
      </pc:sldChg>
      <pc:sldChg chg="addSp delSp modSp add mod">
        <pc:chgData name="Nicholaus Hendrik Jeremy" userId="050fe605-ebde-4dd7-903d-4aca7e74020c" providerId="ADAL" clId="{A2F88768-BF52-4650-89C9-6A6704974A83}" dt="2026-06-09T08:13:13.357" v="37259" actId="1076"/>
        <pc:sldMkLst>
          <pc:docMk/>
          <pc:sldMk cId="1210764509" sldId="299"/>
        </pc:sldMkLst>
        <pc:spChg chg="add mod">
          <ac:chgData name="Nicholaus Hendrik Jeremy" userId="050fe605-ebde-4dd7-903d-4aca7e74020c" providerId="ADAL" clId="{A2F88768-BF52-4650-89C9-6A6704974A83}" dt="2026-06-09T08:13:01.175" v="37258" actId="2711"/>
          <ac:spMkLst>
            <pc:docMk/>
            <pc:sldMk cId="1210764509" sldId="299"/>
            <ac:spMk id="6" creationId="{865BEE30-9EF9-F853-FA98-C253EBA6EE8F}"/>
          </ac:spMkLst>
        </pc:spChg>
        <pc:spChg chg="add mod">
          <ac:chgData name="Nicholaus Hendrik Jeremy" userId="050fe605-ebde-4dd7-903d-4aca7e74020c" providerId="ADAL" clId="{A2F88768-BF52-4650-89C9-6A6704974A83}" dt="2026-06-09T08:13:01.175" v="37258" actId="2711"/>
          <ac:spMkLst>
            <pc:docMk/>
            <pc:sldMk cId="1210764509" sldId="299"/>
            <ac:spMk id="7" creationId="{46EFF672-286F-693D-255E-46B3CA5C17A8}"/>
          </ac:spMkLst>
        </pc:spChg>
        <pc:spChg chg="add mod">
          <ac:chgData name="Nicholaus Hendrik Jeremy" userId="050fe605-ebde-4dd7-903d-4aca7e74020c" providerId="ADAL" clId="{A2F88768-BF52-4650-89C9-6A6704974A83}" dt="2026-06-09T08:13:01.175" v="37258" actId="2711"/>
          <ac:spMkLst>
            <pc:docMk/>
            <pc:sldMk cId="1210764509" sldId="299"/>
            <ac:spMk id="11" creationId="{8432D18E-A8ED-47A3-B517-8412F1777125}"/>
          </ac:spMkLst>
        </pc:spChg>
        <pc:spChg chg="add mod">
          <ac:chgData name="Nicholaus Hendrik Jeremy" userId="050fe605-ebde-4dd7-903d-4aca7e74020c" providerId="ADAL" clId="{A2F88768-BF52-4650-89C9-6A6704974A83}" dt="2026-06-09T08:13:01.175" v="37258" actId="2711"/>
          <ac:spMkLst>
            <pc:docMk/>
            <pc:sldMk cId="1210764509" sldId="299"/>
            <ac:spMk id="13" creationId="{6C4CAB00-F48B-1A19-92BE-DACBF219085D}"/>
          </ac:spMkLst>
        </pc:spChg>
        <pc:spChg chg="add mod">
          <ac:chgData name="Nicholaus Hendrik Jeremy" userId="050fe605-ebde-4dd7-903d-4aca7e74020c" providerId="ADAL" clId="{A2F88768-BF52-4650-89C9-6A6704974A83}" dt="2026-06-09T08:13:01.175" v="37258" actId="2711"/>
          <ac:spMkLst>
            <pc:docMk/>
            <pc:sldMk cId="1210764509" sldId="299"/>
            <ac:spMk id="15" creationId="{B9453C37-D457-B065-4F38-6D2B7B4C804C}"/>
          </ac:spMkLst>
        </pc:spChg>
        <pc:spChg chg="add mod">
          <ac:chgData name="Nicholaus Hendrik Jeremy" userId="050fe605-ebde-4dd7-903d-4aca7e74020c" providerId="ADAL" clId="{A2F88768-BF52-4650-89C9-6A6704974A83}" dt="2026-06-09T08:13:13.357" v="37259" actId="1076"/>
          <ac:spMkLst>
            <pc:docMk/>
            <pc:sldMk cId="1210764509" sldId="299"/>
            <ac:spMk id="17" creationId="{734FB74D-4F7A-0896-9A6B-63A3540AA2D1}"/>
          </ac:spMkLst>
        </pc:spChg>
      </pc:sldChg>
      <pc:sldChg chg="addSp delSp modSp add mod">
        <pc:chgData name="Nicholaus Hendrik Jeremy" userId="050fe605-ebde-4dd7-903d-4aca7e74020c" providerId="ADAL" clId="{A2F88768-BF52-4650-89C9-6A6704974A83}" dt="2026-06-09T08:13:26.400" v="37261" actId="2711"/>
        <pc:sldMkLst>
          <pc:docMk/>
          <pc:sldMk cId="3631269538" sldId="300"/>
        </pc:sldMkLst>
        <pc:spChg chg="add mod">
          <ac:chgData name="Nicholaus Hendrik Jeremy" userId="050fe605-ebde-4dd7-903d-4aca7e74020c" providerId="ADAL" clId="{A2F88768-BF52-4650-89C9-6A6704974A83}" dt="2026-06-09T08:13:26.400" v="37261" actId="2711"/>
          <ac:spMkLst>
            <pc:docMk/>
            <pc:sldMk cId="3631269538" sldId="300"/>
            <ac:spMk id="96" creationId="{98A99432-F4CD-A33D-C0EA-56E4E6D504F2}"/>
          </ac:spMkLst>
        </pc:spChg>
        <pc:spChg chg="add mod">
          <ac:chgData name="Nicholaus Hendrik Jeremy" userId="050fe605-ebde-4dd7-903d-4aca7e74020c" providerId="ADAL" clId="{A2F88768-BF52-4650-89C9-6A6704974A83}" dt="2026-06-09T08:13:26.400" v="37261" actId="2711"/>
          <ac:spMkLst>
            <pc:docMk/>
            <pc:sldMk cId="3631269538" sldId="300"/>
            <ac:spMk id="98" creationId="{49CFEF27-F384-1FAF-7EEA-A4B8FAF8C7BF}"/>
          </ac:spMkLst>
        </pc:spChg>
        <pc:spChg chg="add mod">
          <ac:chgData name="Nicholaus Hendrik Jeremy" userId="050fe605-ebde-4dd7-903d-4aca7e74020c" providerId="ADAL" clId="{A2F88768-BF52-4650-89C9-6A6704974A83}" dt="2026-06-09T08:13:26.400" v="37261" actId="2711"/>
          <ac:spMkLst>
            <pc:docMk/>
            <pc:sldMk cId="3631269538" sldId="300"/>
            <ac:spMk id="99" creationId="{0285ECEF-E88C-B504-BC96-484382DA4C79}"/>
          </ac:spMkLst>
        </pc:spChg>
      </pc:sldChg>
      <pc:sldChg chg="addSp delSp modSp add mod">
        <pc:chgData name="Nicholaus Hendrik Jeremy" userId="050fe605-ebde-4dd7-903d-4aca7e74020c" providerId="ADAL" clId="{A2F88768-BF52-4650-89C9-6A6704974A83}" dt="2026-06-09T08:13:42.699" v="37263" actId="2711"/>
        <pc:sldMkLst>
          <pc:docMk/>
          <pc:sldMk cId="500323720" sldId="302"/>
        </pc:sldMkLst>
        <pc:spChg chg="add mod">
          <ac:chgData name="Nicholaus Hendrik Jeremy" userId="050fe605-ebde-4dd7-903d-4aca7e74020c" providerId="ADAL" clId="{A2F88768-BF52-4650-89C9-6A6704974A83}" dt="2026-06-09T08:13:42.699" v="37263" actId="2711"/>
          <ac:spMkLst>
            <pc:docMk/>
            <pc:sldMk cId="500323720" sldId="302"/>
            <ac:spMk id="87" creationId="{CD834D53-6E73-D42C-A58B-C3501404FD47}"/>
          </ac:spMkLst>
        </pc:spChg>
        <pc:spChg chg="add mod">
          <ac:chgData name="Nicholaus Hendrik Jeremy" userId="050fe605-ebde-4dd7-903d-4aca7e74020c" providerId="ADAL" clId="{A2F88768-BF52-4650-89C9-6A6704974A83}" dt="2026-06-09T08:13:42.699" v="37263" actId="2711"/>
          <ac:spMkLst>
            <pc:docMk/>
            <pc:sldMk cId="500323720" sldId="302"/>
            <ac:spMk id="88" creationId="{CD855253-FBD1-1B07-5F87-8341FE618985}"/>
          </ac:spMkLst>
        </pc:spChg>
        <pc:spChg chg="add mod">
          <ac:chgData name="Nicholaus Hendrik Jeremy" userId="050fe605-ebde-4dd7-903d-4aca7e74020c" providerId="ADAL" clId="{A2F88768-BF52-4650-89C9-6A6704974A83}" dt="2026-06-09T08:13:42.699" v="37263" actId="2711"/>
          <ac:spMkLst>
            <pc:docMk/>
            <pc:sldMk cId="500323720" sldId="302"/>
            <ac:spMk id="89" creationId="{2C0F0A63-12EF-3488-BFB7-25F199321A31}"/>
          </ac:spMkLst>
        </pc:spChg>
        <pc:spChg chg="add mod">
          <ac:chgData name="Nicholaus Hendrik Jeremy" userId="050fe605-ebde-4dd7-903d-4aca7e74020c" providerId="ADAL" clId="{A2F88768-BF52-4650-89C9-6A6704974A83}" dt="2026-06-09T08:13:42.699" v="37263" actId="2711"/>
          <ac:spMkLst>
            <pc:docMk/>
            <pc:sldMk cId="500323720" sldId="302"/>
            <ac:spMk id="92" creationId="{1B4EF52F-E531-69CC-D417-60703631F82F}"/>
          </ac:spMkLst>
        </pc:spChg>
      </pc:sldChg>
      <pc:sldChg chg="addSp delSp modSp add mod">
        <pc:chgData name="Nicholaus Hendrik Jeremy" userId="050fe605-ebde-4dd7-903d-4aca7e74020c" providerId="ADAL" clId="{A2F88768-BF52-4650-89C9-6A6704974A83}" dt="2026-06-09T08:14:27.598" v="37267" actId="2711"/>
        <pc:sldMkLst>
          <pc:docMk/>
          <pc:sldMk cId="1382441137" sldId="303"/>
        </pc:sldMkLst>
        <pc:spChg chg="add del mod">
          <ac:chgData name="Nicholaus Hendrik Jeremy" userId="050fe605-ebde-4dd7-903d-4aca7e74020c" providerId="ADAL" clId="{A2F88768-BF52-4650-89C9-6A6704974A83}" dt="2026-06-09T08:14:27.598" v="37267" actId="2711"/>
          <ac:spMkLst>
            <pc:docMk/>
            <pc:sldMk cId="1382441137" sldId="303"/>
            <ac:spMk id="87" creationId="{D134DF2F-C99B-E658-676B-F32CE67BB351}"/>
          </ac:spMkLst>
        </pc:spChg>
        <pc:spChg chg="add del mod">
          <ac:chgData name="Nicholaus Hendrik Jeremy" userId="050fe605-ebde-4dd7-903d-4aca7e74020c" providerId="ADAL" clId="{A2F88768-BF52-4650-89C9-6A6704974A83}" dt="2026-06-09T08:14:27.598" v="37267" actId="2711"/>
          <ac:spMkLst>
            <pc:docMk/>
            <pc:sldMk cId="1382441137" sldId="303"/>
            <ac:spMk id="88" creationId="{82969D0B-0B42-5B50-218E-CE5ACBF16E32}"/>
          </ac:spMkLst>
        </pc:spChg>
      </pc:sldChg>
      <pc:sldChg chg="addSp delSp modSp add mod">
        <pc:chgData name="Nicholaus Hendrik Jeremy" userId="050fe605-ebde-4dd7-903d-4aca7e74020c" providerId="ADAL" clId="{A2F88768-BF52-4650-89C9-6A6704974A83}" dt="2026-06-09T08:14:44.739" v="37271" actId="2711"/>
        <pc:sldMkLst>
          <pc:docMk/>
          <pc:sldMk cId="592046764" sldId="305"/>
        </pc:sldMkLst>
        <pc:spChg chg="mod">
          <ac:chgData name="Nicholaus Hendrik Jeremy" userId="050fe605-ebde-4dd7-903d-4aca7e74020c" providerId="ADAL" clId="{A2F88768-BF52-4650-89C9-6A6704974A83}" dt="2026-06-09T08:14:44.739" v="37271" actId="2711"/>
          <ac:spMkLst>
            <pc:docMk/>
            <pc:sldMk cId="592046764" sldId="305"/>
            <ac:spMk id="43" creationId="{00E27E6C-91DA-F684-F31A-E63B0BF69108}"/>
          </ac:spMkLst>
        </pc:spChg>
        <pc:spChg chg="add mod">
          <ac:chgData name="Nicholaus Hendrik Jeremy" userId="050fe605-ebde-4dd7-903d-4aca7e74020c" providerId="ADAL" clId="{A2F88768-BF52-4650-89C9-6A6704974A83}" dt="2026-06-09T08:14:44.739" v="37271" actId="2711"/>
          <ac:spMkLst>
            <pc:docMk/>
            <pc:sldMk cId="592046764" sldId="305"/>
            <ac:spMk id="53" creationId="{8D9A4872-1CAC-35B5-D8F2-9E6E3F0FA9E2}"/>
          </ac:spMkLst>
        </pc:spChg>
        <pc:spChg chg="add mod">
          <ac:chgData name="Nicholaus Hendrik Jeremy" userId="050fe605-ebde-4dd7-903d-4aca7e74020c" providerId="ADAL" clId="{A2F88768-BF52-4650-89C9-6A6704974A83}" dt="2026-06-09T08:14:44.739" v="37271" actId="2711"/>
          <ac:spMkLst>
            <pc:docMk/>
            <pc:sldMk cId="592046764" sldId="305"/>
            <ac:spMk id="55" creationId="{5FF000FD-F950-62CE-CDE4-813811FC40FA}"/>
          </ac:spMkLst>
        </pc:spChg>
      </pc:sldChg>
      <pc:sldChg chg="addSp delSp modSp new mod">
        <pc:chgData name="Nicholaus Hendrik Jeremy" userId="050fe605-ebde-4dd7-903d-4aca7e74020c" providerId="ADAL" clId="{A2F88768-BF52-4650-89C9-6A6704974A83}" dt="2026-06-09T08:15:11.958" v="37277" actId="2711"/>
        <pc:sldMkLst>
          <pc:docMk/>
          <pc:sldMk cId="1354930" sldId="311"/>
        </pc:sldMkLst>
        <pc:spChg chg="add mod ord">
          <ac:chgData name="Nicholaus Hendrik Jeremy" userId="050fe605-ebde-4dd7-903d-4aca7e74020c" providerId="ADAL" clId="{A2F88768-BF52-4650-89C9-6A6704974A83}" dt="2026-06-09T08:15:11.958" v="37277" actId="2711"/>
          <ac:spMkLst>
            <pc:docMk/>
            <pc:sldMk cId="1354930" sldId="311"/>
            <ac:spMk id="6" creationId="{F34BB0AB-02B9-5404-3872-B4EA6DAD8E7A}"/>
          </ac:spMkLst>
        </pc:spChg>
      </pc:sldChg>
      <pc:sldChg chg="addSp delSp modSp new mod">
        <pc:chgData name="Nicholaus Hendrik Jeremy" userId="050fe605-ebde-4dd7-903d-4aca7e74020c" providerId="ADAL" clId="{A2F88768-BF52-4650-89C9-6A6704974A83}" dt="2026-06-09T08:14:55.896" v="37273" actId="2711"/>
        <pc:sldMkLst>
          <pc:docMk/>
          <pc:sldMk cId="3280514127" sldId="312"/>
        </pc:sldMkLst>
        <pc:spChg chg="add mod ord">
          <ac:chgData name="Nicholaus Hendrik Jeremy" userId="050fe605-ebde-4dd7-903d-4aca7e74020c" providerId="ADAL" clId="{A2F88768-BF52-4650-89C9-6A6704974A83}" dt="2026-06-09T08:14:55.896" v="37273" actId="2711"/>
          <ac:spMkLst>
            <pc:docMk/>
            <pc:sldMk cId="3280514127" sldId="312"/>
            <ac:spMk id="8" creationId="{CDEA5B1F-DF62-7F6D-B439-042F3AC70C1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0" name="Shape 170"/>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1" name="Shape 171"/>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Open Sans Light" pitchFamily="2" charset="0"/>
        <a:ea typeface="Open Sans Light" pitchFamily="2" charset="0"/>
        <a:cs typeface="Open Sans Light" pitchFamily="2" charset="0"/>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Reintroduce descriptive algorithm, e.g. to calculate your part when doing split bill:</a:t>
            </a:r>
          </a:p>
          <a:p>
            <a:pPr marL="457200" indent="-457200">
              <a:buAutoNum type="arabicPeriod"/>
            </a:pPr>
            <a:r>
              <a:rPr lang="en-US" dirty="0"/>
              <a:t>Identify what you order</a:t>
            </a:r>
          </a:p>
          <a:p>
            <a:pPr marL="457200" indent="-457200">
              <a:buAutoNum type="arabicPeriod"/>
            </a:pPr>
            <a:r>
              <a:rPr lang="en-US" dirty="0"/>
              <a:t>Total the price of your order</a:t>
            </a:r>
          </a:p>
          <a:p>
            <a:pPr marL="457200" indent="-457200">
              <a:buAutoNum type="arabicPeriod"/>
            </a:pPr>
            <a:r>
              <a:rPr lang="en-US" dirty="0"/>
              <a:t>To include the service charge in your price, multiply it by 1.05</a:t>
            </a:r>
          </a:p>
          <a:p>
            <a:pPr marL="457200" indent="-457200">
              <a:buAutoNum type="arabicPeriod"/>
            </a:pPr>
            <a:r>
              <a:rPr lang="en-US" dirty="0"/>
              <a:t>To include the tax, multiply the value from previous step by 1.1</a:t>
            </a:r>
          </a:p>
          <a:p>
            <a:pPr marL="457200" indent="-457200">
              <a:buAutoNum type="arabicPeriod"/>
            </a:pPr>
            <a:r>
              <a:rPr lang="en-US" dirty="0"/>
              <a:t>Pay the grand total from the calculation of the previous step</a:t>
            </a:r>
          </a:p>
        </p:txBody>
      </p:sp>
    </p:spTree>
    <p:extLst>
      <p:ext uri="{BB962C8B-B14F-4D97-AF65-F5344CB8AC3E}">
        <p14:creationId xmlns:p14="http://schemas.microsoft.com/office/powerpoint/2010/main" val="1371234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*dotted line is used for data flow or secondary/optional path</a:t>
            </a:r>
          </a:p>
        </p:txBody>
      </p:sp>
    </p:spTree>
    <p:extLst>
      <p:ext uri="{BB962C8B-B14F-4D97-AF65-F5344CB8AC3E}">
        <p14:creationId xmlns:p14="http://schemas.microsoft.com/office/powerpoint/2010/main" val="13863544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ED292-F903-53B9-6EDB-9B04BB706E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4E656D-A27B-4DDF-F7B7-F135D2A22BA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605DDB1-16FF-B3EA-C530-1431ACB471F0}"/>
              </a:ext>
            </a:extLst>
          </p:cNvPr>
          <p:cNvSpPr>
            <a:spLocks noGrp="1"/>
          </p:cNvSpPr>
          <p:nvPr>
            <p:ph type="body" idx="1"/>
          </p:nvPr>
        </p:nvSpPr>
        <p:spPr/>
        <p:txBody>
          <a:bodyPr/>
          <a:lstStyle/>
          <a:p>
            <a:r>
              <a:rPr lang="en-US" dirty="0"/>
              <a:t>*dotted line is used for data flow or secondary/optional path</a:t>
            </a:r>
          </a:p>
        </p:txBody>
      </p:sp>
    </p:spTree>
    <p:extLst>
      <p:ext uri="{BB962C8B-B14F-4D97-AF65-F5344CB8AC3E}">
        <p14:creationId xmlns:p14="http://schemas.microsoft.com/office/powerpoint/2010/main" val="31463577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*Go back here is not using jump or </a:t>
            </a:r>
            <a:r>
              <a:rPr lang="en-US" dirty="0" err="1"/>
              <a:t>goto</a:t>
            </a:r>
            <a:r>
              <a:rPr lang="en-US" dirty="0"/>
              <a:t>, which is never encouraged (except working with assembly).</a:t>
            </a:r>
          </a:p>
        </p:txBody>
      </p:sp>
    </p:spTree>
    <p:extLst>
      <p:ext uri="{BB962C8B-B14F-4D97-AF65-F5344CB8AC3E}">
        <p14:creationId xmlns:p14="http://schemas.microsoft.com/office/powerpoint/2010/main" val="8205919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This is when the concept of “while do” and “do while” is introduced.</a:t>
            </a:r>
          </a:p>
        </p:txBody>
      </p:sp>
    </p:spTree>
    <p:extLst>
      <p:ext uri="{BB962C8B-B14F-4D97-AF65-F5344CB8AC3E}">
        <p14:creationId xmlns:p14="http://schemas.microsoft.com/office/powerpoint/2010/main" val="5703843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8EF60-C9D2-88B5-5C6D-81C16621C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FDCD14-8FCB-AA05-E0E1-9BB31834D88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F3DCBC3-8965-4A25-EA71-D5DA6AD565B3}"/>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788936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Encourage the students to think of another case. Also, ask the students to create the flowchart for each case to ensure understanding.</a:t>
            </a:r>
          </a:p>
        </p:txBody>
      </p:sp>
    </p:spTree>
    <p:extLst>
      <p:ext uri="{BB962C8B-B14F-4D97-AF65-F5344CB8AC3E}">
        <p14:creationId xmlns:p14="http://schemas.microsoft.com/office/powerpoint/2010/main" val="29607227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Ask the student to identify the three key points:</a:t>
            </a:r>
          </a:p>
          <a:p>
            <a:pPr marL="457200" indent="-457200">
              <a:buAutoNum type="arabicPeriod"/>
            </a:pPr>
            <a:r>
              <a:rPr lang="en-US" dirty="0"/>
              <a:t>What am I observing?</a:t>
            </a:r>
          </a:p>
          <a:p>
            <a:pPr marL="457200" indent="-457200">
              <a:buAutoNum type="arabicPeriod"/>
            </a:pPr>
            <a:r>
              <a:rPr lang="en-US" dirty="0"/>
              <a:t>When do I stop observing?</a:t>
            </a:r>
          </a:p>
          <a:p>
            <a:pPr marL="457200" indent="-457200">
              <a:buAutoNum type="arabicPeriod"/>
            </a:pPr>
            <a:r>
              <a:rPr lang="en-US" dirty="0"/>
              <a:t>How to change the thing I’m observing?</a:t>
            </a:r>
          </a:p>
        </p:txBody>
      </p:sp>
    </p:spTree>
    <p:extLst>
      <p:ext uri="{BB962C8B-B14F-4D97-AF65-F5344CB8AC3E}">
        <p14:creationId xmlns:p14="http://schemas.microsoft.com/office/powerpoint/2010/main" val="14016262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7A022-778C-71CC-DA35-07170C7A62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BC5C82-34DF-9343-D1EC-54DBB8DE1FB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2573117-33AD-BF7F-5C82-D3355942B28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954613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F3EE8-9D02-4BE4-2210-FCC3623BF2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46708-6917-6B33-F23E-70FAF4692E4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E4FAE55-3321-2695-8F00-8B6293F9350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9199809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FDF51-13F7-3C8D-58FA-A4683F3403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02AEFC-D3A9-C25E-9486-C76B9EAE682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E583386-AAB7-3ED7-76EA-68430FC4DD5A}"/>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781934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16FD9-8EE0-1797-086A-948206E2CB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AFD3B7-1583-C3AE-E196-CBE0975856D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7BF80B4-4051-1673-CF12-55AF9FCD2B87}"/>
              </a:ext>
            </a:extLst>
          </p:cNvPr>
          <p:cNvSpPr>
            <a:spLocks noGrp="1"/>
          </p:cNvSpPr>
          <p:nvPr>
            <p:ph type="body" idx="1"/>
          </p:nvPr>
        </p:nvSpPr>
        <p:spPr/>
        <p:txBody>
          <a:bodyPr/>
          <a:lstStyle/>
          <a:p>
            <a:r>
              <a:rPr lang="en-US" dirty="0"/>
              <a:t>In practice, converting while() to for() is possible, although tricky, up to two incremental possibility (using ternary operation).</a:t>
            </a:r>
          </a:p>
          <a:p>
            <a:endParaRPr lang="en-US" dirty="0"/>
          </a:p>
          <a:p>
            <a:r>
              <a:rPr lang="en-US" dirty="0"/>
              <a:t>If the structure of while is as follows:</a:t>
            </a:r>
          </a:p>
          <a:p>
            <a:r>
              <a:rPr lang="en-US" dirty="0"/>
              <a:t>input x</a:t>
            </a:r>
          </a:p>
          <a:p>
            <a:r>
              <a:rPr lang="en-US" dirty="0"/>
              <a:t>while( x &lt; 10){</a:t>
            </a:r>
            <a:br>
              <a:rPr lang="en-US" dirty="0"/>
            </a:br>
            <a:r>
              <a:rPr lang="en-US" dirty="0"/>
              <a:t>  //statements</a:t>
            </a:r>
          </a:p>
          <a:p>
            <a:r>
              <a:rPr lang="en-US" dirty="0"/>
              <a:t>  x += x%2 == 0? 3 : -1;</a:t>
            </a:r>
          </a:p>
          <a:p>
            <a:r>
              <a:rPr lang="en-US" dirty="0"/>
              <a:t>}</a:t>
            </a:r>
          </a:p>
          <a:p>
            <a:endParaRPr lang="en-US" dirty="0"/>
          </a:p>
          <a:p>
            <a:r>
              <a:rPr lang="en-US" dirty="0"/>
              <a:t>Then the conversion to for will be as follows:</a:t>
            </a:r>
          </a:p>
          <a:p>
            <a:r>
              <a:rPr lang="en-US" dirty="0"/>
              <a:t>input x</a:t>
            </a:r>
          </a:p>
          <a:p>
            <a:pPr marL="0" marR="0" lvl="0" indent="0" defTabSz="457200" eaLnBrk="1" fontAlgn="auto" latinLnBrk="0" hangingPunct="1">
              <a:lnSpc>
                <a:spcPct val="117999"/>
              </a:lnSpc>
              <a:spcBef>
                <a:spcPts val="0"/>
              </a:spcBef>
              <a:spcAft>
                <a:spcPts val="0"/>
              </a:spcAft>
              <a:buClrTx/>
              <a:buSzTx/>
              <a:buFontTx/>
              <a:buNone/>
              <a:tabLst/>
              <a:defRPr/>
            </a:pPr>
            <a:r>
              <a:rPr lang="en-US" dirty="0"/>
              <a:t>for(x ; x &lt; 10 ; x += x%2 == 0? 3 : -1){</a:t>
            </a:r>
          </a:p>
          <a:p>
            <a:pPr marL="0" marR="0" lvl="0" indent="0" defTabSz="457200" eaLnBrk="1" fontAlgn="auto" latinLnBrk="0" hangingPunct="1">
              <a:lnSpc>
                <a:spcPct val="117999"/>
              </a:lnSpc>
              <a:spcBef>
                <a:spcPts val="0"/>
              </a:spcBef>
              <a:spcAft>
                <a:spcPts val="0"/>
              </a:spcAft>
              <a:buClrTx/>
              <a:buSzTx/>
              <a:buFontTx/>
              <a:buNone/>
              <a:tabLst/>
              <a:defRPr/>
            </a:pPr>
            <a:r>
              <a:rPr lang="en-US" dirty="0"/>
              <a:t>  //statements</a:t>
            </a:r>
          </a:p>
          <a:p>
            <a:r>
              <a:rPr lang="en-US" dirty="0"/>
              <a:t>}</a:t>
            </a:r>
          </a:p>
          <a:p>
            <a:endParaRPr lang="en-US" dirty="0"/>
          </a:p>
          <a:p>
            <a:r>
              <a:rPr lang="en-US" dirty="0"/>
              <a:t>If there are more than two incremental values possible to execute, while possible, it’s better to leave the third parameter of for() empty and use if-else statement within the for-loop for better clarity.</a:t>
            </a:r>
          </a:p>
        </p:txBody>
      </p:sp>
    </p:spTree>
    <p:extLst>
      <p:ext uri="{BB962C8B-B14F-4D97-AF65-F5344CB8AC3E}">
        <p14:creationId xmlns:p14="http://schemas.microsoft.com/office/powerpoint/2010/main" val="13485066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0EF87-839D-1F61-6B48-EE43956B18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A1DADE-AF13-DD2E-0AF8-2BF2F8E9B9D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7B86AAC-E700-C3C1-E79B-802EEB9743A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324397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6132E-8214-7A5F-562C-BF4C95B046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CE1456-36BC-56BD-B267-F82BCA4B88F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70D95A2-8A1B-B66E-5762-1673CC553842}"/>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120228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0C8F4-FFBE-9C66-A9F8-4B99086D01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C976FA-5FDE-A291-0C9E-81F03B89E42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4BD5E31-6866-1556-E8C3-BBE3DA66E942}"/>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6885524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65F4E-AA1D-6D81-CA74-F8AEAEE775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775EAF-949C-4E5F-D944-AC661E6D56F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0FF3AE5-7FC0-C84A-19DB-3CE29381F21F}"/>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569568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A4BA0-373B-BD33-A869-111E0385F0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01726B-69F0-8694-8EE8-D2741A58755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9FA5525-63A5-4535-D79E-E213CB398FB9}"/>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7967940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svg"/><Relationship Id="rId7" Type="http://schemas.openxmlformats.org/officeDocument/2006/relationships/image" Target="../media/image5.png"/><Relationship Id="rId2" Type="http://schemas.openxmlformats.org/officeDocument/2006/relationships/image" Target="../media/image8.sv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1.svg"/><Relationship Id="rId4" Type="http://schemas.openxmlformats.org/officeDocument/2006/relationships/image" Target="../media/image10.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sv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sv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sv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7" y="758208"/>
            <a:ext cx="2698754" cy="1143002"/>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409412486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1" name="Content Placeholder 7">
            <a:extLst>
              <a:ext uri="{FF2B5EF4-FFF2-40B4-BE49-F238E27FC236}">
                <a16:creationId xmlns:a16="http://schemas.microsoft.com/office/drawing/2014/main" id="{CCD29839-25B4-3D48-8D8C-B1D859A74A9A}"/>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2CB39841-01E8-3B46-1169-9D75B18B74D3}"/>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2" name="Group">
            <a:extLst>
              <a:ext uri="{FF2B5EF4-FFF2-40B4-BE49-F238E27FC236}">
                <a16:creationId xmlns:a16="http://schemas.microsoft.com/office/drawing/2014/main" id="{AC8C371E-C0F6-4081-3D3F-D6E3528C4285}"/>
              </a:ext>
            </a:extLst>
          </p:cNvPr>
          <p:cNvGrpSpPr/>
          <p:nvPr userDrawn="1"/>
        </p:nvGrpSpPr>
        <p:grpSpPr>
          <a:xfrm>
            <a:off x="756659" y="-3867"/>
            <a:ext cx="2783909" cy="2014172"/>
            <a:chOff x="-2864397" y="0"/>
            <a:chExt cx="2783907" cy="2014171"/>
          </a:xfrm>
        </p:grpSpPr>
        <p:pic>
          <p:nvPicPr>
            <p:cNvPr id="4" name="Image" descr="Image">
              <a:extLst>
                <a:ext uri="{FF2B5EF4-FFF2-40B4-BE49-F238E27FC236}">
                  <a16:creationId xmlns:a16="http://schemas.microsoft.com/office/drawing/2014/main" id="{521B05C9-D576-5C9F-B6FD-5FB48D1A784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6" name="Image" descr="Image">
              <a:extLst>
                <a:ext uri="{FF2B5EF4-FFF2-40B4-BE49-F238E27FC236}">
                  <a16:creationId xmlns:a16="http://schemas.microsoft.com/office/drawing/2014/main" id="{BAAB4BAE-E916-72F8-967D-ECE287538CA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7" name="Image" descr="Image">
              <a:extLst>
                <a:ext uri="{FF2B5EF4-FFF2-40B4-BE49-F238E27FC236}">
                  <a16:creationId xmlns:a16="http://schemas.microsoft.com/office/drawing/2014/main" id="{4B27BB17-04E8-65DD-1C87-6ECA478DD2AB}"/>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902452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type 2">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F7BB76AE-A45C-1F43-9E7B-E96439A8D439}"/>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0" name="Rounded Rectangle">
            <a:extLst>
              <a:ext uri="{FF2B5EF4-FFF2-40B4-BE49-F238E27FC236}">
                <a16:creationId xmlns:a16="http://schemas.microsoft.com/office/drawing/2014/main" id="{2610CD5C-942F-BF48-875B-42FFCE146C9A}"/>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1060855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1201342" y="6754848"/>
            <a:ext cx="21971001" cy="1905001"/>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1206496" y="2574991"/>
            <a:ext cx="21971004" cy="3917819"/>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ID" dirty="0"/>
              <a:t>Title</a:t>
            </a:r>
            <a:endParaRPr dirty="0"/>
          </a:p>
        </p:txBody>
      </p:sp>
      <p:sp>
        <p:nvSpPr>
          <p:cNvPr id="2" name="Text Placeholder 2">
            <a:extLst>
              <a:ext uri="{FF2B5EF4-FFF2-40B4-BE49-F238E27FC236}">
                <a16:creationId xmlns:a16="http://schemas.microsoft.com/office/drawing/2014/main" id="{23DCB9E1-9FF7-C612-AB16-FF6707878307}"/>
              </a:ext>
            </a:extLst>
          </p:cNvPr>
          <p:cNvSpPr>
            <a:spLocks noGrp="1"/>
          </p:cNvSpPr>
          <p:nvPr>
            <p:ph type="body" sz="quarter" idx="11" hasCustomPrompt="1"/>
          </p:nvPr>
        </p:nvSpPr>
        <p:spPr>
          <a:xfrm>
            <a:off x="10058192" y="11538583"/>
            <a:ext cx="4212692" cy="74588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3" name="UNIVERSITAS BINA NUSANTARA">
            <a:extLst>
              <a:ext uri="{FF2B5EF4-FFF2-40B4-BE49-F238E27FC236}">
                <a16:creationId xmlns:a16="http://schemas.microsoft.com/office/drawing/2014/main" id="{76287026-42FF-418F-A536-8F52F4949E8D}"/>
              </a:ext>
            </a:extLst>
          </p:cNvPr>
          <p:cNvSpPr txBox="1"/>
          <p:nvPr userDrawn="1"/>
        </p:nvSpPr>
        <p:spPr>
          <a:xfrm>
            <a:off x="10058192" y="11100823"/>
            <a:ext cx="4212692" cy="3512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lang="en-US" sz="2800" dirty="0"/>
              <a:t>SUBJECT MATTER EXPERT</a:t>
            </a:r>
            <a:endParaRPr sz="2800" b="1" dirty="0"/>
          </a:p>
        </p:txBody>
      </p:sp>
      <p:pic>
        <p:nvPicPr>
          <p:cNvPr id="4" name="Picture 3">
            <a:extLst>
              <a:ext uri="{FF2B5EF4-FFF2-40B4-BE49-F238E27FC236}">
                <a16:creationId xmlns:a16="http://schemas.microsoft.com/office/drawing/2014/main" id="{22412E04-E7E5-6907-9DD0-CE975EF38391}"/>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1009028" y="758208"/>
            <a:ext cx="2698754" cy="1143002"/>
          </a:xfrm>
          <a:prstGeom prst="rect">
            <a:avLst/>
          </a:prstGeom>
        </p:spPr>
      </p:pic>
      <p:pic>
        <p:nvPicPr>
          <p:cNvPr id="5" name="Image" descr="Image">
            <a:extLst>
              <a:ext uri="{FF2B5EF4-FFF2-40B4-BE49-F238E27FC236}">
                <a16:creationId xmlns:a16="http://schemas.microsoft.com/office/drawing/2014/main" id="{926A66CA-CC36-3D53-1A6D-2BBE35B859D5}"/>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500318571"/>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x" preserve="1">
  <p:cSld name="Section type 1">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8C493109-42AD-F678-F34A-9DA73287D10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01451" y="758208"/>
            <a:ext cx="2698754" cy="1143002"/>
          </a:xfrm>
          <a:prstGeom prst="rect">
            <a:avLst/>
          </a:prstGeom>
        </p:spPr>
      </p:pic>
      <p:pic>
        <p:nvPicPr>
          <p:cNvPr id="3" name="Image" descr="Image">
            <a:extLst>
              <a:ext uri="{FF2B5EF4-FFF2-40B4-BE49-F238E27FC236}">
                <a16:creationId xmlns:a16="http://schemas.microsoft.com/office/drawing/2014/main" id="{B64D7030-BF7A-6737-0471-B16F6A5E9140}"/>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82620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Section type 2">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039E3D91-9575-7645-A4DA-1857555C3973}"/>
              </a:ext>
            </a:extLst>
          </p:cNvPr>
          <p:cNvSpPr/>
          <p:nvPr userDrawn="1"/>
        </p:nvSpPr>
        <p:spPr>
          <a:xfrm>
            <a:off x="0" y="0"/>
            <a:ext cx="24384000" cy="13716000"/>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t>Section Title</a:t>
            </a:r>
          </a:p>
        </p:txBody>
      </p:sp>
      <p:pic>
        <p:nvPicPr>
          <p:cNvPr id="4" name="Picture 3">
            <a:extLst>
              <a:ext uri="{FF2B5EF4-FFF2-40B4-BE49-F238E27FC236}">
                <a16:creationId xmlns:a16="http://schemas.microsoft.com/office/drawing/2014/main" id="{76F37568-0478-FF67-A2F0-B1647C1EC99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6" name="Image" descr="Image">
            <a:extLst>
              <a:ext uri="{FF2B5EF4-FFF2-40B4-BE49-F238E27FC236}">
                <a16:creationId xmlns:a16="http://schemas.microsoft.com/office/drawing/2014/main" id="{97B52BDB-6F34-5E38-95B5-002D2E4627E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18212086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Section type 3">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9B58D5CA-1AEF-754B-9F74-AE29F8DD61D5}"/>
              </a:ext>
            </a:extLst>
          </p:cNvPr>
          <p:cNvSpPr/>
          <p:nvPr userDrawn="1"/>
        </p:nvSpPr>
        <p:spPr>
          <a:xfrm>
            <a:off x="-1" y="0"/>
            <a:ext cx="24384001" cy="13716000"/>
          </a:xfrm>
          <a:prstGeom prst="rect">
            <a:avLst/>
          </a:prstGeom>
          <a:gradFill>
            <a:gsLst>
              <a:gs pos="0">
                <a:srgbClr val="F89620"/>
              </a:gs>
              <a:gs pos="100000">
                <a:srgbClr val="FFB03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F8174CAF-8FC8-EDAE-768D-30BF9014380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24" y="758208"/>
            <a:ext cx="2698754" cy="1143002"/>
          </a:xfrm>
          <a:prstGeom prst="rect">
            <a:avLst/>
          </a:prstGeom>
        </p:spPr>
      </p:pic>
      <p:pic>
        <p:nvPicPr>
          <p:cNvPr id="3" name="Image" descr="Image">
            <a:extLst>
              <a:ext uri="{FF2B5EF4-FFF2-40B4-BE49-F238E27FC236}">
                <a16:creationId xmlns:a16="http://schemas.microsoft.com/office/drawing/2014/main" id="{023E32AF-B055-2D80-60DC-AD951FFC6ECA}"/>
              </a:ext>
            </a:extLst>
          </p:cNvPr>
          <p:cNvPicPr>
            <a:picLocks noChangeAspect="1"/>
          </p:cNvPicPr>
          <p:nvPr userDrawn="1"/>
        </p:nvPicPr>
        <p:blipFill>
          <a:blip r:embed="rId4"/>
          <a:stretch>
            <a:fillRect/>
          </a:stretch>
        </p:blipFill>
        <p:spPr>
          <a:xfrm>
            <a:off x="766722" y="758207"/>
            <a:ext cx="1914972" cy="1143001"/>
          </a:xfrm>
          <a:prstGeom prst="rect">
            <a:avLst/>
          </a:prstGeom>
          <a:ln w="12700">
            <a:miter lim="400000"/>
          </a:ln>
        </p:spPr>
      </p:pic>
    </p:spTree>
    <p:extLst>
      <p:ext uri="{BB962C8B-B14F-4D97-AF65-F5344CB8AC3E}">
        <p14:creationId xmlns:p14="http://schemas.microsoft.com/office/powerpoint/2010/main" val="402990515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Section type 4">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D74DB4AE-0419-BC41-9D4A-DC2FB6ABAE92}"/>
              </a:ext>
            </a:extLst>
          </p:cNvPr>
          <p:cNvSpPr/>
          <p:nvPr userDrawn="1"/>
        </p:nvSpPr>
        <p:spPr>
          <a:xfrm>
            <a:off x="0" y="0"/>
            <a:ext cx="24384000" cy="13716000"/>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2" name="Picture 1">
            <a:extLst>
              <a:ext uri="{FF2B5EF4-FFF2-40B4-BE49-F238E27FC236}">
                <a16:creationId xmlns:a16="http://schemas.microsoft.com/office/drawing/2014/main" id="{2E3F9842-C644-B204-B6FB-F1DB2194706F}"/>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3" name="Image" descr="Image">
            <a:extLst>
              <a:ext uri="{FF2B5EF4-FFF2-40B4-BE49-F238E27FC236}">
                <a16:creationId xmlns:a16="http://schemas.microsoft.com/office/drawing/2014/main" id="{171C5759-0A99-760B-64A0-C6156603CACB}"/>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48888290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x" preserve="1">
  <p:cSld name="Section type 5">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5C668086-F712-8640-8B8D-2424E50E003F}"/>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4CFBCE66-A5E8-A158-9B31-BA9AFC1032C6}"/>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F25DF897-C0D1-81DA-05D2-9D6EC69E200F}"/>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120730222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x" preserve="1">
  <p:cSld name="Section type 6">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Rectangle">
            <a:extLst>
              <a:ext uri="{FF2B5EF4-FFF2-40B4-BE49-F238E27FC236}">
                <a16:creationId xmlns:a16="http://schemas.microsoft.com/office/drawing/2014/main" id="{B6B9E9EC-92F4-2943-BCEE-A17DD1A638A8}"/>
              </a:ext>
            </a:extLst>
          </p:cNvPr>
          <p:cNvSpPr/>
          <p:nvPr userDrawn="1"/>
        </p:nvSpPr>
        <p:spPr>
          <a:xfrm>
            <a:off x="-56844" y="-25400"/>
            <a:ext cx="24497688" cy="13766800"/>
          </a:xfrm>
          <a:prstGeom prst="rect">
            <a:avLst/>
          </a:prstGeom>
          <a:gradFill>
            <a:gsLst>
              <a:gs pos="0">
                <a:srgbClr val="315094"/>
              </a:gs>
              <a:gs pos="100000">
                <a:srgbClr val="293C6E"/>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643DC583-F6CD-401E-7E06-373CCF952400}"/>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B18B5FE2-77F7-8983-B96D-E39C876C98D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51268309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x" preserve="1">
  <p:cSld name="Section type 7">
    <p:spTree>
      <p:nvGrpSpPr>
        <p:cNvPr id="1" name=""/>
        <p:cNvGrpSpPr/>
        <p:nvPr/>
      </p:nvGrpSpPr>
      <p:grpSpPr>
        <a:xfrm>
          <a:off x="0" y="0"/>
          <a:ext cx="0" cy="0"/>
          <a:chOff x="0" y="0"/>
          <a:chExt cx="0" cy="0"/>
        </a:xfrm>
      </p:grpSpPr>
      <p:pic>
        <p:nvPicPr>
          <p:cNvPr id="5" name="BG Slide-01.jpg" descr="BG Slide-01.jpg">
            <a:extLst>
              <a:ext uri="{FF2B5EF4-FFF2-40B4-BE49-F238E27FC236}">
                <a16:creationId xmlns:a16="http://schemas.microsoft.com/office/drawing/2014/main" id="{4290823B-2698-F44F-82ED-3153CB051CA0}"/>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3B0134B8-92DD-5A47-83ED-ED2B1DC0A2FA}"/>
              </a:ext>
            </a:extLst>
          </p:cNvPr>
          <p:cNvSpPr/>
          <p:nvPr userDrawn="1"/>
        </p:nvSpPr>
        <p:spPr>
          <a:xfrm>
            <a:off x="-56844" y="-25400"/>
            <a:ext cx="24497688" cy="13766800"/>
          </a:xfrm>
          <a:prstGeom prst="rect">
            <a:avLst/>
          </a:prstGeom>
          <a:gradFill>
            <a:gsLst>
              <a:gs pos="0">
                <a:srgbClr val="797979"/>
              </a:gs>
              <a:gs pos="100000">
                <a:srgbClr val="A9A9A9"/>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71" name="Section Title"/>
          <p:cNvSpPr txBox="1">
            <a:spLocks noGrp="1"/>
          </p:cNvSpPr>
          <p:nvPr>
            <p:ph type="title" hasCustomPrompt="1"/>
          </p:nvPr>
        </p:nvSpPr>
        <p:spPr>
          <a:xfrm>
            <a:off x="1206496" y="4533900"/>
            <a:ext cx="21971004" cy="4648200"/>
          </a:xfrm>
          <a:prstGeom prst="rect">
            <a:avLst/>
          </a:prstGeom>
        </p:spPr>
        <p:txBody>
          <a:bodyPr anchor="ctr"/>
          <a:lstStyle>
            <a:lvl1pPr algn="ctr">
              <a:defRPr kumimoji="0" sz="10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dirty="0"/>
              <a:t>Section Title</a:t>
            </a:r>
          </a:p>
        </p:txBody>
      </p:sp>
      <p:pic>
        <p:nvPicPr>
          <p:cNvPr id="3" name="Picture 2">
            <a:extLst>
              <a:ext uri="{FF2B5EF4-FFF2-40B4-BE49-F238E27FC236}">
                <a16:creationId xmlns:a16="http://schemas.microsoft.com/office/drawing/2014/main" id="{7353EC82-39FF-16C4-642C-2070D4989D3B}"/>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79D2E17-CD2E-3750-65DE-315E0C44F517}"/>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3579463584"/>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ontent type 1">
    <p:spTree>
      <p:nvGrpSpPr>
        <p:cNvPr id="1" name=""/>
        <p:cNvGrpSpPr/>
        <p:nvPr/>
      </p:nvGrpSpPr>
      <p:grpSpPr>
        <a:xfrm>
          <a:off x="0" y="0"/>
          <a:ext cx="0" cy="0"/>
          <a:chOff x="0" y="0"/>
          <a:chExt cx="0" cy="0"/>
        </a:xfrm>
      </p:grpSpPr>
      <p:sp>
        <p:nvSpPr>
          <p:cNvPr id="10" name="Rectangle">
            <a:extLst>
              <a:ext uri="{FF2B5EF4-FFF2-40B4-BE49-F238E27FC236}">
                <a16:creationId xmlns:a16="http://schemas.microsoft.com/office/drawing/2014/main" id="{0CE21BA8-841F-EE46-90AB-358900DBBA45}"/>
              </a:ext>
            </a:extLst>
          </p:cNvPr>
          <p:cNvSpPr/>
          <p:nvPr userDrawn="1"/>
        </p:nvSpPr>
        <p:spPr>
          <a:xfrm>
            <a:off x="0" y="2363008"/>
            <a:ext cx="24384000" cy="11436178"/>
          </a:xfrm>
          <a:prstGeom prst="rect">
            <a:avLst/>
          </a:prstGeom>
          <a:solidFill>
            <a:srgbClr val="EBEBEB"/>
          </a:soli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21" name="Rounded Rectangle 20">
            <a:extLst>
              <a:ext uri="{FF2B5EF4-FFF2-40B4-BE49-F238E27FC236}">
                <a16:creationId xmlns:a16="http://schemas.microsoft.com/office/drawing/2014/main" id="{86AB40C6-E41E-9F54-5391-1B969D0CD911}"/>
              </a:ext>
            </a:extLst>
          </p:cNvPr>
          <p:cNvSpPr/>
          <p:nvPr userDrawn="1"/>
        </p:nvSpPr>
        <p:spPr>
          <a:xfrm>
            <a:off x="6181816" y="4686855"/>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4" name="Rounded Rectangle 13">
            <a:extLst>
              <a:ext uri="{FF2B5EF4-FFF2-40B4-BE49-F238E27FC236}">
                <a16:creationId xmlns:a16="http://schemas.microsoft.com/office/drawing/2014/main" id="{080221CE-1DAF-B881-9928-5F7152658A68}"/>
              </a:ext>
            </a:extLst>
          </p:cNvPr>
          <p:cNvSpPr/>
          <p:nvPr userDrawn="1"/>
        </p:nvSpPr>
        <p:spPr>
          <a:xfrm>
            <a:off x="2167377" y="4686855"/>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6" name="Text Placeholder 5">
            <a:extLst>
              <a:ext uri="{FF2B5EF4-FFF2-40B4-BE49-F238E27FC236}">
                <a16:creationId xmlns:a16="http://schemas.microsoft.com/office/drawing/2014/main" id="{769ADC5F-7856-93FC-73B6-D0FD6CF171F7}"/>
              </a:ext>
            </a:extLst>
          </p:cNvPr>
          <p:cNvSpPr>
            <a:spLocks noGrp="1"/>
          </p:cNvSpPr>
          <p:nvPr>
            <p:ph type="body" sz="quarter" idx="15"/>
          </p:nvPr>
        </p:nvSpPr>
        <p:spPr>
          <a:xfrm>
            <a:off x="7051814" y="4995800"/>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9" name="Text Placeholder 5">
            <a:extLst>
              <a:ext uri="{FF2B5EF4-FFF2-40B4-BE49-F238E27FC236}">
                <a16:creationId xmlns:a16="http://schemas.microsoft.com/office/drawing/2014/main" id="{00A99FD3-8026-DED8-6415-E6F86A722F09}"/>
              </a:ext>
            </a:extLst>
          </p:cNvPr>
          <p:cNvSpPr>
            <a:spLocks noGrp="1"/>
          </p:cNvSpPr>
          <p:nvPr>
            <p:ph type="body" sz="quarter" idx="18" hasCustomPrompt="1"/>
          </p:nvPr>
        </p:nvSpPr>
        <p:spPr>
          <a:xfrm>
            <a:off x="2754063" y="4995800"/>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5" name="Rounded Rectangle 4">
            <a:extLst>
              <a:ext uri="{FF2B5EF4-FFF2-40B4-BE49-F238E27FC236}">
                <a16:creationId xmlns:a16="http://schemas.microsoft.com/office/drawing/2014/main" id="{E247E1DC-6698-D91F-6E0F-EE6AA5A0EE44}"/>
              </a:ext>
            </a:extLst>
          </p:cNvPr>
          <p:cNvSpPr/>
          <p:nvPr userDrawn="1"/>
        </p:nvSpPr>
        <p:spPr>
          <a:xfrm>
            <a:off x="6181816" y="7440664"/>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6" name="Rounded Rectangle 5">
            <a:extLst>
              <a:ext uri="{FF2B5EF4-FFF2-40B4-BE49-F238E27FC236}">
                <a16:creationId xmlns:a16="http://schemas.microsoft.com/office/drawing/2014/main" id="{E4546BDD-E691-E2BA-47E5-B549A7229C89}"/>
              </a:ext>
            </a:extLst>
          </p:cNvPr>
          <p:cNvSpPr/>
          <p:nvPr userDrawn="1"/>
        </p:nvSpPr>
        <p:spPr>
          <a:xfrm>
            <a:off x="2167377" y="7440664"/>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Text Placeholder 5">
            <a:extLst>
              <a:ext uri="{FF2B5EF4-FFF2-40B4-BE49-F238E27FC236}">
                <a16:creationId xmlns:a16="http://schemas.microsoft.com/office/drawing/2014/main" id="{260AF2BE-EDAA-B7C2-8580-AB1ACF70EF35}"/>
              </a:ext>
            </a:extLst>
          </p:cNvPr>
          <p:cNvSpPr>
            <a:spLocks noGrp="1"/>
          </p:cNvSpPr>
          <p:nvPr>
            <p:ph type="body" sz="quarter" idx="19"/>
          </p:nvPr>
        </p:nvSpPr>
        <p:spPr>
          <a:xfrm>
            <a:off x="7051814" y="7749609"/>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9" name="Text Placeholder 5">
            <a:extLst>
              <a:ext uri="{FF2B5EF4-FFF2-40B4-BE49-F238E27FC236}">
                <a16:creationId xmlns:a16="http://schemas.microsoft.com/office/drawing/2014/main" id="{0EC36AFE-3A01-B3EC-7E28-B8F97B900365}"/>
              </a:ext>
            </a:extLst>
          </p:cNvPr>
          <p:cNvSpPr>
            <a:spLocks noGrp="1"/>
          </p:cNvSpPr>
          <p:nvPr>
            <p:ph type="body" sz="quarter" idx="20" hasCustomPrompt="1"/>
          </p:nvPr>
        </p:nvSpPr>
        <p:spPr>
          <a:xfrm>
            <a:off x="2754063" y="7749609"/>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1" name="Rounded Rectangle 10">
            <a:extLst>
              <a:ext uri="{FF2B5EF4-FFF2-40B4-BE49-F238E27FC236}">
                <a16:creationId xmlns:a16="http://schemas.microsoft.com/office/drawing/2014/main" id="{CE84B4FD-950C-7E7E-B32E-0106A01D53C4}"/>
              </a:ext>
            </a:extLst>
          </p:cNvPr>
          <p:cNvSpPr/>
          <p:nvPr userDrawn="1"/>
        </p:nvSpPr>
        <p:spPr>
          <a:xfrm>
            <a:off x="6181816" y="10194473"/>
            <a:ext cx="15362340" cy="1800000"/>
          </a:xfrm>
          <a:prstGeom prst="roundRect">
            <a:avLst/>
          </a:prstGeom>
          <a:solidFill>
            <a:schemeClr val="tx1">
              <a:lumMod val="40000"/>
              <a:lumOff val="6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2" name="Rounded Rectangle 11">
            <a:extLst>
              <a:ext uri="{FF2B5EF4-FFF2-40B4-BE49-F238E27FC236}">
                <a16:creationId xmlns:a16="http://schemas.microsoft.com/office/drawing/2014/main" id="{3B266147-1D67-88E4-9FE7-F833346E464A}"/>
              </a:ext>
            </a:extLst>
          </p:cNvPr>
          <p:cNvSpPr/>
          <p:nvPr userDrawn="1"/>
        </p:nvSpPr>
        <p:spPr>
          <a:xfrm>
            <a:off x="2167377" y="10194473"/>
            <a:ext cx="4545657" cy="1800000"/>
          </a:xfrm>
          <a:prstGeom prst="roundRect">
            <a:avLst/>
          </a:prstGeom>
          <a:solidFill>
            <a:schemeClr val="accent1">
              <a:lumMod val="7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5" name="Text Placeholder 5">
            <a:extLst>
              <a:ext uri="{FF2B5EF4-FFF2-40B4-BE49-F238E27FC236}">
                <a16:creationId xmlns:a16="http://schemas.microsoft.com/office/drawing/2014/main" id="{6248EF39-489B-0AB6-1C39-97964F6585CC}"/>
              </a:ext>
            </a:extLst>
          </p:cNvPr>
          <p:cNvSpPr>
            <a:spLocks noGrp="1"/>
          </p:cNvSpPr>
          <p:nvPr>
            <p:ph type="body" sz="quarter" idx="21"/>
          </p:nvPr>
        </p:nvSpPr>
        <p:spPr>
          <a:xfrm>
            <a:off x="7051814" y="10503418"/>
            <a:ext cx="13796177" cy="1204225"/>
          </a:xfrm>
        </p:spPr>
        <p:txBody>
          <a:bodyPr>
            <a:noAutofit/>
          </a:bodyPr>
          <a:lstStyle>
            <a:lvl1pPr marL="0" indent="0">
              <a:buNone/>
              <a:defRPr kumimoji="0" lang="en-US" sz="24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6" name="Text Placeholder 5">
            <a:extLst>
              <a:ext uri="{FF2B5EF4-FFF2-40B4-BE49-F238E27FC236}">
                <a16:creationId xmlns:a16="http://schemas.microsoft.com/office/drawing/2014/main" id="{E37917F2-61C0-8B23-0D87-2AA3EEB8377A}"/>
              </a:ext>
            </a:extLst>
          </p:cNvPr>
          <p:cNvSpPr>
            <a:spLocks noGrp="1"/>
          </p:cNvSpPr>
          <p:nvPr>
            <p:ph type="body" sz="quarter" idx="22" hasCustomPrompt="1"/>
          </p:nvPr>
        </p:nvSpPr>
        <p:spPr>
          <a:xfrm>
            <a:off x="2754063" y="10503418"/>
            <a:ext cx="3372284" cy="1204225"/>
          </a:xfrm>
        </p:spPr>
        <p:txBody>
          <a:bodyPr>
            <a:noAutofit/>
          </a:bodyPr>
          <a:lstStyle>
            <a:lvl1pPr marL="0" indent="0">
              <a:buNone/>
              <a:defRPr kumimoji="0" lang="en-US" sz="28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dirty="0"/>
              <a:t>CLICK TO ADD TEXT</a:t>
            </a:r>
          </a:p>
        </p:txBody>
      </p:sp>
      <p:sp>
        <p:nvSpPr>
          <p:cNvPr id="17" name="Title 2">
            <a:extLst>
              <a:ext uri="{FF2B5EF4-FFF2-40B4-BE49-F238E27FC236}">
                <a16:creationId xmlns:a16="http://schemas.microsoft.com/office/drawing/2014/main" id="{3F0C4EB7-81AE-6D10-33F3-83A99AC2F3BA}"/>
              </a:ext>
            </a:extLst>
          </p:cNvPr>
          <p:cNvSpPr>
            <a:spLocks noGrp="1"/>
          </p:cNvSpPr>
          <p:nvPr>
            <p:ph type="title" hasCustomPrompt="1"/>
          </p:nvPr>
        </p:nvSpPr>
        <p:spPr>
          <a:xfrm>
            <a:off x="2167377" y="1872058"/>
            <a:ext cx="14715569" cy="510281"/>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8" name="Text Placeholder 4">
            <a:extLst>
              <a:ext uri="{FF2B5EF4-FFF2-40B4-BE49-F238E27FC236}">
                <a16:creationId xmlns:a16="http://schemas.microsoft.com/office/drawing/2014/main" id="{043113C8-679B-440C-38CF-27CC1A6FF3A6}"/>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rgbClr val="424242"/>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pic>
        <p:nvPicPr>
          <p:cNvPr id="3" name="Picture 2">
            <a:extLst>
              <a:ext uri="{FF2B5EF4-FFF2-40B4-BE49-F238E27FC236}">
                <a16:creationId xmlns:a16="http://schemas.microsoft.com/office/drawing/2014/main" id="{18947DDD-26C7-6643-F78E-7D846EE6166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4" name="Group">
            <a:extLst>
              <a:ext uri="{FF2B5EF4-FFF2-40B4-BE49-F238E27FC236}">
                <a16:creationId xmlns:a16="http://schemas.microsoft.com/office/drawing/2014/main" id="{7ECEA5DF-6E18-3A6E-8D5B-83F815F6641C}"/>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7091168A-CF21-90B0-E317-4D5837F6741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3" name="Image" descr="Image">
              <a:extLst>
                <a:ext uri="{FF2B5EF4-FFF2-40B4-BE49-F238E27FC236}">
                  <a16:creationId xmlns:a16="http://schemas.microsoft.com/office/drawing/2014/main" id="{66F1D347-8887-50E1-404D-81CA8EA95453}"/>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9" name="Image" descr="Image">
              <a:extLst>
                <a:ext uri="{FF2B5EF4-FFF2-40B4-BE49-F238E27FC236}">
                  <a16:creationId xmlns:a16="http://schemas.microsoft.com/office/drawing/2014/main" id="{31815DE4-517D-1DFD-DEB0-EFAEBDA0E36C}"/>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99810271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type 3">
    <p:spTree>
      <p:nvGrpSpPr>
        <p:cNvPr id="1" name=""/>
        <p:cNvGrpSpPr/>
        <p:nvPr/>
      </p:nvGrpSpPr>
      <p:grpSpPr>
        <a:xfrm>
          <a:off x="0" y="0"/>
          <a:ext cx="0" cy="0"/>
          <a:chOff x="0" y="0"/>
          <a:chExt cx="0" cy="0"/>
        </a:xfrm>
      </p:grpSpPr>
      <p:sp>
        <p:nvSpPr>
          <p:cNvPr id="99" name="Rectangle">
            <a:extLst>
              <a:ext uri="{FF2B5EF4-FFF2-40B4-BE49-F238E27FC236}">
                <a16:creationId xmlns:a16="http://schemas.microsoft.com/office/drawing/2014/main" id="{5B500D99-BCA8-5A47-AC2D-7A5DFB585C9A}"/>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04" name="Content Placeholder 7">
            <a:extLst>
              <a:ext uri="{FF2B5EF4-FFF2-40B4-BE49-F238E27FC236}">
                <a16:creationId xmlns:a16="http://schemas.microsoft.com/office/drawing/2014/main" id="{A238D5AC-1068-5240-9AFA-91BA1250D945}"/>
              </a:ext>
            </a:extLst>
          </p:cNvPr>
          <p:cNvSpPr>
            <a:spLocks noGrp="1"/>
          </p:cNvSpPr>
          <p:nvPr>
            <p:ph sz="quarter" idx="11"/>
          </p:nvPr>
        </p:nvSpPr>
        <p:spPr>
          <a:xfrm>
            <a:off x="5486930" y="5334432"/>
            <a:ext cx="13714940" cy="4522264"/>
          </a:xfrm>
        </p:spPr>
        <p:txBody>
          <a:bodyPr>
            <a:normAutofit/>
          </a:bodyPr>
          <a:lstStyle>
            <a:lvl1pPr marL="266700" indent="-2667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890588" indent="-280988">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2pPr>
            <a:lvl3pPr marL="1470025" indent="-250825">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3pPr>
            <a:lvl4pPr marL="2138363" indent="-309563">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4pPr>
            <a:lvl5pPr marL="2717800" indent="-279400">
              <a:lnSpc>
                <a:spcPct val="100000"/>
              </a:lnSpc>
              <a:tabLst/>
              <a:defRPr kumimoji="0" lang="en-US" sz="2600" b="0" i="0" u="none" strike="noStrike" cap="none" spc="0" normalizeH="0" baseline="0">
                <a:ln>
                  <a:noFill/>
                </a:ln>
                <a:solidFill>
                  <a:schemeClr val="bg1"/>
                </a:solidFill>
                <a:effectLst/>
                <a:uFillTx/>
                <a:latin typeface="Open Sans Light"/>
                <a:ea typeface="Open Sans Light"/>
                <a:cs typeface="Open Sans Light"/>
                <a:sym typeface="Helvetica Neu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a:extLst>
              <a:ext uri="{FF2B5EF4-FFF2-40B4-BE49-F238E27FC236}">
                <a16:creationId xmlns:a16="http://schemas.microsoft.com/office/drawing/2014/main" id="{4DA99AE5-3E66-BB3F-4028-3D48CC999F27}"/>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394FDA65-5E81-1098-0941-1FB18BED14DD}"/>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38BA09D8-F8B2-19A8-B70A-1A73ACE241C6}"/>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C8189981-CA8D-3F41-4C71-452D07E52915}"/>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F2CA1978-1D7F-9FBC-1610-A6CA7FFAA5B4}"/>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413405103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D2A636C9-947E-150D-EB07-22919761FA60}"/>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16737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9405342"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16643307" y="9337350"/>
            <a:ext cx="4759266" cy="2315506"/>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Picture Placeholder 3">
            <a:extLst>
              <a:ext uri="{FF2B5EF4-FFF2-40B4-BE49-F238E27FC236}">
                <a16:creationId xmlns:a16="http://schemas.microsoft.com/office/drawing/2014/main" id="{3A552A97-F867-374E-B40D-BD84D808047E}"/>
              </a:ext>
            </a:extLst>
          </p:cNvPr>
          <p:cNvSpPr>
            <a:spLocks noGrp="1"/>
          </p:cNvSpPr>
          <p:nvPr>
            <p:ph type="pic" sz="quarter" idx="11"/>
          </p:nvPr>
        </p:nvSpPr>
        <p:spPr>
          <a:xfrm>
            <a:off x="2167377"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29" name="Picture Placeholder 3">
            <a:extLst>
              <a:ext uri="{FF2B5EF4-FFF2-40B4-BE49-F238E27FC236}">
                <a16:creationId xmlns:a16="http://schemas.microsoft.com/office/drawing/2014/main" id="{DB283EA2-01A0-334D-8038-2E3190C1B2B9}"/>
              </a:ext>
            </a:extLst>
          </p:cNvPr>
          <p:cNvSpPr>
            <a:spLocks noGrp="1"/>
          </p:cNvSpPr>
          <p:nvPr>
            <p:ph type="pic" sz="quarter" idx="12"/>
          </p:nvPr>
        </p:nvSpPr>
        <p:spPr>
          <a:xfrm>
            <a:off x="9405342" y="4297293"/>
            <a:ext cx="4759266" cy="4172342"/>
          </a:xfrm>
        </p:spPr>
        <p:txBody>
          <a:bodyPr/>
          <a:lstStyle>
            <a:lvl1pPr marL="0" indent="0">
              <a:buNone/>
              <a:defRPr>
                <a:solidFill>
                  <a:schemeClr val="bg1"/>
                </a:solidFill>
              </a:defRPr>
            </a:lvl1pPr>
          </a:lstStyle>
          <a:p>
            <a:r>
              <a:rPr lang="en-US"/>
              <a:t>Click icon to add picture</a:t>
            </a:r>
            <a:endParaRPr lang="en-US" dirty="0"/>
          </a:p>
        </p:txBody>
      </p:sp>
      <p:sp>
        <p:nvSpPr>
          <p:cNvPr id="30" name="Picture Placeholder 3">
            <a:extLst>
              <a:ext uri="{FF2B5EF4-FFF2-40B4-BE49-F238E27FC236}">
                <a16:creationId xmlns:a16="http://schemas.microsoft.com/office/drawing/2014/main" id="{B5710E30-F50B-2E47-A284-AB9A73F6AB8F}"/>
              </a:ext>
            </a:extLst>
          </p:cNvPr>
          <p:cNvSpPr>
            <a:spLocks noGrp="1"/>
          </p:cNvSpPr>
          <p:nvPr>
            <p:ph type="pic" sz="quarter" idx="13"/>
          </p:nvPr>
        </p:nvSpPr>
        <p:spPr>
          <a:xfrm>
            <a:off x="16643307" y="4297293"/>
            <a:ext cx="4759266" cy="4172342"/>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80B8984F-75C1-9D5B-FF38-2151D7714128}"/>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4440FB6-864F-EC32-9C12-F5781DD839A1}"/>
              </a:ext>
            </a:extLst>
          </p:cNvPr>
          <p:cNvGrpSpPr/>
          <p:nvPr userDrawn="1"/>
        </p:nvGrpSpPr>
        <p:grpSpPr>
          <a:xfrm>
            <a:off x="756659" y="-3867"/>
            <a:ext cx="2783909" cy="2014172"/>
            <a:chOff x="-2864397" y="0"/>
            <a:chExt cx="2783907" cy="2014171"/>
          </a:xfrm>
        </p:grpSpPr>
        <p:pic>
          <p:nvPicPr>
            <p:cNvPr id="7" name="Image" descr="Image">
              <a:extLst>
                <a:ext uri="{FF2B5EF4-FFF2-40B4-BE49-F238E27FC236}">
                  <a16:creationId xmlns:a16="http://schemas.microsoft.com/office/drawing/2014/main" id="{FD2AEEAF-7ADA-0233-2FB3-A724EEF0325B}"/>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8" name="Image" descr="Image">
              <a:extLst>
                <a:ext uri="{FF2B5EF4-FFF2-40B4-BE49-F238E27FC236}">
                  <a16:creationId xmlns:a16="http://schemas.microsoft.com/office/drawing/2014/main" id="{27230D68-4A71-B42E-9C59-8EFE95EE533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9" name="Image" descr="Image">
              <a:extLst>
                <a:ext uri="{FF2B5EF4-FFF2-40B4-BE49-F238E27FC236}">
                  <a16:creationId xmlns:a16="http://schemas.microsoft.com/office/drawing/2014/main" id="{6FA4D137-12D3-04A4-6F7D-A965125F654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50518920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ntent type 4">
    <p:spTree>
      <p:nvGrpSpPr>
        <p:cNvPr id="1" name=""/>
        <p:cNvGrpSpPr/>
        <p:nvPr/>
      </p:nvGrpSpPr>
      <p:grpSpPr>
        <a:xfrm>
          <a:off x="0" y="0"/>
          <a:ext cx="0" cy="0"/>
          <a:chOff x="0" y="0"/>
          <a:chExt cx="0" cy="0"/>
        </a:xfrm>
      </p:grpSpPr>
      <p:sp>
        <p:nvSpPr>
          <p:cNvPr id="5" name="Rectangle">
            <a:extLst>
              <a:ext uri="{FF2B5EF4-FFF2-40B4-BE49-F238E27FC236}">
                <a16:creationId xmlns:a16="http://schemas.microsoft.com/office/drawing/2014/main" id="{3A325C97-8FC1-69A4-76A6-9BFCCE62D08F}"/>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ight Arrow 3">
            <a:extLst>
              <a:ext uri="{FF2B5EF4-FFF2-40B4-BE49-F238E27FC236}">
                <a16:creationId xmlns:a16="http://schemas.microsoft.com/office/drawing/2014/main" id="{8F28C692-0EE9-7D99-17B4-3313049F0A01}"/>
              </a:ext>
            </a:extLst>
          </p:cNvPr>
          <p:cNvSpPr/>
          <p:nvPr userDrawn="1"/>
        </p:nvSpPr>
        <p:spPr>
          <a:xfrm>
            <a:off x="7398337"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 name="Rounded Rectangle 1">
            <a:extLst>
              <a:ext uri="{FF2B5EF4-FFF2-40B4-BE49-F238E27FC236}">
                <a16:creationId xmlns:a16="http://schemas.microsoft.com/office/drawing/2014/main" id="{01B89336-F494-2062-ED79-0A44623AD4C4}"/>
              </a:ext>
            </a:extLst>
          </p:cNvPr>
          <p:cNvSpPr/>
          <p:nvPr userDrawn="1"/>
        </p:nvSpPr>
        <p:spPr>
          <a:xfrm>
            <a:off x="2167377"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2594247"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7" name="Rounded Rectangle 16">
            <a:extLst>
              <a:ext uri="{FF2B5EF4-FFF2-40B4-BE49-F238E27FC236}">
                <a16:creationId xmlns:a16="http://schemas.microsoft.com/office/drawing/2014/main" id="{651AEE51-4476-0347-EE71-4727AC7D90CC}"/>
              </a:ext>
            </a:extLst>
          </p:cNvPr>
          <p:cNvSpPr/>
          <p:nvPr userDrawn="1"/>
        </p:nvSpPr>
        <p:spPr>
          <a:xfrm>
            <a:off x="9278138"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C8DF8073-7CBE-78F8-385D-33EC70507F81}"/>
              </a:ext>
            </a:extLst>
          </p:cNvPr>
          <p:cNvSpPr/>
          <p:nvPr userDrawn="1"/>
        </p:nvSpPr>
        <p:spPr>
          <a:xfrm>
            <a:off x="16388899" y="5155107"/>
            <a:ext cx="4924799" cy="4320000"/>
          </a:xfrm>
          <a:prstGeom prst="roundRect">
            <a:avLst>
              <a:gd name="adj" fmla="val 7112"/>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3" name="Text Placeholder 5">
            <a:extLst>
              <a:ext uri="{FF2B5EF4-FFF2-40B4-BE49-F238E27FC236}">
                <a16:creationId xmlns:a16="http://schemas.microsoft.com/office/drawing/2014/main" id="{5D06E93C-E9EF-DAD7-BDE3-8DDAB05CDF90}"/>
              </a:ext>
            </a:extLst>
          </p:cNvPr>
          <p:cNvSpPr>
            <a:spLocks noGrp="1"/>
          </p:cNvSpPr>
          <p:nvPr>
            <p:ph type="body" sz="quarter" idx="15"/>
          </p:nvPr>
        </p:nvSpPr>
        <p:spPr>
          <a:xfrm>
            <a:off x="9719708"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4" name="Text Placeholder 5">
            <a:extLst>
              <a:ext uri="{FF2B5EF4-FFF2-40B4-BE49-F238E27FC236}">
                <a16:creationId xmlns:a16="http://schemas.microsoft.com/office/drawing/2014/main" id="{AB64C3FA-E7EC-73CE-DEC9-E0D1DACCC92F}"/>
              </a:ext>
            </a:extLst>
          </p:cNvPr>
          <p:cNvSpPr>
            <a:spLocks noGrp="1"/>
          </p:cNvSpPr>
          <p:nvPr>
            <p:ph type="body" sz="quarter" idx="16"/>
          </p:nvPr>
        </p:nvSpPr>
        <p:spPr>
          <a:xfrm>
            <a:off x="16882946" y="5701845"/>
            <a:ext cx="3895763" cy="3300760"/>
          </a:xfrm>
        </p:spPr>
        <p:txBody>
          <a:bodyPr>
            <a:noAutofit/>
          </a:bodyPr>
          <a:lstStyle>
            <a:lvl1pPr marL="0" indent="0">
              <a:buNone/>
              <a:defRPr kumimoji="0" lang="en-US" sz="3200" b="0" i="0" u="none" strike="noStrike" cap="none" spc="0" normalizeH="0" baseline="0">
                <a:ln>
                  <a:noFill/>
                </a:ln>
                <a:solidFill>
                  <a:schemeClr val="accent1">
                    <a:lumMod val="50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1" name="Text Placeholder 5">
            <a:extLst>
              <a:ext uri="{FF2B5EF4-FFF2-40B4-BE49-F238E27FC236}">
                <a16:creationId xmlns:a16="http://schemas.microsoft.com/office/drawing/2014/main" id="{1B745795-7EE3-42BF-EDBE-49D4FAD835F5}"/>
              </a:ext>
            </a:extLst>
          </p:cNvPr>
          <p:cNvSpPr>
            <a:spLocks noGrp="1"/>
          </p:cNvSpPr>
          <p:nvPr>
            <p:ph type="body" sz="quarter" idx="17"/>
          </p:nvPr>
        </p:nvSpPr>
        <p:spPr>
          <a:xfrm>
            <a:off x="2349891" y="10445295"/>
            <a:ext cx="19038148" cy="1701954"/>
          </a:xfrm>
        </p:spPr>
        <p:txBody>
          <a:bodyPr>
            <a:noAutofit/>
          </a:bodyPr>
          <a:lstStyle>
            <a:lvl1pPr marL="0" indent="0">
              <a:buNone/>
              <a:defRPr kumimoji="0" lang="en-US" sz="2800" b="0" i="0" u="none" strike="noStrike" cap="none" spc="0" normalizeH="0" baseline="0">
                <a:ln>
                  <a:noFill/>
                </a:ln>
                <a:solidFill>
                  <a:schemeClr val="bg1"/>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Right Arrow 32">
            <a:extLst>
              <a:ext uri="{FF2B5EF4-FFF2-40B4-BE49-F238E27FC236}">
                <a16:creationId xmlns:a16="http://schemas.microsoft.com/office/drawing/2014/main" id="{0AE76436-839B-BF36-E19E-893653562EA3}"/>
              </a:ext>
            </a:extLst>
          </p:cNvPr>
          <p:cNvSpPr/>
          <p:nvPr userDrawn="1"/>
        </p:nvSpPr>
        <p:spPr>
          <a:xfrm>
            <a:off x="14509098" y="6690612"/>
            <a:ext cx="1573640" cy="1182013"/>
          </a:xfrm>
          <a:prstGeom prst="rightArrow">
            <a:avLst/>
          </a:prstGeom>
          <a:solidFill>
            <a:schemeClr val="accent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8" name="Oval 7">
            <a:extLst>
              <a:ext uri="{FF2B5EF4-FFF2-40B4-BE49-F238E27FC236}">
                <a16:creationId xmlns:a16="http://schemas.microsoft.com/office/drawing/2014/main" id="{DCFF0438-821D-3C18-6D61-1BD73A4DC167}"/>
              </a:ext>
            </a:extLst>
          </p:cNvPr>
          <p:cNvSpPr/>
          <p:nvPr userDrawn="1"/>
        </p:nvSpPr>
        <p:spPr>
          <a:xfrm>
            <a:off x="4241849"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1</a:t>
            </a:r>
          </a:p>
        </p:txBody>
      </p:sp>
      <p:sp>
        <p:nvSpPr>
          <p:cNvPr id="10" name="Oval 9">
            <a:extLst>
              <a:ext uri="{FF2B5EF4-FFF2-40B4-BE49-F238E27FC236}">
                <a16:creationId xmlns:a16="http://schemas.microsoft.com/office/drawing/2014/main" id="{1BC35716-81E4-A54F-3272-89DAA37CF79D}"/>
              </a:ext>
            </a:extLst>
          </p:cNvPr>
          <p:cNvSpPr/>
          <p:nvPr userDrawn="1"/>
        </p:nvSpPr>
        <p:spPr>
          <a:xfrm>
            <a:off x="11279661"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2</a:t>
            </a:r>
          </a:p>
        </p:txBody>
      </p:sp>
      <p:sp>
        <p:nvSpPr>
          <p:cNvPr id="14" name="Oval 13">
            <a:extLst>
              <a:ext uri="{FF2B5EF4-FFF2-40B4-BE49-F238E27FC236}">
                <a16:creationId xmlns:a16="http://schemas.microsoft.com/office/drawing/2014/main" id="{6D587B62-738C-1BE8-E775-FC6EC9D2556E}"/>
              </a:ext>
            </a:extLst>
          </p:cNvPr>
          <p:cNvSpPr/>
          <p:nvPr userDrawn="1"/>
        </p:nvSpPr>
        <p:spPr>
          <a:xfrm>
            <a:off x="18463370" y="4015089"/>
            <a:ext cx="775855" cy="836732"/>
          </a:xfrm>
          <a:prstGeom prst="ellipse">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solidFill>
                <a:effectLst/>
                <a:uFillTx/>
                <a:latin typeface="Open Sans Light" pitchFamily="2" charset="0"/>
                <a:ea typeface="Open Sans Light" pitchFamily="2" charset="0"/>
                <a:cs typeface="Open Sans Light" pitchFamily="2" charset="0"/>
                <a:sym typeface="Helvetica Neue Medium"/>
              </a:rPr>
              <a:t>3</a:t>
            </a:r>
          </a:p>
        </p:txBody>
      </p:sp>
      <p:pic>
        <p:nvPicPr>
          <p:cNvPr id="7" name="Picture 6">
            <a:extLst>
              <a:ext uri="{FF2B5EF4-FFF2-40B4-BE49-F238E27FC236}">
                <a16:creationId xmlns:a16="http://schemas.microsoft.com/office/drawing/2014/main" id="{5EC48672-F1E2-A230-B095-57E67183FCA6}"/>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8D3FDAF8-012C-4D3A-C949-6317F6E219D0}"/>
              </a:ext>
            </a:extLst>
          </p:cNvPr>
          <p:cNvGrpSpPr/>
          <p:nvPr userDrawn="1"/>
        </p:nvGrpSpPr>
        <p:grpSpPr>
          <a:xfrm>
            <a:off x="756659" y="-3867"/>
            <a:ext cx="2783909" cy="2014172"/>
            <a:chOff x="-2864397" y="0"/>
            <a:chExt cx="2783907" cy="2014171"/>
          </a:xfrm>
        </p:grpSpPr>
        <p:pic>
          <p:nvPicPr>
            <p:cNvPr id="11" name="Image" descr="Image">
              <a:extLst>
                <a:ext uri="{FF2B5EF4-FFF2-40B4-BE49-F238E27FC236}">
                  <a16:creationId xmlns:a16="http://schemas.microsoft.com/office/drawing/2014/main" id="{56EB9265-9B68-78E9-B5B8-F2C39D9134A2}"/>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E445F39B-125D-DE62-15D6-B4FE5E3C4A7D}"/>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5" name="Image" descr="Image">
              <a:extLst>
                <a:ext uri="{FF2B5EF4-FFF2-40B4-BE49-F238E27FC236}">
                  <a16:creationId xmlns:a16="http://schemas.microsoft.com/office/drawing/2014/main" id="{CC8E73D5-72F6-77A3-C650-62976C858480}"/>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809284995"/>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95F33489-AE64-A520-339D-37FA55DCDDCD}"/>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7" name="Text Placeholder 5">
            <a:extLst>
              <a:ext uri="{FF2B5EF4-FFF2-40B4-BE49-F238E27FC236}">
                <a16:creationId xmlns:a16="http://schemas.microsoft.com/office/drawing/2014/main" id="{F4A212B9-DBD9-E746-BAFB-9234B89096E8}"/>
              </a:ext>
            </a:extLst>
          </p:cNvPr>
          <p:cNvSpPr>
            <a:spLocks noGrp="1"/>
          </p:cNvSpPr>
          <p:nvPr>
            <p:ph type="body" sz="quarter" idx="16"/>
          </p:nvPr>
        </p:nvSpPr>
        <p:spPr>
          <a:xfrm>
            <a:off x="2167377" y="6556917"/>
            <a:ext cx="9768906" cy="5575610"/>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4" name="Picture Placeholder 3">
            <a:extLst>
              <a:ext uri="{FF2B5EF4-FFF2-40B4-BE49-F238E27FC236}">
                <a16:creationId xmlns:a16="http://schemas.microsoft.com/office/drawing/2014/main" id="{199BEEEC-0D44-544B-A30D-8F854BF4A1E2}"/>
              </a:ext>
            </a:extLst>
          </p:cNvPr>
          <p:cNvSpPr>
            <a:spLocks noGrp="1"/>
          </p:cNvSpPr>
          <p:nvPr>
            <p:ph type="pic" sz="quarter" idx="13"/>
          </p:nvPr>
        </p:nvSpPr>
        <p:spPr>
          <a:xfrm>
            <a:off x="12339930" y="4210629"/>
            <a:ext cx="9099057" cy="7921898"/>
          </a:xfrm>
        </p:spPr>
        <p:txBody>
          <a:bodyPr/>
          <a:lstStyle>
            <a:lvl1pPr marL="0" indent="0">
              <a:buNone/>
              <a:defRPr b="0">
                <a:solidFill>
                  <a:schemeClr val="bg1"/>
                </a:solidFill>
              </a:defRPr>
            </a:lvl1pPr>
          </a:lstStyle>
          <a:p>
            <a:r>
              <a:rPr lang="en-US"/>
              <a:t>Click icon to add picture</a:t>
            </a:r>
            <a:endParaRPr lang="en-US" dirty="0"/>
          </a:p>
        </p:txBody>
      </p:sp>
      <p:sp>
        <p:nvSpPr>
          <p:cNvPr id="6" name="Text Placeholder 5">
            <a:extLst>
              <a:ext uri="{FF2B5EF4-FFF2-40B4-BE49-F238E27FC236}">
                <a16:creationId xmlns:a16="http://schemas.microsoft.com/office/drawing/2014/main" id="{313C6146-DC72-7FB3-6375-B120A24C107F}"/>
              </a:ext>
            </a:extLst>
          </p:cNvPr>
          <p:cNvSpPr>
            <a:spLocks noGrp="1"/>
          </p:cNvSpPr>
          <p:nvPr>
            <p:ph type="body" sz="quarter" idx="17" hasCustomPrompt="1"/>
          </p:nvPr>
        </p:nvSpPr>
        <p:spPr>
          <a:xfrm>
            <a:off x="2166938" y="4210049"/>
            <a:ext cx="9768874" cy="2039112"/>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D5CD14E8-DE1C-14FC-FEA7-30EAAA9BB930}"/>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E62B7B4A-4960-D224-2BB3-BD1A6C05E12C}"/>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6F2D1DB1-7918-B846-534B-BCACC79082AC}"/>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A33628EC-398A-85C8-EA60-202449B367CC}"/>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4EE2131F-630C-FF89-05AC-61DFC807180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085329813"/>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28F252AD-5DE4-7070-6059-31CB6E8E15CC}"/>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Or 3">
            <a:extLst>
              <a:ext uri="{FF2B5EF4-FFF2-40B4-BE49-F238E27FC236}">
                <a16:creationId xmlns:a16="http://schemas.microsoft.com/office/drawing/2014/main" id="{E68A1B27-C10C-399D-6C52-E0B8F062FF6D}"/>
              </a:ext>
            </a:extLst>
          </p:cNvPr>
          <p:cNvSpPr/>
          <p:nvPr userDrawn="1"/>
        </p:nvSpPr>
        <p:spPr>
          <a:xfrm>
            <a:off x="7481303" y="3712458"/>
            <a:ext cx="9144000" cy="9144000"/>
          </a:xfrm>
          <a:prstGeom prst="flowChartOr">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cxnSp>
        <p:nvCxnSpPr>
          <p:cNvPr id="8" name="Straight Connector 7">
            <a:extLst>
              <a:ext uri="{FF2B5EF4-FFF2-40B4-BE49-F238E27FC236}">
                <a16:creationId xmlns:a16="http://schemas.microsoft.com/office/drawing/2014/main" id="{9AE1FE12-D6E7-CC76-3FE4-BC8F0EC78DF0}"/>
              </a:ext>
            </a:extLst>
          </p:cNvPr>
          <p:cNvCxnSpPr>
            <a:cxnSpLocks/>
            <a:stCxn id="4" idx="0"/>
          </p:cNvCxnSpPr>
          <p:nvPr userDrawn="1"/>
        </p:nvCxnSpPr>
        <p:spPr>
          <a:xfrm>
            <a:off x="12053303" y="3712458"/>
            <a:ext cx="22098" cy="914400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cxnSp>
        <p:nvCxnSpPr>
          <p:cNvPr id="18" name="Straight Connector 17">
            <a:extLst>
              <a:ext uri="{FF2B5EF4-FFF2-40B4-BE49-F238E27FC236}">
                <a16:creationId xmlns:a16="http://schemas.microsoft.com/office/drawing/2014/main" id="{4945EE12-0322-D3C6-8589-1B9554503365}"/>
              </a:ext>
            </a:extLst>
          </p:cNvPr>
          <p:cNvCxnSpPr>
            <a:cxnSpLocks/>
            <a:endCxn id="4" idx="2"/>
          </p:cNvCxnSpPr>
          <p:nvPr userDrawn="1"/>
        </p:nvCxnSpPr>
        <p:spPr>
          <a:xfrm flipH="1">
            <a:off x="7481303" y="8284458"/>
            <a:ext cx="9144000" cy="0"/>
          </a:xfrm>
          <a:prstGeom prst="line">
            <a:avLst/>
          </a:prstGeom>
          <a:noFill/>
          <a:ln w="76200" cap="flat">
            <a:solidFill>
              <a:srgbClr val="314F93"/>
            </a:solidFill>
            <a:prstDash val="solid"/>
            <a:miter lim="400000"/>
          </a:ln>
          <a:effectLst/>
          <a:sp3d/>
        </p:spPr>
        <p:style>
          <a:lnRef idx="0">
            <a:scrgbClr r="0" g="0" b="0"/>
          </a:lnRef>
          <a:fillRef idx="0">
            <a:scrgbClr r="0" g="0" b="0"/>
          </a:fillRef>
          <a:effectRef idx="0">
            <a:scrgbClr r="0" g="0" b="0"/>
          </a:effectRef>
          <a:fontRef idx="none"/>
        </p:style>
      </p:cxn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9"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25" name="Text Placeholder 15">
            <a:extLst>
              <a:ext uri="{FF2B5EF4-FFF2-40B4-BE49-F238E27FC236}">
                <a16:creationId xmlns:a16="http://schemas.microsoft.com/office/drawing/2014/main" id="{FC4F9637-2BA1-E3F7-1599-2295EF076CCC}"/>
              </a:ext>
            </a:extLst>
          </p:cNvPr>
          <p:cNvSpPr>
            <a:spLocks noGrp="1"/>
          </p:cNvSpPr>
          <p:nvPr>
            <p:ph type="body" sz="quarter" idx="12" hasCustomPrompt="1"/>
          </p:nvPr>
        </p:nvSpPr>
        <p:spPr>
          <a:xfrm>
            <a:off x="8056949" y="7294814"/>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6" name="Text Placeholder 15">
            <a:extLst>
              <a:ext uri="{FF2B5EF4-FFF2-40B4-BE49-F238E27FC236}">
                <a16:creationId xmlns:a16="http://schemas.microsoft.com/office/drawing/2014/main" id="{47270689-CD03-86EE-AD4E-701F61CD37A1}"/>
              </a:ext>
            </a:extLst>
          </p:cNvPr>
          <p:cNvSpPr>
            <a:spLocks noGrp="1"/>
          </p:cNvSpPr>
          <p:nvPr>
            <p:ph type="body" sz="quarter" idx="13" hasCustomPrompt="1"/>
          </p:nvPr>
        </p:nvSpPr>
        <p:spPr>
          <a:xfrm>
            <a:off x="8056949" y="8617313"/>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8" name="Text Placeholder 15">
            <a:extLst>
              <a:ext uri="{FF2B5EF4-FFF2-40B4-BE49-F238E27FC236}">
                <a16:creationId xmlns:a16="http://schemas.microsoft.com/office/drawing/2014/main" id="{B5939A4B-8504-2C32-E90E-9DA4843EF0EF}"/>
              </a:ext>
            </a:extLst>
          </p:cNvPr>
          <p:cNvSpPr>
            <a:spLocks noGrp="1"/>
          </p:cNvSpPr>
          <p:nvPr>
            <p:ph type="body" sz="quarter" idx="14" hasCustomPrompt="1"/>
          </p:nvPr>
        </p:nvSpPr>
        <p:spPr>
          <a:xfrm>
            <a:off x="12365741" y="7298299"/>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29" name="Text Placeholder 15">
            <a:extLst>
              <a:ext uri="{FF2B5EF4-FFF2-40B4-BE49-F238E27FC236}">
                <a16:creationId xmlns:a16="http://schemas.microsoft.com/office/drawing/2014/main" id="{44D6C0A8-7DC7-6F84-E472-8E0CA423C51E}"/>
              </a:ext>
            </a:extLst>
          </p:cNvPr>
          <p:cNvSpPr>
            <a:spLocks noGrp="1"/>
          </p:cNvSpPr>
          <p:nvPr>
            <p:ph type="body" sz="quarter" idx="15" hasCustomPrompt="1"/>
          </p:nvPr>
        </p:nvSpPr>
        <p:spPr>
          <a:xfrm>
            <a:off x="12427997" y="8595891"/>
            <a:ext cx="3795402" cy="751262"/>
          </a:xfrm>
        </p:spPr>
        <p:txBody>
          <a:bodyPr>
            <a:normAutofit/>
          </a:bodyPr>
          <a:lstStyle>
            <a:lvl1pPr marL="0" indent="0" algn="ctr">
              <a:buNone/>
              <a:defRPr sz="2800">
                <a:solidFill>
                  <a:srgbClr val="002060"/>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9"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1" name="Text Placeholder 15">
            <a:extLst>
              <a:ext uri="{FF2B5EF4-FFF2-40B4-BE49-F238E27FC236}">
                <a16:creationId xmlns:a16="http://schemas.microsoft.com/office/drawing/2014/main" id="{6ADBE3FB-D313-E2BC-715C-D8600CF8BD21}"/>
              </a:ext>
            </a:extLst>
          </p:cNvPr>
          <p:cNvSpPr>
            <a:spLocks noGrp="1"/>
          </p:cNvSpPr>
          <p:nvPr>
            <p:ph type="body" sz="quarter" idx="17" hasCustomPrompt="1"/>
          </p:nvPr>
        </p:nvSpPr>
        <p:spPr>
          <a:xfrm>
            <a:off x="17255744" y="4018728"/>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sp>
        <p:nvSpPr>
          <p:cNvPr id="32" name="Text Placeholder 15">
            <a:extLst>
              <a:ext uri="{FF2B5EF4-FFF2-40B4-BE49-F238E27FC236}">
                <a16:creationId xmlns:a16="http://schemas.microsoft.com/office/drawing/2014/main" id="{A79FD328-17AF-2BB2-5730-3D5CA0EE9704}"/>
              </a:ext>
            </a:extLst>
          </p:cNvPr>
          <p:cNvSpPr>
            <a:spLocks noGrp="1"/>
          </p:cNvSpPr>
          <p:nvPr>
            <p:ph type="body" sz="quarter" idx="18" hasCustomPrompt="1"/>
          </p:nvPr>
        </p:nvSpPr>
        <p:spPr>
          <a:xfrm>
            <a:off x="17255744" y="8938684"/>
            <a:ext cx="4683924" cy="3600000"/>
          </a:xfrm>
        </p:spPr>
        <p:txBody>
          <a:bodyPr>
            <a:normAutofit/>
          </a:bodyPr>
          <a:lstStyle>
            <a:lvl1pPr marL="0" indent="0">
              <a:buNone/>
              <a:defRPr sz="2800">
                <a:solidFill>
                  <a:schemeClr val="bg1"/>
                </a:solidFill>
              </a:defRPr>
            </a:lvl1pPr>
            <a:lvl5pPr marL="2438400" indent="0">
              <a:buNone/>
              <a:defRPr/>
            </a:lvl5pPr>
          </a:lstStyle>
          <a:p>
            <a:pPr lvl="0"/>
            <a:r>
              <a:rPr lang="en-US" dirty="0"/>
              <a:t>Click to add text</a:t>
            </a:r>
          </a:p>
        </p:txBody>
      </p:sp>
      <p:pic>
        <p:nvPicPr>
          <p:cNvPr id="20" name="Graphic 19" descr="Artificial Intelligence with solid fill">
            <a:extLst>
              <a:ext uri="{FF2B5EF4-FFF2-40B4-BE49-F238E27FC236}">
                <a16:creationId xmlns:a16="http://schemas.microsoft.com/office/drawing/2014/main" id="{717E632E-7C2D-8BE2-BA0D-FBA56ED592A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328162" y="4999921"/>
            <a:ext cx="1936946" cy="1936946"/>
          </a:xfrm>
          <a:prstGeom prst="rect">
            <a:avLst/>
          </a:prstGeom>
        </p:spPr>
      </p:pic>
      <p:pic>
        <p:nvPicPr>
          <p:cNvPr id="22" name="Graphic 21" descr="Atom with solid fill">
            <a:extLst>
              <a:ext uri="{FF2B5EF4-FFF2-40B4-BE49-F238E27FC236}">
                <a16:creationId xmlns:a16="http://schemas.microsoft.com/office/drawing/2014/main" id="{CCE4C43E-15B3-15EB-CF11-EB3378A3CEF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837038" y="4968699"/>
            <a:ext cx="1958731" cy="1958731"/>
          </a:xfrm>
          <a:prstGeom prst="rect">
            <a:avLst/>
          </a:prstGeom>
        </p:spPr>
      </p:pic>
      <p:pic>
        <p:nvPicPr>
          <p:cNvPr id="24" name="Graphic 23" descr="Bar chart with solid fill">
            <a:extLst>
              <a:ext uri="{FF2B5EF4-FFF2-40B4-BE49-F238E27FC236}">
                <a16:creationId xmlns:a16="http://schemas.microsoft.com/office/drawing/2014/main" id="{0445AAA4-0C9A-80AB-86CE-F91A16FFC29C}"/>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04135" y="9715514"/>
            <a:ext cx="1696410" cy="1696410"/>
          </a:xfrm>
          <a:prstGeom prst="rect">
            <a:avLst/>
          </a:prstGeom>
        </p:spPr>
      </p:pic>
      <p:pic>
        <p:nvPicPr>
          <p:cNvPr id="35" name="Graphic 34" descr="Blockchain with solid fill">
            <a:extLst>
              <a:ext uri="{FF2B5EF4-FFF2-40B4-BE49-F238E27FC236}">
                <a16:creationId xmlns:a16="http://schemas.microsoft.com/office/drawing/2014/main" id="{CB7D00AA-1C33-1508-6057-E10BDF964F0D}"/>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837038" y="9711819"/>
            <a:ext cx="1700105" cy="1700105"/>
          </a:xfrm>
          <a:prstGeom prst="rect">
            <a:avLst/>
          </a:prstGeom>
        </p:spPr>
      </p:pic>
      <p:pic>
        <p:nvPicPr>
          <p:cNvPr id="5" name="Picture 4">
            <a:extLst>
              <a:ext uri="{FF2B5EF4-FFF2-40B4-BE49-F238E27FC236}">
                <a16:creationId xmlns:a16="http://schemas.microsoft.com/office/drawing/2014/main" id="{C97FCB3B-92B7-9A04-09DB-5667129A353E}"/>
              </a:ext>
              <a:ext uri="{C183D7F6-B498-43B3-948B-1728B52AA6E4}">
                <adec:decorative xmlns:adec="http://schemas.microsoft.com/office/drawing/2017/decorative" val="1"/>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805F1785-290C-1641-A96F-184692C72980}"/>
              </a:ext>
            </a:extLst>
          </p:cNvPr>
          <p:cNvGrpSpPr/>
          <p:nvPr userDrawn="1"/>
        </p:nvGrpSpPr>
        <p:grpSpPr>
          <a:xfrm>
            <a:off x="756659" y="-3867"/>
            <a:ext cx="2783909" cy="2014172"/>
            <a:chOff x="-2864397" y="0"/>
            <a:chExt cx="2783907" cy="2014171"/>
          </a:xfrm>
        </p:grpSpPr>
        <p:pic>
          <p:nvPicPr>
            <p:cNvPr id="9" name="Image" descr="Image">
              <a:extLst>
                <a:ext uri="{FF2B5EF4-FFF2-40B4-BE49-F238E27FC236}">
                  <a16:creationId xmlns:a16="http://schemas.microsoft.com/office/drawing/2014/main" id="{DE051A88-BFBF-58FB-0D20-AA66E50B943F}"/>
                </a:ext>
              </a:extLst>
            </p:cNvPr>
            <p:cNvPicPr>
              <a:picLocks noChangeAspect="1"/>
            </p:cNvPicPr>
            <p:nvPr/>
          </p:nvPicPr>
          <p:blipFill>
            <a:blip r:embed="rId7"/>
            <a:stretch>
              <a:fillRect/>
            </a:stretch>
          </p:blipFill>
          <p:spPr>
            <a:xfrm>
              <a:off x="-2864398" y="-1"/>
              <a:ext cx="630382" cy="1359672"/>
            </a:xfrm>
            <a:prstGeom prst="rect">
              <a:avLst/>
            </a:prstGeom>
            <a:ln w="12700" cap="flat">
              <a:noFill/>
              <a:miter lim="400000"/>
            </a:ln>
            <a:effectLst/>
          </p:spPr>
        </p:pic>
        <p:pic>
          <p:nvPicPr>
            <p:cNvPr id="10" name="Image" descr="Image">
              <a:extLst>
                <a:ext uri="{FF2B5EF4-FFF2-40B4-BE49-F238E27FC236}">
                  <a16:creationId xmlns:a16="http://schemas.microsoft.com/office/drawing/2014/main" id="{FF606EC9-F598-701C-CF2B-AC339348BD1A}"/>
                </a:ext>
              </a:extLst>
            </p:cNvPr>
            <p:cNvPicPr>
              <a:picLocks noChangeAspect="1"/>
            </p:cNvPicPr>
            <p:nvPr/>
          </p:nvPicPr>
          <p:blipFill>
            <a:blip r:embed="rId8"/>
            <a:srcRect t="88153" r="78332"/>
            <a:stretch>
              <a:fillRect/>
            </a:stretch>
          </p:blipFill>
          <p:spPr>
            <a:xfrm>
              <a:off x="-2850027" y="1390294"/>
              <a:ext cx="601633" cy="623878"/>
            </a:xfrm>
            <a:prstGeom prst="rect">
              <a:avLst/>
            </a:prstGeom>
            <a:ln w="12700" cap="flat">
              <a:noFill/>
              <a:miter lim="400000"/>
            </a:ln>
            <a:effectLst/>
          </p:spPr>
        </p:pic>
        <p:pic>
          <p:nvPicPr>
            <p:cNvPr id="11" name="Image" descr="Image">
              <a:extLst>
                <a:ext uri="{FF2B5EF4-FFF2-40B4-BE49-F238E27FC236}">
                  <a16:creationId xmlns:a16="http://schemas.microsoft.com/office/drawing/2014/main" id="{1DD6A07B-1CB5-B903-09DB-950559FCE4E0}"/>
                </a:ext>
              </a:extLst>
            </p:cNvPr>
            <p:cNvPicPr>
              <a:picLocks noChangeAspect="1"/>
            </p:cNvPicPr>
            <p:nvPr/>
          </p:nvPicPr>
          <p:blipFill>
            <a:blip r:embed="rId8"/>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07010292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Content type 5">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55631E8-C878-10B3-37B6-B446CE8244F9}"/>
              </a:ext>
            </a:extLst>
          </p:cNvPr>
          <p:cNvSpPr/>
          <p:nvPr userDrawn="1"/>
        </p:nvSpPr>
        <p:spPr>
          <a:xfrm>
            <a:off x="-13856" y="2360348"/>
            <a:ext cx="24397856" cy="11436178"/>
          </a:xfrm>
          <a:prstGeom prst="rect">
            <a:avLst/>
          </a:prstGeom>
          <a:gradFill>
            <a:gsLst>
              <a:gs pos="0">
                <a:srgbClr val="2B7EC4"/>
              </a:gs>
              <a:gs pos="100000">
                <a:srgbClr val="57BFE8"/>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b="0" i="0" dirty="0">
              <a:latin typeface="OCRB" panose="020F0502020204030204" pitchFamily="34" charset="0"/>
              <a:ea typeface="Open Sans Light" pitchFamily="2" charset="0"/>
              <a:cs typeface="OCRB" panose="020F0502020204030204" pitchFamily="34"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16" name="Text Placeholder 15">
            <a:extLst>
              <a:ext uri="{FF2B5EF4-FFF2-40B4-BE49-F238E27FC236}">
                <a16:creationId xmlns:a16="http://schemas.microsoft.com/office/drawing/2014/main" id="{9B267469-4390-8C92-5D06-4DA338A102E6}"/>
              </a:ext>
            </a:extLst>
          </p:cNvPr>
          <p:cNvSpPr>
            <a:spLocks noGrp="1"/>
          </p:cNvSpPr>
          <p:nvPr>
            <p:ph type="body" sz="quarter" idx="11" hasCustomPrompt="1"/>
          </p:nvPr>
        </p:nvSpPr>
        <p:spPr>
          <a:xfrm>
            <a:off x="2166938" y="4349750"/>
            <a:ext cx="12097701" cy="3462458"/>
          </a:xfrm>
        </p:spPr>
        <p:txBody>
          <a:bodyPr>
            <a:normAutofit/>
          </a:bodyPr>
          <a:lstStyle>
            <a:lvl1pPr marL="0" indent="0">
              <a:buNone/>
              <a:defRPr sz="4000">
                <a:solidFill>
                  <a:schemeClr val="bg1"/>
                </a:solidFill>
              </a:defRPr>
            </a:lvl1pPr>
            <a:lvl5pPr marL="2438400" indent="0">
              <a:buNone/>
              <a:defRPr/>
            </a:lvl5pPr>
          </a:lstStyle>
          <a:p>
            <a:pPr lvl="0"/>
            <a:r>
              <a:rPr lang="en-US" dirty="0"/>
              <a:t>Click to add text</a:t>
            </a:r>
          </a:p>
        </p:txBody>
      </p:sp>
      <p:sp>
        <p:nvSpPr>
          <p:cNvPr id="30" name="Text Placeholder 15">
            <a:extLst>
              <a:ext uri="{FF2B5EF4-FFF2-40B4-BE49-F238E27FC236}">
                <a16:creationId xmlns:a16="http://schemas.microsoft.com/office/drawing/2014/main" id="{F6BCDD7A-9667-FF15-DEDB-20C0D431E0A3}"/>
              </a:ext>
            </a:extLst>
          </p:cNvPr>
          <p:cNvSpPr>
            <a:spLocks noGrp="1"/>
          </p:cNvSpPr>
          <p:nvPr>
            <p:ph type="body" sz="quarter" idx="16" hasCustomPrompt="1"/>
          </p:nvPr>
        </p:nvSpPr>
        <p:spPr>
          <a:xfrm>
            <a:off x="2166938" y="8938684"/>
            <a:ext cx="19839621" cy="3676241"/>
          </a:xfrm>
        </p:spPr>
        <p:txBody>
          <a:bodyPr>
            <a:normAutofit/>
          </a:bodyPr>
          <a:lstStyle>
            <a:lvl1pPr marL="0" indent="0">
              <a:buNone/>
              <a:defRPr sz="3600">
                <a:solidFill>
                  <a:schemeClr val="bg1"/>
                </a:solidFill>
              </a:defRPr>
            </a:lvl1pPr>
            <a:lvl5pPr marL="2438400" indent="0">
              <a:buNone/>
              <a:defRPr/>
            </a:lvl5pPr>
          </a:lstStyle>
          <a:p>
            <a:pPr lvl="0"/>
            <a:r>
              <a:rPr lang="en-US" dirty="0"/>
              <a:t>Click to add text</a:t>
            </a:r>
          </a:p>
        </p:txBody>
      </p:sp>
      <p:pic>
        <p:nvPicPr>
          <p:cNvPr id="5" name="Graphic 4" descr="Checklist with solid fill">
            <a:extLst>
              <a:ext uri="{FF2B5EF4-FFF2-40B4-BE49-F238E27FC236}">
                <a16:creationId xmlns:a16="http://schemas.microsoft.com/office/drawing/2014/main" id="{EEEA3E7D-43D1-BB41-8C28-FEDBD7273D0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5240000" y="4320116"/>
            <a:ext cx="3535680" cy="3535680"/>
          </a:xfrm>
          <a:prstGeom prst="rect">
            <a:avLst/>
          </a:prstGeom>
        </p:spPr>
      </p:pic>
      <p:pic>
        <p:nvPicPr>
          <p:cNvPr id="6" name="Picture 5">
            <a:extLst>
              <a:ext uri="{FF2B5EF4-FFF2-40B4-BE49-F238E27FC236}">
                <a16:creationId xmlns:a16="http://schemas.microsoft.com/office/drawing/2014/main" id="{8D1F61AE-0C1A-636C-687E-207E2A2A70F6}"/>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7" name="Group">
            <a:extLst>
              <a:ext uri="{FF2B5EF4-FFF2-40B4-BE49-F238E27FC236}">
                <a16:creationId xmlns:a16="http://schemas.microsoft.com/office/drawing/2014/main" id="{A734540B-EB64-130D-3523-93575103ED02}"/>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5953221E-8F74-C3B9-7C70-CFB02A3B7E6C}"/>
                </a:ext>
              </a:extLst>
            </p:cNvPr>
            <p:cNvPicPr>
              <a:picLocks noChangeAspect="1"/>
            </p:cNvPicPr>
            <p:nvPr/>
          </p:nvPicPr>
          <p:blipFill>
            <a:blip r:embed="rId4"/>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49A2096B-323B-F3EF-7CC9-DF562AC8C228}"/>
                </a:ext>
              </a:extLst>
            </p:cNvPr>
            <p:cNvPicPr>
              <a:picLocks noChangeAspect="1"/>
            </p:cNvPicPr>
            <p:nvPr/>
          </p:nvPicPr>
          <p:blipFill>
            <a:blip r:embed="rId5"/>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8B7EE6C9-8BC7-CD09-089B-BA35D919D1CC}"/>
                </a:ext>
              </a:extLst>
            </p:cNvPr>
            <p:cNvPicPr>
              <a:picLocks noChangeAspect="1"/>
            </p:cNvPicPr>
            <p:nvPr/>
          </p:nvPicPr>
          <p:blipFill>
            <a:blip r:embed="rId5"/>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2227040866"/>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ntent type 4">
    <p:spTree>
      <p:nvGrpSpPr>
        <p:cNvPr id="1" name=""/>
        <p:cNvGrpSpPr/>
        <p:nvPr/>
      </p:nvGrpSpPr>
      <p:grpSpPr>
        <a:xfrm>
          <a:off x="0" y="0"/>
          <a:ext cx="0" cy="0"/>
          <a:chOff x="0" y="0"/>
          <a:chExt cx="0" cy="0"/>
        </a:xfrm>
      </p:grpSpPr>
      <p:sp>
        <p:nvSpPr>
          <p:cNvPr id="17" name="Rectangle">
            <a:extLst>
              <a:ext uri="{FF2B5EF4-FFF2-40B4-BE49-F238E27FC236}">
                <a16:creationId xmlns:a16="http://schemas.microsoft.com/office/drawing/2014/main" id="{57D6C136-B186-B244-9E34-B1B3CC503956}"/>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5" name="Text Placeholder 5">
            <a:extLst>
              <a:ext uri="{FF2B5EF4-FFF2-40B4-BE49-F238E27FC236}">
                <a16:creationId xmlns:a16="http://schemas.microsoft.com/office/drawing/2014/main" id="{0C2D7F5C-BD73-5445-9E3A-82A31E22F625}"/>
              </a:ext>
            </a:extLst>
          </p:cNvPr>
          <p:cNvSpPr>
            <a:spLocks noGrp="1"/>
          </p:cNvSpPr>
          <p:nvPr>
            <p:ph type="body" sz="quarter" idx="14"/>
          </p:nvPr>
        </p:nvSpPr>
        <p:spPr>
          <a:xfrm>
            <a:off x="3176751" y="10942822"/>
            <a:ext cx="8523218" cy="1444847"/>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25FCA52D-C087-3347-A5F3-54D623B2115B}"/>
              </a:ext>
            </a:extLst>
          </p:cNvPr>
          <p:cNvSpPr>
            <a:spLocks noGrp="1"/>
          </p:cNvSpPr>
          <p:nvPr>
            <p:ph type="body" sz="quarter" idx="15"/>
          </p:nvPr>
        </p:nvSpPr>
        <p:spPr>
          <a:xfrm>
            <a:off x="12684029" y="10972442"/>
            <a:ext cx="8523218" cy="1444848"/>
          </a:xfrm>
        </p:spPr>
        <p:txBody>
          <a:bodyPr>
            <a:noAutofit/>
          </a:bodyPr>
          <a:lstStyle>
            <a:lvl1pPr marL="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33" name="Picture Placeholder 3">
            <a:extLst>
              <a:ext uri="{FF2B5EF4-FFF2-40B4-BE49-F238E27FC236}">
                <a16:creationId xmlns:a16="http://schemas.microsoft.com/office/drawing/2014/main" id="{3520A367-5826-4047-8F6E-214336795336}"/>
              </a:ext>
            </a:extLst>
          </p:cNvPr>
          <p:cNvSpPr>
            <a:spLocks noGrp="1"/>
          </p:cNvSpPr>
          <p:nvPr>
            <p:ph type="pic" sz="quarter" idx="11"/>
          </p:nvPr>
        </p:nvSpPr>
        <p:spPr>
          <a:xfrm>
            <a:off x="3176751" y="4582010"/>
            <a:ext cx="8523218" cy="5555977"/>
          </a:xfrm>
        </p:spPr>
        <p:txBody>
          <a:bodyPr/>
          <a:lstStyle>
            <a:lvl1pPr marL="0" indent="0">
              <a:buNone/>
              <a:defRPr>
                <a:solidFill>
                  <a:schemeClr val="bg1"/>
                </a:solidFill>
              </a:defRPr>
            </a:lvl1pPr>
          </a:lstStyle>
          <a:p>
            <a:r>
              <a:rPr lang="en-US"/>
              <a:t>Click icon to add picture</a:t>
            </a:r>
            <a:endParaRPr lang="en-US" dirty="0"/>
          </a:p>
        </p:txBody>
      </p:sp>
      <p:sp>
        <p:nvSpPr>
          <p:cNvPr id="34" name="Picture Placeholder 3">
            <a:extLst>
              <a:ext uri="{FF2B5EF4-FFF2-40B4-BE49-F238E27FC236}">
                <a16:creationId xmlns:a16="http://schemas.microsoft.com/office/drawing/2014/main" id="{09A473F0-3B7E-704A-AA89-F4277FCB9971}"/>
              </a:ext>
            </a:extLst>
          </p:cNvPr>
          <p:cNvSpPr>
            <a:spLocks noGrp="1"/>
          </p:cNvSpPr>
          <p:nvPr>
            <p:ph type="pic" sz="quarter" idx="12"/>
          </p:nvPr>
        </p:nvSpPr>
        <p:spPr>
          <a:xfrm>
            <a:off x="12684029" y="4582010"/>
            <a:ext cx="8523218" cy="5577461"/>
          </a:xfrm>
        </p:spPr>
        <p:txBody>
          <a:bodyPr/>
          <a:lstStyle>
            <a:lvl1pPr marL="0" indent="0">
              <a:buNone/>
              <a:defRPr>
                <a:solidFill>
                  <a:schemeClr val="bg1"/>
                </a:solidFill>
              </a:defRPr>
            </a:lvl1pPr>
          </a:lstStyle>
          <a:p>
            <a:r>
              <a:rPr lang="en-US"/>
              <a:t>Click icon to add picture</a:t>
            </a:r>
            <a:endParaRPr lang="en-US" dirty="0"/>
          </a:p>
        </p:txBody>
      </p:sp>
      <p:pic>
        <p:nvPicPr>
          <p:cNvPr id="4" name="Picture 3">
            <a:extLst>
              <a:ext uri="{FF2B5EF4-FFF2-40B4-BE49-F238E27FC236}">
                <a16:creationId xmlns:a16="http://schemas.microsoft.com/office/drawing/2014/main" id="{D5210B6C-2009-3AB9-2B36-C9C111BD1FBB}"/>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5" name="Group">
            <a:extLst>
              <a:ext uri="{FF2B5EF4-FFF2-40B4-BE49-F238E27FC236}">
                <a16:creationId xmlns:a16="http://schemas.microsoft.com/office/drawing/2014/main" id="{6BFD5909-E19C-D820-5C51-280C15B09CBC}"/>
              </a:ext>
            </a:extLst>
          </p:cNvPr>
          <p:cNvGrpSpPr/>
          <p:nvPr userDrawn="1"/>
        </p:nvGrpSpPr>
        <p:grpSpPr>
          <a:xfrm>
            <a:off x="756659" y="-3867"/>
            <a:ext cx="2783909" cy="2014172"/>
            <a:chOff x="-2864397" y="0"/>
            <a:chExt cx="2783907" cy="2014171"/>
          </a:xfrm>
        </p:grpSpPr>
        <p:pic>
          <p:nvPicPr>
            <p:cNvPr id="6" name="Image" descr="Image">
              <a:extLst>
                <a:ext uri="{FF2B5EF4-FFF2-40B4-BE49-F238E27FC236}">
                  <a16:creationId xmlns:a16="http://schemas.microsoft.com/office/drawing/2014/main" id="{8B08C927-B7A0-43BA-4100-83612BFB59A9}"/>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7" name="Image" descr="Image">
              <a:extLst>
                <a:ext uri="{FF2B5EF4-FFF2-40B4-BE49-F238E27FC236}">
                  <a16:creationId xmlns:a16="http://schemas.microsoft.com/office/drawing/2014/main" id="{6AFC5A1D-896A-4BE5-A25A-A0172137210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8" name="Image" descr="Image">
              <a:extLst>
                <a:ext uri="{FF2B5EF4-FFF2-40B4-BE49-F238E27FC236}">
                  <a16:creationId xmlns:a16="http://schemas.microsoft.com/office/drawing/2014/main" id="{58C85CFC-A584-60C9-398C-FC5F3B10CF07}"/>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779245570"/>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450F1BD6-0F15-C34E-9F74-50970B5378D2}"/>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Chart Placeholder 3">
            <a:extLst>
              <a:ext uri="{FF2B5EF4-FFF2-40B4-BE49-F238E27FC236}">
                <a16:creationId xmlns:a16="http://schemas.microsoft.com/office/drawing/2014/main" id="{64D80AC6-9CFD-09B5-1CEF-F695884CCD02}"/>
              </a:ext>
            </a:extLst>
          </p:cNvPr>
          <p:cNvSpPr>
            <a:spLocks noGrp="1"/>
          </p:cNvSpPr>
          <p:nvPr>
            <p:ph type="chart" sz="quarter" idx="11" hasCustomPrompt="1"/>
          </p:nvPr>
        </p:nvSpPr>
        <p:spPr>
          <a:xfrm>
            <a:off x="11460163" y="3962400"/>
            <a:ext cx="12118975" cy="9083675"/>
          </a:xfrm>
        </p:spPr>
        <p:txBody>
          <a:bodyPr>
            <a:normAutofit/>
          </a:bodyPr>
          <a:lstStyle>
            <a:lvl1pPr marL="0" indent="0">
              <a:buNone/>
              <a:defRPr sz="4000">
                <a:solidFill>
                  <a:schemeClr val="bg1"/>
                </a:solidFill>
              </a:defRPr>
            </a:lvl1pPr>
          </a:lstStyle>
          <a:p>
            <a:r>
              <a:rPr lang="en-US" dirty="0"/>
              <a:t>Click to insert chart</a:t>
            </a:r>
          </a:p>
        </p:txBody>
      </p:sp>
      <p:sp>
        <p:nvSpPr>
          <p:cNvPr id="6" name="Text Placeholder 5">
            <a:extLst>
              <a:ext uri="{FF2B5EF4-FFF2-40B4-BE49-F238E27FC236}">
                <a16:creationId xmlns:a16="http://schemas.microsoft.com/office/drawing/2014/main" id="{DEA6CC15-DCB9-9ABD-A03B-8B586BD05B11}"/>
              </a:ext>
            </a:extLst>
          </p:cNvPr>
          <p:cNvSpPr>
            <a:spLocks noGrp="1"/>
          </p:cNvSpPr>
          <p:nvPr>
            <p:ph type="body" sz="quarter" idx="12"/>
          </p:nvPr>
        </p:nvSpPr>
        <p:spPr>
          <a:xfrm>
            <a:off x="3902075" y="3962399"/>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9" name="Graphic 8" descr="Blockchain with solid fill">
            <a:extLst>
              <a:ext uri="{FF2B5EF4-FFF2-40B4-BE49-F238E27FC236}">
                <a16:creationId xmlns:a16="http://schemas.microsoft.com/office/drawing/2014/main" id="{C6F9FEE2-3F55-6EBA-4F92-F43ABD638BA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137047" y="3962400"/>
            <a:ext cx="1403522" cy="1403522"/>
          </a:xfrm>
          <a:prstGeom prst="rect">
            <a:avLst/>
          </a:prstGeom>
        </p:spPr>
      </p:pic>
      <p:sp>
        <p:nvSpPr>
          <p:cNvPr id="20" name="Text Placeholder 5">
            <a:extLst>
              <a:ext uri="{FF2B5EF4-FFF2-40B4-BE49-F238E27FC236}">
                <a16:creationId xmlns:a16="http://schemas.microsoft.com/office/drawing/2014/main" id="{8597BD3B-4478-8A1D-BD26-1D9EFAA7FCF2}"/>
              </a:ext>
            </a:extLst>
          </p:cNvPr>
          <p:cNvSpPr>
            <a:spLocks noGrp="1"/>
          </p:cNvSpPr>
          <p:nvPr>
            <p:ph type="body" sz="quarter" idx="13"/>
          </p:nvPr>
        </p:nvSpPr>
        <p:spPr>
          <a:xfrm>
            <a:off x="3902075" y="8861383"/>
            <a:ext cx="7010400" cy="4058049"/>
          </a:xfrm>
        </p:spPr>
        <p:txBody>
          <a:bodyPr>
            <a:normAutofit/>
          </a:bodyPr>
          <a:lstStyle>
            <a:lvl1pPr marL="0" indent="0">
              <a:buNone/>
              <a:defRPr sz="3600">
                <a:solidFill>
                  <a:schemeClr val="bg1"/>
                </a:solidFill>
              </a:defRPr>
            </a:lvl1pPr>
          </a:lstStyle>
          <a:p>
            <a:pPr lvl="0"/>
            <a:r>
              <a:rPr lang="en-US"/>
              <a:t>Click to edit Master text styles</a:t>
            </a:r>
          </a:p>
        </p:txBody>
      </p:sp>
      <p:pic>
        <p:nvPicPr>
          <p:cNvPr id="11" name="Graphic 10" descr="Bullseye with solid fill">
            <a:extLst>
              <a:ext uri="{FF2B5EF4-FFF2-40B4-BE49-F238E27FC236}">
                <a16:creationId xmlns:a16="http://schemas.microsoft.com/office/drawing/2014/main" id="{D6B829BF-9E0D-0105-F75C-8DDD429EFC0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287110" y="8648744"/>
            <a:ext cx="1403521" cy="1403521"/>
          </a:xfrm>
          <a:prstGeom prst="rect">
            <a:avLst/>
          </a:prstGeom>
        </p:spPr>
      </p:pic>
      <p:pic>
        <p:nvPicPr>
          <p:cNvPr id="7" name="Picture 6">
            <a:extLst>
              <a:ext uri="{FF2B5EF4-FFF2-40B4-BE49-F238E27FC236}">
                <a16:creationId xmlns:a16="http://schemas.microsoft.com/office/drawing/2014/main" id="{D0C22165-28E5-078B-D527-EB85E34E9D08}"/>
              </a:ext>
              <a:ext uri="{C183D7F6-B498-43B3-948B-1728B52AA6E4}">
                <adec:decorative xmlns:adec="http://schemas.microsoft.com/office/drawing/2017/decorative" val="1"/>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8" name="Group">
            <a:extLst>
              <a:ext uri="{FF2B5EF4-FFF2-40B4-BE49-F238E27FC236}">
                <a16:creationId xmlns:a16="http://schemas.microsoft.com/office/drawing/2014/main" id="{1AB01AB1-EADC-77A2-A940-2DE69B7ABE8E}"/>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3B174F11-D671-E0EF-C5C9-332FF7B2255D}"/>
                </a:ext>
              </a:extLst>
            </p:cNvPr>
            <p:cNvPicPr>
              <a:picLocks noChangeAspect="1"/>
            </p:cNvPicPr>
            <p:nvPr/>
          </p:nvPicPr>
          <p:blipFill>
            <a:blip r:embed="rId5"/>
            <a:stretch>
              <a:fillRect/>
            </a:stretch>
          </p:blipFill>
          <p:spPr>
            <a:xfrm>
              <a:off x="-2864398" y="-1"/>
              <a:ext cx="630382" cy="1359672"/>
            </a:xfrm>
            <a:prstGeom prst="rect">
              <a:avLst/>
            </a:prstGeom>
            <a:ln w="12700" cap="flat">
              <a:noFill/>
              <a:miter lim="400000"/>
            </a:ln>
            <a:effectLst/>
          </p:spPr>
        </p:pic>
        <p:pic>
          <p:nvPicPr>
            <p:cNvPr id="12" name="Image" descr="Image">
              <a:extLst>
                <a:ext uri="{FF2B5EF4-FFF2-40B4-BE49-F238E27FC236}">
                  <a16:creationId xmlns:a16="http://schemas.microsoft.com/office/drawing/2014/main" id="{B2D60E6B-CEFB-1201-1ABC-A47A5C6DEDA7}"/>
                </a:ext>
              </a:extLst>
            </p:cNvPr>
            <p:cNvPicPr>
              <a:picLocks noChangeAspect="1"/>
            </p:cNvPicPr>
            <p:nvPr/>
          </p:nvPicPr>
          <p:blipFill>
            <a:blip r:embed="rId6"/>
            <a:srcRect t="88153" r="78332"/>
            <a:stretch>
              <a:fillRect/>
            </a:stretch>
          </p:blipFill>
          <p:spPr>
            <a:xfrm>
              <a:off x="-2850027" y="1390294"/>
              <a:ext cx="601633" cy="623878"/>
            </a:xfrm>
            <a:prstGeom prst="rect">
              <a:avLst/>
            </a:prstGeom>
            <a:ln w="12700" cap="flat">
              <a:noFill/>
              <a:miter lim="400000"/>
            </a:ln>
            <a:effectLst/>
          </p:spPr>
        </p:pic>
        <p:pic>
          <p:nvPicPr>
            <p:cNvPr id="14" name="Image" descr="Image">
              <a:extLst>
                <a:ext uri="{FF2B5EF4-FFF2-40B4-BE49-F238E27FC236}">
                  <a16:creationId xmlns:a16="http://schemas.microsoft.com/office/drawing/2014/main" id="{3ECE39F8-02C5-64A7-9AC5-4BDC8C44E368}"/>
                </a:ext>
              </a:extLst>
            </p:cNvPr>
            <p:cNvPicPr>
              <a:picLocks noChangeAspect="1"/>
            </p:cNvPicPr>
            <p:nvPr/>
          </p:nvPicPr>
          <p:blipFill>
            <a:blip r:embed="rId6"/>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381101224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Content type 4">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6D051288-6E3E-A95D-1377-4372C7DC1C4F}"/>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23" name="Picture Placeholder 3">
            <a:extLst>
              <a:ext uri="{FF2B5EF4-FFF2-40B4-BE49-F238E27FC236}">
                <a16:creationId xmlns:a16="http://schemas.microsoft.com/office/drawing/2014/main" id="{4D652F67-94A0-0840-AE16-55B87BEAF320}"/>
              </a:ext>
            </a:extLst>
          </p:cNvPr>
          <p:cNvSpPr>
            <a:spLocks noGrp="1"/>
          </p:cNvSpPr>
          <p:nvPr>
            <p:ph type="pic" sz="quarter" idx="11"/>
          </p:nvPr>
        </p:nvSpPr>
        <p:spPr>
          <a:xfrm>
            <a:off x="2167377" y="4120517"/>
            <a:ext cx="9469197" cy="8568593"/>
          </a:xfrm>
        </p:spPr>
        <p:txBody>
          <a:bodyPr/>
          <a:lstStyle>
            <a:lvl1pPr marL="0" indent="0">
              <a:buNone/>
              <a:defRPr>
                <a:solidFill>
                  <a:schemeClr val="bg1"/>
                </a:solidFill>
              </a:defRPr>
            </a:lvl1pPr>
          </a:lstStyle>
          <a:p>
            <a:r>
              <a:rPr lang="en-US"/>
              <a:t>Click icon to add picture</a:t>
            </a:r>
            <a:endParaRPr lang="en-US" dirty="0"/>
          </a:p>
        </p:txBody>
      </p:sp>
      <p:sp>
        <p:nvSpPr>
          <p:cNvPr id="12" name="Text Placeholder 5">
            <a:extLst>
              <a:ext uri="{FF2B5EF4-FFF2-40B4-BE49-F238E27FC236}">
                <a16:creationId xmlns:a16="http://schemas.microsoft.com/office/drawing/2014/main" id="{6A7F952E-8DC5-6A79-9AE3-813B3AE4D1F2}"/>
              </a:ext>
            </a:extLst>
          </p:cNvPr>
          <p:cNvSpPr>
            <a:spLocks noGrp="1"/>
          </p:cNvSpPr>
          <p:nvPr>
            <p:ph type="body" sz="quarter" idx="16"/>
          </p:nvPr>
        </p:nvSpPr>
        <p:spPr>
          <a:xfrm>
            <a:off x="12747867" y="6462508"/>
            <a:ext cx="8024838" cy="6226602"/>
          </a:xfrm>
        </p:spPr>
        <p:txBody>
          <a:bodyPr>
            <a:noAutofit/>
          </a:bodyPr>
          <a:lstStyle>
            <a:lvl1pPr marL="0" indent="0">
              <a:buNone/>
              <a:defRPr kumimoji="0" lang="en-US" sz="2600" b="0" i="0" u="none" strike="noStrike" cap="none" spc="0" normalizeH="0" baseline="0">
                <a:ln>
                  <a:noFill/>
                </a:ln>
                <a:solidFill>
                  <a:srgbClr val="FFFFFF"/>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14" name="Text Placeholder 5">
            <a:extLst>
              <a:ext uri="{FF2B5EF4-FFF2-40B4-BE49-F238E27FC236}">
                <a16:creationId xmlns:a16="http://schemas.microsoft.com/office/drawing/2014/main" id="{BA033C1D-E65C-08C9-F39B-80EFE57D65D8}"/>
              </a:ext>
            </a:extLst>
          </p:cNvPr>
          <p:cNvSpPr>
            <a:spLocks noGrp="1"/>
          </p:cNvSpPr>
          <p:nvPr>
            <p:ph type="body" sz="quarter" idx="17" hasCustomPrompt="1"/>
          </p:nvPr>
        </p:nvSpPr>
        <p:spPr>
          <a:xfrm>
            <a:off x="12747428" y="4115640"/>
            <a:ext cx="8024812" cy="1968425"/>
          </a:xfrm>
        </p:spPr>
        <p:txBody>
          <a:bodyPr>
            <a:normAutofit/>
          </a:bodyPr>
          <a:lstStyle>
            <a:lvl1pPr marL="0" indent="0">
              <a:buNone/>
              <a:defRPr sz="4400">
                <a:solidFill>
                  <a:schemeClr val="bg1"/>
                </a:solidFill>
              </a:defRPr>
            </a:lvl1pPr>
            <a:lvl5pPr marL="2438400" indent="0" algn="l">
              <a:buFont typeface="Arial" panose="020B0604020202020204" pitchFamily="34" charset="0"/>
              <a:buNone/>
              <a:defRPr sz="4400">
                <a:solidFill>
                  <a:schemeClr val="bg1"/>
                </a:solidFill>
              </a:defRPr>
            </a:lvl5pPr>
          </a:lstStyle>
          <a:p>
            <a:pPr lvl="0"/>
            <a:r>
              <a:rPr lang="en-US" dirty="0"/>
              <a:t>Click to add text</a:t>
            </a:r>
          </a:p>
        </p:txBody>
      </p:sp>
      <p:pic>
        <p:nvPicPr>
          <p:cNvPr id="5" name="Picture 4">
            <a:extLst>
              <a:ext uri="{FF2B5EF4-FFF2-40B4-BE49-F238E27FC236}">
                <a16:creationId xmlns:a16="http://schemas.microsoft.com/office/drawing/2014/main" id="{0079C9F5-AAFF-0002-246E-C6EBF2351B3C}"/>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6" name="Group">
            <a:extLst>
              <a:ext uri="{FF2B5EF4-FFF2-40B4-BE49-F238E27FC236}">
                <a16:creationId xmlns:a16="http://schemas.microsoft.com/office/drawing/2014/main" id="{19954499-52C9-37B8-CE68-E31F97D9B97E}"/>
              </a:ext>
            </a:extLst>
          </p:cNvPr>
          <p:cNvGrpSpPr/>
          <p:nvPr userDrawn="1"/>
        </p:nvGrpSpPr>
        <p:grpSpPr>
          <a:xfrm>
            <a:off x="756659" y="-3867"/>
            <a:ext cx="2783909" cy="2014172"/>
            <a:chOff x="-2864397" y="0"/>
            <a:chExt cx="2783907" cy="2014171"/>
          </a:xfrm>
        </p:grpSpPr>
        <p:pic>
          <p:nvPicPr>
            <p:cNvPr id="8" name="Image" descr="Image">
              <a:extLst>
                <a:ext uri="{FF2B5EF4-FFF2-40B4-BE49-F238E27FC236}">
                  <a16:creationId xmlns:a16="http://schemas.microsoft.com/office/drawing/2014/main" id="{1827E7EE-F7D7-B912-1873-48F271C754AF}"/>
                </a:ext>
              </a:extLst>
            </p:cNvPr>
            <p:cNvPicPr>
              <a:picLocks noChangeAspect="1"/>
            </p:cNvPicPr>
            <p:nvPr/>
          </p:nvPicPr>
          <p:blipFill>
            <a:blip r:embed="rId3"/>
            <a:stretch>
              <a:fillRect/>
            </a:stretch>
          </p:blipFill>
          <p:spPr>
            <a:xfrm>
              <a:off x="-2864398" y="-1"/>
              <a:ext cx="630382" cy="1359672"/>
            </a:xfrm>
            <a:prstGeom prst="rect">
              <a:avLst/>
            </a:prstGeom>
            <a:ln w="12700" cap="flat">
              <a:noFill/>
              <a:miter lim="400000"/>
            </a:ln>
            <a:effectLst/>
          </p:spPr>
        </p:pic>
        <p:pic>
          <p:nvPicPr>
            <p:cNvPr id="9" name="Image" descr="Image">
              <a:extLst>
                <a:ext uri="{FF2B5EF4-FFF2-40B4-BE49-F238E27FC236}">
                  <a16:creationId xmlns:a16="http://schemas.microsoft.com/office/drawing/2014/main" id="{97CC2254-DB2F-2222-3ACB-0F4D49DF246B}"/>
                </a:ext>
              </a:extLst>
            </p:cNvPr>
            <p:cNvPicPr>
              <a:picLocks noChangeAspect="1"/>
            </p:cNvPicPr>
            <p:nvPr/>
          </p:nvPicPr>
          <p:blipFill>
            <a:blip r:embed="rId4"/>
            <a:srcRect t="88153" r="78332"/>
            <a:stretch>
              <a:fillRect/>
            </a:stretch>
          </p:blipFill>
          <p:spPr>
            <a:xfrm>
              <a:off x="-2850027" y="1390294"/>
              <a:ext cx="601633" cy="623878"/>
            </a:xfrm>
            <a:prstGeom prst="rect">
              <a:avLst/>
            </a:prstGeom>
            <a:ln w="12700" cap="flat">
              <a:noFill/>
              <a:miter lim="400000"/>
            </a:ln>
            <a:effectLst/>
          </p:spPr>
        </p:pic>
        <p:pic>
          <p:nvPicPr>
            <p:cNvPr id="10" name="Image" descr="Image">
              <a:extLst>
                <a:ext uri="{FF2B5EF4-FFF2-40B4-BE49-F238E27FC236}">
                  <a16:creationId xmlns:a16="http://schemas.microsoft.com/office/drawing/2014/main" id="{1DEA3358-B0D8-2D88-2DDF-CD2824CEACE3}"/>
                </a:ext>
              </a:extLst>
            </p:cNvPr>
            <p:cNvPicPr>
              <a:picLocks noChangeAspect="1"/>
            </p:cNvPicPr>
            <p:nvPr/>
          </p:nvPicPr>
          <p:blipFill>
            <a:blip r:embed="rId4"/>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34045232"/>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iz layout 1">
    <p:spTree>
      <p:nvGrpSpPr>
        <p:cNvPr id="1" name=""/>
        <p:cNvGrpSpPr/>
        <p:nvPr/>
      </p:nvGrpSpPr>
      <p:grpSpPr>
        <a:xfrm>
          <a:off x="0" y="0"/>
          <a:ext cx="0" cy="0"/>
          <a:chOff x="0" y="0"/>
          <a:chExt cx="0" cy="0"/>
        </a:xfrm>
      </p:grpSpPr>
      <p:sp>
        <p:nvSpPr>
          <p:cNvPr id="2" name="Rectangle">
            <a:extLst>
              <a:ext uri="{FF2B5EF4-FFF2-40B4-BE49-F238E27FC236}">
                <a16:creationId xmlns:a16="http://schemas.microsoft.com/office/drawing/2014/main" id="{FABE8965-C5C7-9C39-4D77-41321DCB42C7}"/>
              </a:ext>
            </a:extLst>
          </p:cNvPr>
          <p:cNvSpPr/>
          <p:nvPr userDrawn="1"/>
        </p:nvSpPr>
        <p:spPr>
          <a:xfrm>
            <a:off x="0" y="2360348"/>
            <a:ext cx="24384000" cy="11436178"/>
          </a:xfrm>
          <a:prstGeom prst="rect">
            <a:avLst/>
          </a:prstGeom>
          <a:gradFill>
            <a:gsLst>
              <a:gs pos="0">
                <a:srgbClr val="F15A24"/>
              </a:gs>
              <a:gs pos="100000">
                <a:srgbClr val="F8A036"/>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3" name="Title 2">
            <a:extLst>
              <a:ext uri="{FF2B5EF4-FFF2-40B4-BE49-F238E27FC236}">
                <a16:creationId xmlns:a16="http://schemas.microsoft.com/office/drawing/2014/main" id="{4C90E15E-9DC3-D24F-8189-931487225A46}"/>
              </a:ext>
            </a:extLst>
          </p:cNvPr>
          <p:cNvSpPr>
            <a:spLocks noGrp="1"/>
          </p:cNvSpPr>
          <p:nvPr>
            <p:ph type="title" hasCustomPrompt="1"/>
          </p:nvPr>
        </p:nvSpPr>
        <p:spPr>
          <a:xfrm>
            <a:off x="2167377" y="1871164"/>
            <a:ext cx="14715569" cy="511175"/>
          </a:xfrm>
        </p:spPr>
        <p:txBody>
          <a:bodyPr>
            <a:normAutofit/>
          </a:bodyPr>
          <a:lstStyle>
            <a:lvl1pPr>
              <a:defRPr kumimoji="0" lang="en-US" sz="3800" b="1" i="0" u="none" strike="noStrike" cap="all" spc="0" normalizeH="0" baseline="0">
                <a:ln>
                  <a:noFill/>
                </a:ln>
                <a:solidFill>
                  <a:srgbClr val="128CCD"/>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r>
              <a:rPr lang="en-US" dirty="0"/>
              <a:t>SLIDE TITLE</a:t>
            </a:r>
          </a:p>
        </p:txBody>
      </p:sp>
      <p:sp>
        <p:nvSpPr>
          <p:cNvPr id="13" name="Text Placeholder 4">
            <a:extLst>
              <a:ext uri="{FF2B5EF4-FFF2-40B4-BE49-F238E27FC236}">
                <a16:creationId xmlns:a16="http://schemas.microsoft.com/office/drawing/2014/main" id="{F9A081F0-DCC0-4F43-B885-A177263AC1B5}"/>
              </a:ext>
            </a:extLst>
          </p:cNvPr>
          <p:cNvSpPr>
            <a:spLocks noGrp="1"/>
          </p:cNvSpPr>
          <p:nvPr>
            <p:ph type="body" sz="quarter" idx="10" hasCustomPrompt="1"/>
          </p:nvPr>
        </p:nvSpPr>
        <p:spPr>
          <a:xfrm>
            <a:off x="2167377" y="2419728"/>
            <a:ext cx="9768875" cy="803546"/>
          </a:xfrm>
        </p:spPr>
        <p:txBody>
          <a:bodyPr/>
          <a:lstStyle>
            <a:lvl1pPr marL="0" indent="0">
              <a:buNone/>
              <a:defRPr kumimoji="0" lang="en-US" sz="3200" b="1" i="0" u="none" strike="noStrike" cap="all" spc="0" normalizeH="0" baseline="0">
                <a:ln>
                  <a:noFill/>
                </a:ln>
                <a:solidFill>
                  <a:schemeClr val="bg1"/>
                </a:solidFill>
                <a:effectLst/>
                <a:uFill>
                  <a:solidFill>
                    <a:srgbClr val="143E56"/>
                  </a:solidFill>
                </a:uFill>
                <a:latin typeface="Open Sans ExtraBold" pitchFamily="2" charset="0"/>
                <a:ea typeface="Open Sans ExtraBold" pitchFamily="2" charset="0"/>
                <a:cs typeface="Open Sans ExtraBold" pitchFamily="2" charset="0"/>
                <a:sym typeface="Helvetica Neue"/>
              </a:defRPr>
            </a:lvl1pPr>
          </a:lstStyle>
          <a:p>
            <a:pPr lvl="0"/>
            <a:r>
              <a:rPr lang="en-US" dirty="0"/>
              <a:t>SUB TITLE</a:t>
            </a:r>
          </a:p>
        </p:txBody>
      </p:sp>
      <p:sp>
        <p:nvSpPr>
          <p:cNvPr id="4" name="Round Same Side Corner Rectangle 3">
            <a:extLst>
              <a:ext uri="{FF2B5EF4-FFF2-40B4-BE49-F238E27FC236}">
                <a16:creationId xmlns:a16="http://schemas.microsoft.com/office/drawing/2014/main" id="{FA29A0C7-63A9-37AE-C36E-28D29DB1FC0C}"/>
              </a:ext>
            </a:extLst>
          </p:cNvPr>
          <p:cNvSpPr/>
          <p:nvPr userDrawn="1"/>
        </p:nvSpPr>
        <p:spPr>
          <a:xfrm>
            <a:off x="2124334" y="5228017"/>
            <a:ext cx="7712393" cy="8605898"/>
          </a:xfrm>
          <a:prstGeom prst="round2SameRect">
            <a:avLst>
              <a:gd name="adj1" fmla="val 7123"/>
              <a:gd name="adj2" fmla="val 0"/>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6" name="Text Placeholder 5">
            <a:extLst>
              <a:ext uri="{FF2B5EF4-FFF2-40B4-BE49-F238E27FC236}">
                <a16:creationId xmlns:a16="http://schemas.microsoft.com/office/drawing/2014/main" id="{00BFA553-2EAA-7D5D-66A4-3CB0B3039A4F}"/>
              </a:ext>
            </a:extLst>
          </p:cNvPr>
          <p:cNvSpPr>
            <a:spLocks noGrp="1"/>
          </p:cNvSpPr>
          <p:nvPr>
            <p:ph type="body" sz="quarter" idx="16"/>
          </p:nvPr>
        </p:nvSpPr>
        <p:spPr>
          <a:xfrm>
            <a:off x="2594247" y="7248019"/>
            <a:ext cx="6817382" cy="6226602"/>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6" name="Graphic 5" descr="Help with solid fill">
            <a:extLst>
              <a:ext uri="{FF2B5EF4-FFF2-40B4-BE49-F238E27FC236}">
                <a16:creationId xmlns:a16="http://schemas.microsoft.com/office/drawing/2014/main" id="{5BCC09F5-BEFD-455C-0F2F-F18D468EC78F}"/>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594247" y="5468810"/>
            <a:ext cx="1427671" cy="1427671"/>
          </a:xfrm>
          <a:prstGeom prst="rect">
            <a:avLst/>
          </a:prstGeom>
        </p:spPr>
      </p:pic>
      <p:sp>
        <p:nvSpPr>
          <p:cNvPr id="8" name="Rounded Rectangle 7">
            <a:extLst>
              <a:ext uri="{FF2B5EF4-FFF2-40B4-BE49-F238E27FC236}">
                <a16:creationId xmlns:a16="http://schemas.microsoft.com/office/drawing/2014/main" id="{7A5EDB33-736C-0AA5-C7CD-BDFF535E7A9C}"/>
              </a:ext>
            </a:extLst>
          </p:cNvPr>
          <p:cNvSpPr/>
          <p:nvPr userDrawn="1"/>
        </p:nvSpPr>
        <p:spPr>
          <a:xfrm>
            <a:off x="11485756" y="5237573"/>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19" name="Rounded Rectangle 18">
            <a:extLst>
              <a:ext uri="{FF2B5EF4-FFF2-40B4-BE49-F238E27FC236}">
                <a16:creationId xmlns:a16="http://schemas.microsoft.com/office/drawing/2014/main" id="{9A29247D-C253-CBDD-13EE-F16B85217807}"/>
              </a:ext>
            </a:extLst>
          </p:cNvPr>
          <p:cNvSpPr/>
          <p:nvPr userDrawn="1"/>
        </p:nvSpPr>
        <p:spPr>
          <a:xfrm>
            <a:off x="11485756" y="6937152"/>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0" name="Rounded Rectangle 19">
            <a:extLst>
              <a:ext uri="{FF2B5EF4-FFF2-40B4-BE49-F238E27FC236}">
                <a16:creationId xmlns:a16="http://schemas.microsoft.com/office/drawing/2014/main" id="{640D50B7-0BFF-E456-7675-C96913EC6D02}"/>
              </a:ext>
            </a:extLst>
          </p:cNvPr>
          <p:cNvSpPr/>
          <p:nvPr userDrawn="1"/>
        </p:nvSpPr>
        <p:spPr>
          <a:xfrm>
            <a:off x="11485756" y="8615938"/>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1" name="Rounded Rectangle 20">
            <a:extLst>
              <a:ext uri="{FF2B5EF4-FFF2-40B4-BE49-F238E27FC236}">
                <a16:creationId xmlns:a16="http://schemas.microsoft.com/office/drawing/2014/main" id="{A4EB9AD0-97D9-EA55-1897-8E787ACA18AD}"/>
              </a:ext>
            </a:extLst>
          </p:cNvPr>
          <p:cNvSpPr/>
          <p:nvPr userDrawn="1"/>
        </p:nvSpPr>
        <p:spPr>
          <a:xfrm>
            <a:off x="11485756" y="10294724"/>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2" name="Rounded Rectangle 21">
            <a:extLst>
              <a:ext uri="{FF2B5EF4-FFF2-40B4-BE49-F238E27FC236}">
                <a16:creationId xmlns:a16="http://schemas.microsoft.com/office/drawing/2014/main" id="{1FE4A142-7345-2F27-77AC-6B8D7F3BB8F0}"/>
              </a:ext>
            </a:extLst>
          </p:cNvPr>
          <p:cNvSpPr/>
          <p:nvPr userDrawn="1"/>
        </p:nvSpPr>
        <p:spPr>
          <a:xfrm>
            <a:off x="11485756" y="11973510"/>
            <a:ext cx="11731083" cy="1080000"/>
          </a:xfrm>
          <a:prstGeom prst="roundRect">
            <a:avLst/>
          </a:prstGeom>
          <a:solidFill>
            <a:schemeClr val="bg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Open Sans Light" pitchFamily="2" charset="0"/>
              <a:ea typeface="Open Sans Light" pitchFamily="2" charset="0"/>
              <a:cs typeface="Open Sans Light" pitchFamily="2" charset="0"/>
              <a:sym typeface="Helvetica Neue Medium"/>
            </a:endParaRPr>
          </a:p>
        </p:txBody>
      </p:sp>
      <p:sp>
        <p:nvSpPr>
          <p:cNvPr id="24" name="Text Placeholder 5">
            <a:extLst>
              <a:ext uri="{FF2B5EF4-FFF2-40B4-BE49-F238E27FC236}">
                <a16:creationId xmlns:a16="http://schemas.microsoft.com/office/drawing/2014/main" id="{8ED258EB-0A79-0CC4-9AC5-E5BB65095D9B}"/>
              </a:ext>
            </a:extLst>
          </p:cNvPr>
          <p:cNvSpPr>
            <a:spLocks noGrp="1"/>
          </p:cNvSpPr>
          <p:nvPr>
            <p:ph type="body" sz="quarter" idx="17"/>
          </p:nvPr>
        </p:nvSpPr>
        <p:spPr>
          <a:xfrm>
            <a:off x="11936252" y="5570897"/>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5" name="Text Placeholder 5">
            <a:extLst>
              <a:ext uri="{FF2B5EF4-FFF2-40B4-BE49-F238E27FC236}">
                <a16:creationId xmlns:a16="http://schemas.microsoft.com/office/drawing/2014/main" id="{D7D34A3F-BE3B-171A-71BC-2F827D2C4C80}"/>
              </a:ext>
            </a:extLst>
          </p:cNvPr>
          <p:cNvSpPr>
            <a:spLocks noGrp="1"/>
          </p:cNvSpPr>
          <p:nvPr>
            <p:ph type="body" sz="quarter" idx="18"/>
          </p:nvPr>
        </p:nvSpPr>
        <p:spPr>
          <a:xfrm>
            <a:off x="11936252" y="7270476"/>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6" name="Text Placeholder 5">
            <a:extLst>
              <a:ext uri="{FF2B5EF4-FFF2-40B4-BE49-F238E27FC236}">
                <a16:creationId xmlns:a16="http://schemas.microsoft.com/office/drawing/2014/main" id="{3421587F-10AC-7EBE-6901-E1BA33DF8AE1}"/>
              </a:ext>
            </a:extLst>
          </p:cNvPr>
          <p:cNvSpPr>
            <a:spLocks noGrp="1"/>
          </p:cNvSpPr>
          <p:nvPr>
            <p:ph type="body" sz="quarter" idx="19"/>
          </p:nvPr>
        </p:nvSpPr>
        <p:spPr>
          <a:xfrm>
            <a:off x="11936252" y="8949262"/>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7" name="Text Placeholder 5">
            <a:extLst>
              <a:ext uri="{FF2B5EF4-FFF2-40B4-BE49-F238E27FC236}">
                <a16:creationId xmlns:a16="http://schemas.microsoft.com/office/drawing/2014/main" id="{B1FF3B0B-6113-DB9F-2F3C-96810CE90162}"/>
              </a:ext>
            </a:extLst>
          </p:cNvPr>
          <p:cNvSpPr>
            <a:spLocks noGrp="1"/>
          </p:cNvSpPr>
          <p:nvPr>
            <p:ph type="body" sz="quarter" idx="20"/>
          </p:nvPr>
        </p:nvSpPr>
        <p:spPr>
          <a:xfrm>
            <a:off x="11936252" y="10628048"/>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sp>
        <p:nvSpPr>
          <p:cNvPr id="28" name="Text Placeholder 5">
            <a:extLst>
              <a:ext uri="{FF2B5EF4-FFF2-40B4-BE49-F238E27FC236}">
                <a16:creationId xmlns:a16="http://schemas.microsoft.com/office/drawing/2014/main" id="{1B78CB5C-262B-068C-9251-A2C3C592CF45}"/>
              </a:ext>
            </a:extLst>
          </p:cNvPr>
          <p:cNvSpPr>
            <a:spLocks noGrp="1"/>
          </p:cNvSpPr>
          <p:nvPr>
            <p:ph type="body" sz="quarter" idx="21"/>
          </p:nvPr>
        </p:nvSpPr>
        <p:spPr>
          <a:xfrm>
            <a:off x="11936252" y="12306834"/>
            <a:ext cx="10801828" cy="468000"/>
          </a:xfrm>
        </p:spPr>
        <p:txBody>
          <a:bodyPr>
            <a:noAutofit/>
          </a:bodyPr>
          <a:lstStyle>
            <a:lvl1pPr marL="0" indent="0">
              <a:buNone/>
              <a:defRPr kumimoji="0" lang="en-US" sz="2600" b="0" i="0" u="none" strike="noStrike" cap="none" spc="0" normalizeH="0" baseline="0">
                <a:ln>
                  <a:noFill/>
                </a:ln>
                <a:solidFill>
                  <a:schemeClr val="tx2">
                    <a:lumMod val="75000"/>
                  </a:schemeClr>
                </a:solidFill>
                <a:effectLst/>
                <a:uFillTx/>
                <a:latin typeface="Open Sans Light"/>
                <a:ea typeface="Open Sans Light"/>
                <a:cs typeface="Open Sans Light"/>
                <a:sym typeface="Helvetica Neue"/>
              </a:defRPr>
            </a:lvl1pPr>
            <a:lvl2pPr marL="6096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2pPr>
            <a:lvl3pPr marL="12192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3pPr>
            <a:lvl4pPr marL="18288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4pPr>
            <a:lvl5pPr marL="2438400" indent="0">
              <a:buNone/>
              <a:defRPr kumimoji="0" lang="en-US" sz="2200" b="0" i="0" u="none" strike="noStrike" cap="none" spc="0" normalizeH="0" baseline="0">
                <a:ln>
                  <a:noFill/>
                </a:ln>
                <a:solidFill>
                  <a:srgbClr val="FFFFFF"/>
                </a:solidFill>
                <a:effectLst/>
                <a:uFillTx/>
                <a:latin typeface="Open Sans Light"/>
                <a:ea typeface="Open Sans Light"/>
                <a:cs typeface="Open Sans Light"/>
                <a:sym typeface="Helvetica Neue"/>
              </a:defRPr>
            </a:lvl5pPr>
          </a:lstStyle>
          <a:p>
            <a:pPr lvl="0"/>
            <a:r>
              <a:rPr lang="en-US"/>
              <a:t>Click to edit Master text styles</a:t>
            </a:r>
          </a:p>
        </p:txBody>
      </p:sp>
      <p:pic>
        <p:nvPicPr>
          <p:cNvPr id="7" name="Picture 6">
            <a:extLst>
              <a:ext uri="{FF2B5EF4-FFF2-40B4-BE49-F238E27FC236}">
                <a16:creationId xmlns:a16="http://schemas.microsoft.com/office/drawing/2014/main" id="{9F9AF533-B5F6-1F4C-DB2A-D5C619F6972D}"/>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27166"/>
          <a:stretch/>
        </p:blipFill>
        <p:spPr>
          <a:xfrm>
            <a:off x="20815349" y="0"/>
            <a:ext cx="2811993" cy="1473200"/>
          </a:xfrm>
          <a:prstGeom prst="rect">
            <a:avLst/>
          </a:prstGeom>
        </p:spPr>
      </p:pic>
      <p:grpSp>
        <p:nvGrpSpPr>
          <p:cNvPr id="9" name="Group">
            <a:extLst>
              <a:ext uri="{FF2B5EF4-FFF2-40B4-BE49-F238E27FC236}">
                <a16:creationId xmlns:a16="http://schemas.microsoft.com/office/drawing/2014/main" id="{CACAE48A-1410-60E4-FCE8-EBA95AD9A7D1}"/>
              </a:ext>
            </a:extLst>
          </p:cNvPr>
          <p:cNvGrpSpPr/>
          <p:nvPr userDrawn="1"/>
        </p:nvGrpSpPr>
        <p:grpSpPr>
          <a:xfrm>
            <a:off x="756659" y="-3867"/>
            <a:ext cx="2783909" cy="2014172"/>
            <a:chOff x="-2864397" y="0"/>
            <a:chExt cx="2783907" cy="2014171"/>
          </a:xfrm>
        </p:grpSpPr>
        <p:pic>
          <p:nvPicPr>
            <p:cNvPr id="10" name="Image" descr="Image">
              <a:extLst>
                <a:ext uri="{FF2B5EF4-FFF2-40B4-BE49-F238E27FC236}">
                  <a16:creationId xmlns:a16="http://schemas.microsoft.com/office/drawing/2014/main" id="{835D3321-F5AB-7B39-240A-709C3EABC96A}"/>
                </a:ext>
              </a:extLst>
            </p:cNvPr>
            <p:cNvPicPr>
              <a:picLocks noChangeAspect="1"/>
            </p:cNvPicPr>
            <p:nvPr/>
          </p:nvPicPr>
          <p:blipFill>
            <a:blip r:embed="rId4"/>
            <a:stretch>
              <a:fillRect/>
            </a:stretch>
          </p:blipFill>
          <p:spPr>
            <a:xfrm>
              <a:off x="-2864398" y="-1"/>
              <a:ext cx="630382" cy="1359672"/>
            </a:xfrm>
            <a:prstGeom prst="rect">
              <a:avLst/>
            </a:prstGeom>
            <a:ln w="12700" cap="flat">
              <a:noFill/>
              <a:miter lim="400000"/>
            </a:ln>
            <a:effectLst/>
          </p:spPr>
        </p:pic>
        <p:pic>
          <p:nvPicPr>
            <p:cNvPr id="11" name="Image" descr="Image">
              <a:extLst>
                <a:ext uri="{FF2B5EF4-FFF2-40B4-BE49-F238E27FC236}">
                  <a16:creationId xmlns:a16="http://schemas.microsoft.com/office/drawing/2014/main" id="{9A5045C5-E6D9-0C02-A60D-808D1A46D9CC}"/>
                </a:ext>
              </a:extLst>
            </p:cNvPr>
            <p:cNvPicPr>
              <a:picLocks noChangeAspect="1"/>
            </p:cNvPicPr>
            <p:nvPr/>
          </p:nvPicPr>
          <p:blipFill>
            <a:blip r:embed="rId5"/>
            <a:srcRect t="88153" r="78332"/>
            <a:stretch>
              <a:fillRect/>
            </a:stretch>
          </p:blipFill>
          <p:spPr>
            <a:xfrm>
              <a:off x="-2850027" y="1390294"/>
              <a:ext cx="601633" cy="623878"/>
            </a:xfrm>
            <a:prstGeom prst="rect">
              <a:avLst/>
            </a:prstGeom>
            <a:ln w="12700" cap="flat">
              <a:noFill/>
              <a:miter lim="400000"/>
            </a:ln>
            <a:effectLst/>
          </p:spPr>
        </p:pic>
        <p:pic>
          <p:nvPicPr>
            <p:cNvPr id="12" name="Image" descr="Image">
              <a:extLst>
                <a:ext uri="{FF2B5EF4-FFF2-40B4-BE49-F238E27FC236}">
                  <a16:creationId xmlns:a16="http://schemas.microsoft.com/office/drawing/2014/main" id="{5C378790-9194-7CF7-64F2-DCDC541DE747}"/>
                </a:ext>
              </a:extLst>
            </p:cNvPr>
            <p:cNvPicPr>
              <a:picLocks noChangeAspect="1"/>
            </p:cNvPicPr>
            <p:nvPr/>
          </p:nvPicPr>
          <p:blipFill>
            <a:blip r:embed="rId5"/>
            <a:srcRect l="31837" t="7689" b="68044"/>
            <a:stretch>
              <a:fillRect/>
            </a:stretch>
          </p:blipFill>
          <p:spPr>
            <a:xfrm>
              <a:off x="-1973131" y="245246"/>
              <a:ext cx="1892642" cy="1277976"/>
            </a:xfrm>
            <a:prstGeom prst="rect">
              <a:avLst/>
            </a:prstGeom>
            <a:ln w="12700" cap="flat">
              <a:noFill/>
              <a:miter lim="400000"/>
            </a:ln>
            <a:effectLst/>
          </p:spPr>
        </p:pic>
      </p:grpSp>
    </p:spTree>
    <p:extLst>
      <p:ext uri="{BB962C8B-B14F-4D97-AF65-F5344CB8AC3E}">
        <p14:creationId xmlns:p14="http://schemas.microsoft.com/office/powerpoint/2010/main" val="1151361529"/>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losing type 1">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8" name="UNIVERSITAS BINA NUSANTARA">
            <a:extLst>
              <a:ext uri="{FF2B5EF4-FFF2-40B4-BE49-F238E27FC236}">
                <a16:creationId xmlns:a16="http://schemas.microsoft.com/office/drawing/2014/main" id="{1D553A28-04FA-E944-90CB-BDB2AEBEA300}"/>
              </a:ext>
            </a:extLst>
          </p:cNvPr>
          <p:cNvSpPr txBox="1"/>
          <p:nvPr userDrawn="1"/>
        </p:nvSpPr>
        <p:spPr>
          <a:xfrm>
            <a:off x="9823213" y="8366096"/>
            <a:ext cx="4727256" cy="301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lgn="l" defTabSz="821531">
              <a:lnSpc>
                <a:spcPct val="80000"/>
              </a:lnSpc>
              <a:defRPr sz="3600">
                <a:solidFill>
                  <a:srgbClr val="FFFFFF"/>
                </a:solidFill>
                <a:latin typeface="Open Sans Light"/>
                <a:ea typeface="Open Sans Light"/>
                <a:cs typeface="Open Sans Light"/>
                <a:sym typeface="Open Sans"/>
              </a:defRPr>
            </a:pPr>
            <a:r>
              <a:rPr sz="2400" dirty="0"/>
              <a:t>UNIVERSITAS</a:t>
            </a:r>
            <a:r>
              <a:rPr sz="2400" b="1" dirty="0"/>
              <a:t> BINA NUSANTARA</a:t>
            </a: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THANK YOU message</a:t>
            </a:r>
            <a:endParaRPr dirty="0"/>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8EBE46FE-17DA-131C-25CA-513E1EB2D6D7}"/>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49D08008-1FC5-26A6-E9A3-347420006839}"/>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27320987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 type 2">
    <p:spTree>
      <p:nvGrpSpPr>
        <p:cNvPr id="1" name=""/>
        <p:cNvGrpSpPr/>
        <p:nvPr/>
      </p:nvGrpSpPr>
      <p:grpSpPr>
        <a:xfrm>
          <a:off x="0" y="0"/>
          <a:ext cx="0" cy="0"/>
          <a:chOff x="0" y="0"/>
          <a:chExt cx="0" cy="0"/>
        </a:xfrm>
      </p:grpSpPr>
      <p:pic>
        <p:nvPicPr>
          <p:cNvPr id="6" name="BG Slide-01.jpg" descr="BG Slide-01.jpg">
            <a:extLst>
              <a:ext uri="{FF2B5EF4-FFF2-40B4-BE49-F238E27FC236}">
                <a16:creationId xmlns:a16="http://schemas.microsoft.com/office/drawing/2014/main" id="{EB456242-AA88-DF45-9244-298FA0B8369B}"/>
              </a:ext>
            </a:extLst>
          </p:cNvPr>
          <p:cNvPicPr>
            <a:picLocks noChangeAspect="1"/>
          </p:cNvPicPr>
          <p:nvPr userDrawn="1"/>
        </p:nvPicPr>
        <p:blipFill>
          <a:blip r:embed="rId2"/>
          <a:srcRect l="165" r="165"/>
          <a:stretch>
            <a:fillRect/>
          </a:stretch>
        </p:blipFill>
        <p:spPr>
          <a:xfrm>
            <a:off x="-86098" y="-57547"/>
            <a:ext cx="24507155" cy="13831095"/>
          </a:xfrm>
          <a:prstGeom prst="rect">
            <a:avLst/>
          </a:prstGeom>
          <a:ln w="12700">
            <a:miter lim="400000"/>
          </a:ln>
        </p:spPr>
      </p:pic>
      <p:sp>
        <p:nvSpPr>
          <p:cNvPr id="10" name="Rectangle">
            <a:extLst>
              <a:ext uri="{FF2B5EF4-FFF2-40B4-BE49-F238E27FC236}">
                <a16:creationId xmlns:a16="http://schemas.microsoft.com/office/drawing/2014/main" id="{BE73ECD8-9761-904C-83FC-7C21B825FC86}"/>
              </a:ext>
            </a:extLst>
          </p:cNvPr>
          <p:cNvSpPr/>
          <p:nvPr userDrawn="1"/>
        </p:nvSpPr>
        <p:spPr>
          <a:xfrm>
            <a:off x="0" y="0"/>
            <a:ext cx="24384000" cy="13716000"/>
          </a:xfrm>
          <a:prstGeom prst="rect">
            <a:avLst/>
          </a:prstGeom>
          <a:gradFill>
            <a:gsLst>
              <a:gs pos="0">
                <a:srgbClr val="2670B8"/>
              </a:gs>
              <a:gs pos="100000">
                <a:srgbClr val="2258A7"/>
              </a:gs>
            </a:gsLst>
          </a:gradFill>
          <a:ln w="12700">
            <a:miter lim="400000"/>
          </a:ln>
        </p:spPr>
        <p:txBody>
          <a:bodyPr lIns="71437" tIns="71437" rIns="71437" bIns="71437" anchor="ctr"/>
          <a:lstStyle/>
          <a:p>
            <a:pPr defTabSz="821531">
              <a:defRPr sz="30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11684000" y="9025087"/>
            <a:ext cx="1016000" cy="88901"/>
          </a:xfrm>
          <a:prstGeom prst="roundRect">
            <a:avLst>
              <a:gd name="adj" fmla="val 50000"/>
            </a:avLst>
          </a:prstGeom>
          <a:solidFill>
            <a:srgbClr val="F08700"/>
          </a:solidFill>
          <a:ln w="12700">
            <a:miter lim="400000"/>
          </a:ln>
        </p:spPr>
        <p:txBody>
          <a:bodyPr lIns="50800" tIns="50800" rIns="50800" bIns="50800" anchor="ctr"/>
          <a:lstStyle/>
          <a:p>
            <a:pPr defTabSz="825500">
              <a:defRPr sz="3200">
                <a:solidFill>
                  <a:srgbClr val="FFFFFF"/>
                </a:solidFill>
                <a:latin typeface="Helvetica Neue Medium"/>
                <a:ea typeface="Helvetica Neue Medium"/>
                <a:cs typeface="Helvetica Neue Medium"/>
                <a:sym typeface="Helvetica Neue Medium"/>
              </a:defRPr>
            </a:pPr>
            <a:endParaRPr dirty="0">
              <a:latin typeface="Open Sans Light" pitchFamily="2" charset="0"/>
              <a:ea typeface="Open Sans Light" pitchFamily="2" charset="0"/>
              <a:cs typeface="Open Sans Light" pitchFamily="2" charset="0"/>
            </a:endParaRPr>
          </a:p>
        </p:txBody>
      </p:sp>
      <p:sp>
        <p:nvSpPr>
          <p:cNvPr id="13" name="Body Level One…"/>
          <p:cNvSpPr txBox="1">
            <a:spLocks noGrp="1"/>
          </p:cNvSpPr>
          <p:nvPr>
            <p:ph type="body" sz="quarter" idx="1" hasCustomPrompt="1"/>
          </p:nvPr>
        </p:nvSpPr>
        <p:spPr>
          <a:xfrm>
            <a:off x="1201342" y="7438335"/>
            <a:ext cx="21971001" cy="864672"/>
          </a:xfrm>
          <a:prstGeom prst="rect">
            <a:avLst/>
          </a:prstGeom>
        </p:spPr>
        <p:txBody>
          <a:bodyPr/>
          <a:lstStyle>
            <a:lvl1pPr marL="0" indent="0" algn="ctr" defTabSz="825500">
              <a:lnSpc>
                <a:spcPct val="100000"/>
              </a:lnSpc>
              <a:spcBef>
                <a:spcPts val="0"/>
              </a:spcBef>
              <a:buSzTx/>
              <a:buNone/>
              <a:defRPr kumimoji="0" sz="5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457200" defTabSz="825500">
              <a:lnSpc>
                <a:spcPct val="100000"/>
              </a:lnSpc>
              <a:spcBef>
                <a:spcPts val="0"/>
              </a:spcBef>
              <a:buSzTx/>
              <a:buNone/>
              <a:defRPr sz="5500" b="1"/>
            </a:lvl2pPr>
            <a:lvl3pPr marL="0" indent="914400" defTabSz="825500">
              <a:lnSpc>
                <a:spcPct val="100000"/>
              </a:lnSpc>
              <a:spcBef>
                <a:spcPts val="0"/>
              </a:spcBef>
              <a:buSzTx/>
              <a:buNone/>
              <a:defRPr sz="5500" b="1"/>
            </a:lvl3pPr>
            <a:lvl4pPr marL="0" indent="1371600" defTabSz="825500">
              <a:lnSpc>
                <a:spcPct val="100000"/>
              </a:lnSpc>
              <a:spcBef>
                <a:spcPts val="0"/>
              </a:spcBef>
              <a:buSzTx/>
              <a:buNone/>
              <a:defRPr sz="5500" b="1"/>
            </a:lvl4pPr>
            <a:lvl5pPr marL="0" indent="1828800" defTabSz="825500">
              <a:lnSpc>
                <a:spcPct val="100000"/>
              </a:lnSpc>
              <a:spcBef>
                <a:spcPts val="0"/>
              </a:spcBef>
              <a:buSzTx/>
              <a:buNone/>
              <a:defRPr sz="5500" b="1"/>
            </a:lvl5pPr>
          </a:lstStyle>
          <a:p>
            <a:r>
              <a:rPr dirty="0"/>
              <a:t>Presentation </a:t>
            </a:r>
            <a:r>
              <a:rPr lang="en-US" dirty="0"/>
              <a:t>TITLE</a:t>
            </a:r>
            <a:endParaRPr dirty="0"/>
          </a:p>
        </p:txBody>
      </p:sp>
      <p:sp>
        <p:nvSpPr>
          <p:cNvPr id="18" name="Presentation Title">
            <a:extLst>
              <a:ext uri="{FF2B5EF4-FFF2-40B4-BE49-F238E27FC236}">
                <a16:creationId xmlns:a16="http://schemas.microsoft.com/office/drawing/2014/main" id="{15CBFADB-E6B3-9B4E-8320-314E3790EC2E}"/>
              </a:ext>
            </a:extLst>
          </p:cNvPr>
          <p:cNvSpPr txBox="1">
            <a:spLocks noGrp="1"/>
          </p:cNvSpPr>
          <p:nvPr>
            <p:ph type="title" hasCustomPrompt="1"/>
          </p:nvPr>
        </p:nvSpPr>
        <p:spPr>
          <a:xfrm>
            <a:off x="1206496" y="3058757"/>
            <a:ext cx="21971004" cy="3746281"/>
          </a:xfrm>
          <a:prstGeom prst="rect">
            <a:avLst/>
          </a:prstGeom>
        </p:spPr>
        <p:txBody>
          <a:bodyPr anchor="b">
            <a:normAutofit/>
          </a:bodyPr>
          <a:lstStyle>
            <a:lvl1pPr algn="ctr">
              <a:defRPr kumimoji="0" sz="120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a:t>THANK YOU message</a:t>
            </a:r>
            <a:endParaRPr/>
          </a:p>
        </p:txBody>
      </p:sp>
      <p:sp>
        <p:nvSpPr>
          <p:cNvPr id="19" name="Text Placeholder 2">
            <a:extLst>
              <a:ext uri="{FF2B5EF4-FFF2-40B4-BE49-F238E27FC236}">
                <a16:creationId xmlns:a16="http://schemas.microsoft.com/office/drawing/2014/main" id="{9973D83C-1488-3E4C-B9DF-5608E0394C08}"/>
              </a:ext>
            </a:extLst>
          </p:cNvPr>
          <p:cNvSpPr>
            <a:spLocks noGrp="1"/>
          </p:cNvSpPr>
          <p:nvPr>
            <p:ph type="body" sz="quarter" idx="10" hasCustomPrompt="1"/>
          </p:nvPr>
        </p:nvSpPr>
        <p:spPr>
          <a:xfrm>
            <a:off x="9075574" y="9486762"/>
            <a:ext cx="6222535" cy="358278"/>
          </a:xfrm>
        </p:spPr>
        <p:txBody>
          <a:bodyPr>
            <a:normAutofit/>
          </a:bodyPr>
          <a:lstStyle>
            <a:lvl1pPr marL="0" indent="0" algn="ctr">
              <a:buNone/>
              <a:def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kumimoji="0" lang="en-US" sz="2000" b="0" i="0" u="none" strike="noStrike" cap="none" spc="0" normalizeH="0" baseline="0">
                <a:ln>
                  <a:noFill/>
                </a:ln>
                <a:solidFill>
                  <a:srgbClr val="FFFFFF"/>
                </a:solidFill>
                <a:effectLst/>
                <a:uFillTx/>
                <a:latin typeface="Open Sans Semibold"/>
                <a:ea typeface="Open Sans Semibold"/>
                <a:cs typeface="Open Sans Semibold"/>
                <a:sym typeface="Open Sans Semibold"/>
              </a:rPr>
              <a:t>MONTH YEAR</a:t>
            </a:r>
            <a:endParaRPr lang="en-US"/>
          </a:p>
        </p:txBody>
      </p:sp>
      <p:pic>
        <p:nvPicPr>
          <p:cNvPr id="3" name="Picture 2">
            <a:extLst>
              <a:ext uri="{FF2B5EF4-FFF2-40B4-BE49-F238E27FC236}">
                <a16:creationId xmlns:a16="http://schemas.microsoft.com/office/drawing/2014/main" id="{C5851190-1E16-8731-05F7-9E415A2E72A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20918512" y="758208"/>
            <a:ext cx="2698754" cy="1143002"/>
          </a:xfrm>
          <a:prstGeom prst="rect">
            <a:avLst/>
          </a:prstGeom>
        </p:spPr>
      </p:pic>
      <p:pic>
        <p:nvPicPr>
          <p:cNvPr id="4" name="Image" descr="Image">
            <a:extLst>
              <a:ext uri="{FF2B5EF4-FFF2-40B4-BE49-F238E27FC236}">
                <a16:creationId xmlns:a16="http://schemas.microsoft.com/office/drawing/2014/main" id="{16478055-4CD9-7AD2-1E0C-062019F0D612}"/>
              </a:ext>
            </a:extLst>
          </p:cNvPr>
          <p:cNvPicPr>
            <a:picLocks noChangeAspect="1"/>
          </p:cNvPicPr>
          <p:nvPr userDrawn="1"/>
        </p:nvPicPr>
        <p:blipFill>
          <a:blip r:embed="rId4"/>
          <a:stretch>
            <a:fillRect/>
          </a:stretch>
        </p:blipFill>
        <p:spPr>
          <a:xfrm>
            <a:off x="766734" y="758207"/>
            <a:ext cx="1914949" cy="1143001"/>
          </a:xfrm>
          <a:prstGeom prst="rect">
            <a:avLst/>
          </a:prstGeom>
          <a:ln w="12700">
            <a:miter lim="400000"/>
          </a:ln>
        </p:spPr>
      </p:pic>
    </p:spTree>
    <p:extLst>
      <p:ext uri="{BB962C8B-B14F-4D97-AF65-F5344CB8AC3E}">
        <p14:creationId xmlns:p14="http://schemas.microsoft.com/office/powerpoint/2010/main" val="2109941728"/>
      </p:ext>
    </p:extLst>
  </p:cSld>
  <p:clrMapOvr>
    <a:masterClrMapping/>
  </p:clrMapOvr>
  <p:transition spd="med"/>
  <p:extLst>
    <p:ext uri="{DCECCB84-F9BA-43D5-87BE-67443E8EF086}">
      <p15:sldGuideLst xmlns:p15="http://schemas.microsoft.com/office/powerpoint/2012/main">
        <p15:guide id="1" orient="horz" pos="4320" userDrawn="1">
          <p15:clr>
            <a:srgbClr val="FBAE40"/>
          </p15:clr>
        </p15:guide>
        <p15:guide id="2" pos="768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1079500"/>
            <a:ext cx="21971000" cy="14331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Title</a:t>
            </a:r>
          </a:p>
        </p:txBody>
      </p:sp>
      <p:sp>
        <p:nvSpPr>
          <p:cNvPr id="3" name="Body Level One…"/>
          <p:cNvSpPr txBox="1">
            <a:spLocks noGrp="1"/>
          </p:cNvSpPr>
          <p:nvPr>
            <p:ph type="body" idx="1" hasCustomPrompt="1"/>
          </p:nvPr>
        </p:nvSpPr>
        <p:spPr>
          <a:xfrm>
            <a:off x="1206500" y="4248504"/>
            <a:ext cx="21971000" cy="825601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p>
            <a:r>
              <a:rPr dirty="0"/>
              <a:t>Slide bullet text</a:t>
            </a:r>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989384" y="13076008"/>
            <a:ext cx="392736" cy="379591"/>
          </a:xfrm>
          <a:prstGeom prst="rect">
            <a:avLst/>
          </a:prstGeom>
          <a:ln w="12700">
            <a:miter lim="400000"/>
          </a:ln>
        </p:spPr>
        <p:txBody>
          <a:bodyPr wrap="none" lIns="50800" tIns="50800" rIns="50800" bIns="50800" anchor="b">
            <a:spAutoFit/>
          </a:bodyPr>
          <a:lstStyle>
            <a:lvl1pPr defTabSz="584200">
              <a:defRPr sz="1800">
                <a:solidFill>
                  <a:srgbClr val="000000"/>
                </a:solidFill>
                <a:latin typeface="Open Sans Light" panose="020B0606030504020204" pitchFamily="34" charset="0"/>
                <a:ea typeface="Open Sans Light" panose="020B0606030504020204" pitchFamily="34" charset="0"/>
                <a:cs typeface="Open Sans Light" panose="020B0606030504020204" pitchFamily="34" charset="0"/>
              </a:defRPr>
            </a:lvl1pPr>
          </a:lstStyle>
          <a:p>
            <a:fld id="{86CB4B4D-7CA3-9044-876B-883B54F8677D}" type="slidenum">
              <a:rPr lang="en-ID"/>
              <a:pPr/>
              <a:t>‹#›</a:t>
            </a:fld>
            <a:endParaRPr lang="en-ID" dirty="0"/>
          </a:p>
        </p:txBody>
      </p:sp>
    </p:spTree>
  </p:cSld>
  <p:clrMap bg1="lt1" tx1="dk1" bg2="lt2" tx2="dk2" accent1="accent1" accent2="accent2" accent3="accent3" accent4="accent4" accent5="accent5" accent6="accent6" hlink="hlink" folHlink="folHlink"/>
  <p:sldLayoutIdLst>
    <p:sldLayoutId id="2147483672" r:id="rId1"/>
    <p:sldLayoutId id="2147483666" r:id="rId2"/>
    <p:sldLayoutId id="2147483682" r:id="rId3"/>
    <p:sldLayoutId id="2147483673" r:id="rId4"/>
    <p:sldLayoutId id="2147483674" r:id="rId5"/>
    <p:sldLayoutId id="2147483675" r:id="rId6"/>
    <p:sldLayoutId id="2147483676" r:id="rId7"/>
    <p:sldLayoutId id="2147483677" r:id="rId8"/>
    <p:sldLayoutId id="2147483678" r:id="rId9"/>
    <p:sldLayoutId id="2147483679" r:id="rId10"/>
    <p:sldLayoutId id="2147483684" r:id="rId11"/>
    <p:sldLayoutId id="2147483667" r:id="rId12"/>
    <p:sldLayoutId id="2147483668" r:id="rId13"/>
    <p:sldLayoutId id="2147483685" r:id="rId14"/>
    <p:sldLayoutId id="2147483669" r:id="rId15"/>
    <p:sldLayoutId id="2147483683" r:id="rId16"/>
    <p:sldLayoutId id="2147483688" r:id="rId17"/>
    <p:sldLayoutId id="2147483670" r:id="rId18"/>
    <p:sldLayoutId id="2147483687" r:id="rId19"/>
    <p:sldLayoutId id="2147483671" r:id="rId20"/>
    <p:sldLayoutId id="2147483686" r:id="rId21"/>
    <p:sldLayoutId id="2147483680" r:id="rId22"/>
    <p:sldLayoutId id="2147483681" r:id="rId23"/>
  </p:sldLayoutIdLst>
  <p:transition spd="med"/>
  <p:txStyles>
    <p:titleStyle>
      <a:lvl1pPr marL="0" marR="0" indent="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Open Sans ExtraBold" panose="020B0606030504020204" pitchFamily="34" charset="0"/>
          <a:ea typeface="Open Sans ExtraBold" panose="020B0606030504020204" pitchFamily="34" charset="0"/>
          <a:cs typeface="Open Sans ExtraBold" panose="020B0606030504020204" pitchFamily="34" charset="0"/>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12.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endParaRPr lang="en-US"/>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lstStyle/>
          <a:p>
            <a:r>
              <a:rPr lang="en-US" dirty="0"/>
              <a:t>Introduction to Flowchart</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a:xfrm>
            <a:off x="8853287" y="11538583"/>
            <a:ext cx="6622502" cy="745888"/>
          </a:xfrm>
        </p:spPr>
        <p:txBody>
          <a:bodyPr/>
          <a:lstStyle/>
          <a:p>
            <a:r>
              <a:rPr lang="en-US" dirty="0"/>
              <a:t>Nicholaus Hendrik Jeremy, </a:t>
            </a:r>
            <a:r>
              <a:rPr lang="en-US" dirty="0" err="1"/>
              <a:t>S.Kom</a:t>
            </a:r>
            <a:r>
              <a:rPr lang="en-US" dirty="0"/>
              <a:t>., </a:t>
            </a:r>
            <a:r>
              <a:rPr lang="en-US" dirty="0" err="1"/>
              <a:t>M.Kom</a:t>
            </a:r>
            <a:r>
              <a:rPr lang="en-US" dirty="0"/>
              <a:t>.</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EE913-EE39-C321-5882-05A506DB3444}"/>
              </a:ext>
            </a:extLst>
          </p:cNvPr>
          <p:cNvSpPr>
            <a:spLocks noGrp="1"/>
          </p:cNvSpPr>
          <p:nvPr>
            <p:ph type="title"/>
          </p:nvPr>
        </p:nvSpPr>
        <p:spPr/>
        <p:txBody>
          <a:bodyPr>
            <a:normAutofit fontScale="90000"/>
          </a:bodyPr>
          <a:lstStyle/>
          <a:p>
            <a:r>
              <a:rPr lang="en-ID" dirty="0"/>
              <a:t>Learning Outcomes</a:t>
            </a:r>
          </a:p>
        </p:txBody>
      </p:sp>
      <p:sp>
        <p:nvSpPr>
          <p:cNvPr id="3" name="Text Placeholder 2">
            <a:extLst>
              <a:ext uri="{FF2B5EF4-FFF2-40B4-BE49-F238E27FC236}">
                <a16:creationId xmlns:a16="http://schemas.microsoft.com/office/drawing/2014/main" id="{0002D373-5BC5-C51D-92C2-C090C3857861}"/>
              </a:ext>
            </a:extLst>
          </p:cNvPr>
          <p:cNvSpPr>
            <a:spLocks noGrp="1"/>
          </p:cNvSpPr>
          <p:nvPr>
            <p:ph type="body" sz="quarter" idx="10"/>
          </p:nvPr>
        </p:nvSpPr>
        <p:spPr/>
        <p:txBody>
          <a:bodyPr/>
          <a:lstStyle/>
          <a:p>
            <a:endParaRPr lang="en-ID"/>
          </a:p>
        </p:txBody>
      </p:sp>
      <p:sp>
        <p:nvSpPr>
          <p:cNvPr id="4" name="Content Placeholder 3">
            <a:extLst>
              <a:ext uri="{FF2B5EF4-FFF2-40B4-BE49-F238E27FC236}">
                <a16:creationId xmlns:a16="http://schemas.microsoft.com/office/drawing/2014/main" id="{72B426B6-A02E-F758-7A2B-554FFF354A1A}"/>
              </a:ext>
            </a:extLst>
          </p:cNvPr>
          <p:cNvSpPr>
            <a:spLocks noGrp="1"/>
          </p:cNvSpPr>
          <p:nvPr>
            <p:ph sz="quarter" idx="11"/>
          </p:nvPr>
        </p:nvSpPr>
        <p:spPr>
          <a:xfrm>
            <a:off x="2070340" y="4596868"/>
            <a:ext cx="20548120" cy="4522264"/>
          </a:xfrm>
        </p:spPr>
        <p:txBody>
          <a:bodyPr>
            <a:normAutofit/>
          </a:bodyPr>
          <a:lstStyle/>
          <a:p>
            <a:pPr marL="0" indent="0">
              <a:buNone/>
            </a:pPr>
            <a:r>
              <a:rPr lang="en-ID" sz="3200" b="1" dirty="0">
                <a:solidFill>
                  <a:srgbClr val="4A4A4A"/>
                </a:solidFill>
                <a:latin typeface="+mj-lt"/>
              </a:rPr>
              <a:t>LO 1 </a:t>
            </a:r>
            <a:r>
              <a:rPr lang="en-ID" sz="3200" dirty="0">
                <a:solidFill>
                  <a:srgbClr val="4A4A4A"/>
                </a:solidFill>
                <a:latin typeface="+mj-lt"/>
              </a:rPr>
              <a:t>: </a:t>
            </a:r>
            <a:r>
              <a:rPr lang="en-US" sz="3200" dirty="0">
                <a:solidFill>
                  <a:srgbClr val="4A4A4A"/>
                </a:solidFill>
                <a:latin typeface="+mj-lt"/>
              </a:rPr>
              <a:t>Describe the fundamental concepts and purpose of information system analysis and design</a:t>
            </a:r>
          </a:p>
          <a:p>
            <a:pPr marL="0" indent="0">
              <a:buNone/>
            </a:pPr>
            <a:r>
              <a:rPr lang="en-US" sz="3200" b="1" dirty="0">
                <a:solidFill>
                  <a:srgbClr val="4A4A4A"/>
                </a:solidFill>
                <a:latin typeface="+mj-lt"/>
              </a:rPr>
              <a:t>LO 2 </a:t>
            </a:r>
            <a:r>
              <a:rPr lang="en-US" sz="3200" dirty="0">
                <a:solidFill>
                  <a:srgbClr val="4A4A4A"/>
                </a:solidFill>
                <a:latin typeface="+mj-lt"/>
              </a:rPr>
              <a:t>: Apply structured design techniques to model a system's logic and flow</a:t>
            </a:r>
          </a:p>
          <a:p>
            <a:pPr marL="0" indent="0">
              <a:buNone/>
            </a:pPr>
            <a:r>
              <a:rPr lang="en-US" sz="3200" b="1" dirty="0">
                <a:solidFill>
                  <a:schemeClr val="bg2"/>
                </a:solidFill>
                <a:latin typeface="+mj-lt"/>
              </a:rPr>
              <a:t>LO 3 </a:t>
            </a:r>
            <a:r>
              <a:rPr lang="en-US" sz="3200" dirty="0">
                <a:solidFill>
                  <a:schemeClr val="bg2"/>
                </a:solidFill>
                <a:latin typeface="+mj-lt"/>
              </a:rPr>
              <a:t>: Analyze system requirements to identify actors, processes, data, and interactions</a:t>
            </a:r>
          </a:p>
          <a:p>
            <a:pPr marL="0" indent="0">
              <a:buNone/>
            </a:pPr>
            <a:r>
              <a:rPr lang="en-US" sz="3200" b="1" dirty="0">
                <a:solidFill>
                  <a:schemeClr val="bg2"/>
                </a:solidFill>
                <a:latin typeface="+mj-lt"/>
              </a:rPr>
              <a:t>LO 4</a:t>
            </a:r>
            <a:r>
              <a:rPr lang="en-US" sz="3200" dirty="0">
                <a:solidFill>
                  <a:schemeClr val="bg2"/>
                </a:solidFill>
                <a:latin typeface="+mj-lt"/>
              </a:rPr>
              <a:t> : Apply UML-based design artifacts to communicate a complete system solution</a:t>
            </a:r>
            <a:endParaRPr lang="en-ID" sz="3200" dirty="0">
              <a:solidFill>
                <a:schemeClr val="bg2"/>
              </a:solidFill>
              <a:latin typeface="+mj-lt"/>
            </a:endParaRPr>
          </a:p>
        </p:txBody>
      </p:sp>
    </p:spTree>
    <p:extLst>
      <p:ext uri="{BB962C8B-B14F-4D97-AF65-F5344CB8AC3E}">
        <p14:creationId xmlns:p14="http://schemas.microsoft.com/office/powerpoint/2010/main" val="2766454393"/>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13528-8722-D2CE-643F-AB101DA68473}"/>
              </a:ext>
            </a:extLst>
          </p:cNvPr>
          <p:cNvSpPr>
            <a:spLocks noGrp="1"/>
          </p:cNvSpPr>
          <p:nvPr>
            <p:ph type="title"/>
          </p:nvPr>
        </p:nvSpPr>
        <p:spPr/>
        <p:txBody>
          <a:bodyPr>
            <a:normAutofit fontScale="90000"/>
          </a:bodyPr>
          <a:lstStyle/>
          <a:p>
            <a:r>
              <a:rPr lang="en-US" dirty="0"/>
              <a:t>Outline</a:t>
            </a:r>
          </a:p>
        </p:txBody>
      </p:sp>
      <p:sp>
        <p:nvSpPr>
          <p:cNvPr id="3" name="Text Placeholder 2">
            <a:extLst>
              <a:ext uri="{FF2B5EF4-FFF2-40B4-BE49-F238E27FC236}">
                <a16:creationId xmlns:a16="http://schemas.microsoft.com/office/drawing/2014/main" id="{962FF216-87B5-7575-1909-3879E3BC8BE9}"/>
              </a:ext>
            </a:extLst>
          </p:cNvPr>
          <p:cNvSpPr>
            <a:spLocks noGrp="1"/>
          </p:cNvSpPr>
          <p:nvPr>
            <p:ph type="body" sz="quarter" idx="10"/>
          </p:nvPr>
        </p:nvSpPr>
        <p:spPr/>
        <p:txBody>
          <a:bodyPr/>
          <a:lstStyle/>
          <a:p>
            <a:endParaRPr lang="en-US"/>
          </a:p>
        </p:txBody>
      </p:sp>
      <p:sp>
        <p:nvSpPr>
          <p:cNvPr id="8" name="Content Placeholder 3">
            <a:extLst>
              <a:ext uri="{FF2B5EF4-FFF2-40B4-BE49-F238E27FC236}">
                <a16:creationId xmlns:a16="http://schemas.microsoft.com/office/drawing/2014/main" id="{953430F5-4513-BB9F-6CCB-F51B24DE6D38}"/>
              </a:ext>
            </a:extLst>
          </p:cNvPr>
          <p:cNvSpPr txBox="1">
            <a:spLocks/>
          </p:cNvSpPr>
          <p:nvPr/>
        </p:nvSpPr>
        <p:spPr>
          <a:xfrm>
            <a:off x="2167377" y="4596868"/>
            <a:ext cx="17034493" cy="473691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r>
              <a:rPr lang="en-US" sz="3200" dirty="0">
                <a:latin typeface="+mj-lt"/>
              </a:rPr>
              <a:t>What is a Flowchart?</a:t>
            </a:r>
          </a:p>
          <a:p>
            <a:r>
              <a:rPr lang="en-US" sz="3200" dirty="0">
                <a:latin typeface="+mj-lt"/>
              </a:rPr>
              <a:t>Standard Symbols</a:t>
            </a:r>
          </a:p>
          <a:p>
            <a:r>
              <a:rPr lang="en-US" sz="3200" dirty="0">
                <a:latin typeface="+mj-lt"/>
              </a:rPr>
              <a:t>Reading and Drawing Basic Flowcharts</a:t>
            </a:r>
          </a:p>
        </p:txBody>
      </p:sp>
    </p:spTree>
    <p:extLst>
      <p:ext uri="{BB962C8B-B14F-4D97-AF65-F5344CB8AC3E}">
        <p14:creationId xmlns:p14="http://schemas.microsoft.com/office/powerpoint/2010/main" val="277064227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5070114-C1A9-9FB2-EDDC-5DA649DF9B69}"/>
              </a:ext>
            </a:extLst>
          </p:cNvPr>
          <p:cNvSpPr>
            <a:spLocks noGrp="1"/>
          </p:cNvSpPr>
          <p:nvPr>
            <p:ph type="title"/>
          </p:nvPr>
        </p:nvSpPr>
        <p:spPr/>
        <p:txBody>
          <a:bodyPr/>
          <a:lstStyle/>
          <a:p>
            <a:r>
              <a:rPr lang="en-US" dirty="0"/>
              <a:t>What is a flowchart?</a:t>
            </a:r>
          </a:p>
        </p:txBody>
      </p:sp>
    </p:spTree>
    <p:extLst>
      <p:ext uri="{BB962C8B-B14F-4D97-AF65-F5344CB8AC3E}">
        <p14:creationId xmlns:p14="http://schemas.microsoft.com/office/powerpoint/2010/main" val="733401865"/>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BE8047C-8F4F-5B6C-93F9-A0907B3C480A}"/>
              </a:ext>
            </a:extLst>
          </p:cNvPr>
          <p:cNvSpPr>
            <a:spLocks noGrp="1" noRot="1" noMove="1" noResize="1" noEditPoints="1" noAdjustHandles="1" noChangeArrowheads="1" noChangeShapeType="1"/>
          </p:cNvSpPr>
          <p:nvPr/>
        </p:nvSpPr>
        <p:spPr>
          <a:xfrm>
            <a:off x="0" y="2382339"/>
            <a:ext cx="24384000" cy="11589570"/>
          </a:xfrm>
          <a:prstGeom prst="rect">
            <a:avLst/>
          </a:prstGeom>
          <a:solidFill>
            <a:srgbClr val="254FA1">
              <a:alpha val="65098"/>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j-lt"/>
              <a:ea typeface="Helvetica Neue Medium"/>
              <a:cs typeface="Helvetica Neue Medium"/>
              <a:sym typeface="Helvetica Neue Medium"/>
            </a:endParaRPr>
          </a:p>
        </p:txBody>
      </p:sp>
      <p:sp>
        <p:nvSpPr>
          <p:cNvPr id="3" name="Title 2">
            <a:extLst>
              <a:ext uri="{FF2B5EF4-FFF2-40B4-BE49-F238E27FC236}">
                <a16:creationId xmlns:a16="http://schemas.microsoft.com/office/drawing/2014/main" id="{FEEF16C0-3C30-899C-0846-A870C309380F}"/>
              </a:ext>
            </a:extLst>
          </p:cNvPr>
          <p:cNvSpPr>
            <a:spLocks noGrp="1"/>
          </p:cNvSpPr>
          <p:nvPr>
            <p:ph type="title"/>
          </p:nvPr>
        </p:nvSpPr>
        <p:spPr/>
        <p:txBody>
          <a:bodyPr>
            <a:normAutofit fontScale="90000"/>
          </a:bodyPr>
          <a:lstStyle/>
          <a:p>
            <a:r>
              <a:rPr lang="en-US" dirty="0"/>
              <a:t>Going back to the fundamentals</a:t>
            </a:r>
          </a:p>
        </p:txBody>
      </p:sp>
      <p:sp>
        <p:nvSpPr>
          <p:cNvPr id="4" name="Text Placeholder 3">
            <a:extLst>
              <a:ext uri="{FF2B5EF4-FFF2-40B4-BE49-F238E27FC236}">
                <a16:creationId xmlns:a16="http://schemas.microsoft.com/office/drawing/2014/main" id="{027150F9-6865-5964-9063-28F6DA79FE5A}"/>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B584E707-6937-320F-3308-C001456A9A40}"/>
              </a:ext>
            </a:extLst>
          </p:cNvPr>
          <p:cNvSpPr>
            <a:spLocks noGrp="1"/>
          </p:cNvSpPr>
          <p:nvPr>
            <p:ph sz="quarter" idx="11"/>
          </p:nvPr>
        </p:nvSpPr>
        <p:spPr>
          <a:xfrm>
            <a:off x="2167377" y="4442615"/>
            <a:ext cx="20354046" cy="6305898"/>
          </a:xfrm>
        </p:spPr>
        <p:txBody>
          <a:bodyPr>
            <a:normAutofit/>
          </a:bodyPr>
          <a:lstStyle/>
          <a:p>
            <a:pPr marL="0" indent="0">
              <a:buNone/>
            </a:pPr>
            <a:r>
              <a:rPr lang="en-US" sz="3200" dirty="0">
                <a:latin typeface="+mj-lt"/>
              </a:rPr>
              <a:t>Algorithm is a set of well-defined logical steps that must be taken to perform a task.</a:t>
            </a:r>
          </a:p>
          <a:p>
            <a:pPr marL="0" indent="0">
              <a:buNone/>
            </a:pPr>
            <a:r>
              <a:rPr lang="en-US" sz="3200" dirty="0">
                <a:latin typeface="+mj-lt"/>
              </a:rPr>
              <a:t>Three main ways of presenting an algorithm are:</a:t>
            </a:r>
          </a:p>
          <a:p>
            <a:r>
              <a:rPr lang="en-US" sz="3200" dirty="0">
                <a:latin typeface="+mj-lt"/>
              </a:rPr>
              <a:t>Descriptive</a:t>
            </a:r>
          </a:p>
          <a:p>
            <a:r>
              <a:rPr lang="en-US" sz="3200" b="1" i="1" u="sng" dirty="0">
                <a:latin typeface="+mj-lt"/>
              </a:rPr>
              <a:t>Flowchart</a:t>
            </a:r>
          </a:p>
          <a:p>
            <a:r>
              <a:rPr lang="en-US" sz="3200" dirty="0">
                <a:latin typeface="+mj-lt"/>
              </a:rPr>
              <a:t>Pseudocode</a:t>
            </a:r>
          </a:p>
        </p:txBody>
      </p:sp>
    </p:spTree>
    <p:extLst>
      <p:ext uri="{BB962C8B-B14F-4D97-AF65-F5344CB8AC3E}">
        <p14:creationId xmlns:p14="http://schemas.microsoft.com/office/powerpoint/2010/main" val="4040781529"/>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66084-9434-CA31-0B4D-CC6BD7968D49}"/>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85772CDE-8C95-D830-4ADC-065F0BC68992}"/>
              </a:ext>
            </a:extLst>
          </p:cNvPr>
          <p:cNvSpPr>
            <a:spLocks noGrp="1" noRot="1" noMove="1" noResize="1" noEditPoints="1" noAdjustHandles="1" noChangeArrowheads="1" noChangeShapeType="1"/>
          </p:cNvSpPr>
          <p:nvPr/>
        </p:nvSpPr>
        <p:spPr>
          <a:xfrm>
            <a:off x="0" y="2382339"/>
            <a:ext cx="24384000" cy="11589570"/>
          </a:xfrm>
          <a:prstGeom prst="rect">
            <a:avLst/>
          </a:prstGeom>
          <a:solidFill>
            <a:srgbClr val="254FA1">
              <a:alpha val="65098"/>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j-lt"/>
              <a:ea typeface="Helvetica Neue Medium"/>
              <a:cs typeface="Helvetica Neue Medium"/>
              <a:sym typeface="Helvetica Neue Medium"/>
            </a:endParaRPr>
          </a:p>
        </p:txBody>
      </p:sp>
      <p:sp>
        <p:nvSpPr>
          <p:cNvPr id="3" name="Title 2">
            <a:extLst>
              <a:ext uri="{FF2B5EF4-FFF2-40B4-BE49-F238E27FC236}">
                <a16:creationId xmlns:a16="http://schemas.microsoft.com/office/drawing/2014/main" id="{0CB43256-B454-EC5A-C1A2-1084F23153A4}"/>
              </a:ext>
            </a:extLst>
          </p:cNvPr>
          <p:cNvSpPr>
            <a:spLocks noGrp="1"/>
          </p:cNvSpPr>
          <p:nvPr>
            <p:ph type="title"/>
          </p:nvPr>
        </p:nvSpPr>
        <p:spPr/>
        <p:txBody>
          <a:bodyPr>
            <a:normAutofit fontScale="90000"/>
          </a:bodyPr>
          <a:lstStyle/>
          <a:p>
            <a:r>
              <a:rPr lang="en-US" dirty="0"/>
              <a:t>What is a flowchart?</a:t>
            </a:r>
          </a:p>
        </p:txBody>
      </p:sp>
      <p:sp>
        <p:nvSpPr>
          <p:cNvPr id="4" name="Text Placeholder 3">
            <a:extLst>
              <a:ext uri="{FF2B5EF4-FFF2-40B4-BE49-F238E27FC236}">
                <a16:creationId xmlns:a16="http://schemas.microsoft.com/office/drawing/2014/main" id="{797F764B-049F-A60D-BD9E-3A9A7B158647}"/>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25A0B9AA-2DEA-6D71-3CC1-332825CC3AB5}"/>
              </a:ext>
            </a:extLst>
          </p:cNvPr>
          <p:cNvSpPr>
            <a:spLocks noGrp="1"/>
          </p:cNvSpPr>
          <p:nvPr>
            <p:ph sz="quarter" idx="11"/>
          </p:nvPr>
        </p:nvSpPr>
        <p:spPr>
          <a:xfrm>
            <a:off x="2167377" y="4442615"/>
            <a:ext cx="15126710" cy="6305898"/>
          </a:xfrm>
        </p:spPr>
        <p:txBody>
          <a:bodyPr>
            <a:normAutofit/>
          </a:bodyPr>
          <a:lstStyle/>
          <a:p>
            <a:pPr marL="0" indent="0">
              <a:buNone/>
            </a:pPr>
            <a:r>
              <a:rPr lang="en-US" sz="3200" dirty="0">
                <a:latin typeface="+mj-lt"/>
              </a:rPr>
              <a:t>Flowchart is a diagram that visualize each steps within the algorithm or a program. </a:t>
            </a:r>
          </a:p>
          <a:p>
            <a:pPr marL="0" indent="0">
              <a:buNone/>
            </a:pPr>
            <a:r>
              <a:rPr lang="en-US" sz="3200" dirty="0">
                <a:latin typeface="+mj-lt"/>
              </a:rPr>
              <a:t>Flowchart serves a purpose as a tool to plan, organize, analyze, and evaluate the process to complete a task.</a:t>
            </a:r>
          </a:p>
          <a:p>
            <a:pPr marL="0" indent="0">
              <a:buNone/>
            </a:pPr>
            <a:r>
              <a:rPr lang="en-US" sz="3200" dirty="0">
                <a:latin typeface="+mj-lt"/>
              </a:rPr>
              <a:t>Descriptive algorithm is good, but often it gets text-heavy. Pseudocode might get technical. This is when diagram comes into play.</a:t>
            </a:r>
          </a:p>
          <a:p>
            <a:pPr marL="0" indent="0">
              <a:buNone/>
            </a:pPr>
            <a:r>
              <a:rPr lang="en-US" sz="3200" dirty="0">
                <a:latin typeface="+mj-lt"/>
              </a:rPr>
              <a:t>In 1965 a convention to standardize the creation of </a:t>
            </a:r>
            <a:r>
              <a:rPr lang="en-US" sz="3200" dirty="0" err="1">
                <a:latin typeface="+mj-lt"/>
              </a:rPr>
              <a:t>sflowchart</a:t>
            </a:r>
            <a:r>
              <a:rPr lang="en-US" sz="3200" dirty="0">
                <a:latin typeface="+mj-lt"/>
              </a:rPr>
              <a:t> is published by American National Standards Institute (ANSI), which then is adopted in 1973 by International Standards </a:t>
            </a:r>
            <a:r>
              <a:rPr lang="en-US" sz="3200" dirty="0" err="1">
                <a:latin typeface="+mj-lt"/>
              </a:rPr>
              <a:t>Organizaton</a:t>
            </a:r>
            <a:r>
              <a:rPr lang="en-US" sz="3200" dirty="0">
                <a:latin typeface="+mj-lt"/>
              </a:rPr>
              <a:t> (ISO). </a:t>
            </a:r>
          </a:p>
        </p:txBody>
      </p:sp>
      <p:pic>
        <p:nvPicPr>
          <p:cNvPr id="2" name="Picture 1" descr="Flow chart Generic Outline Color icon | Freepik">
            <a:extLst>
              <a:ext uri="{FF2B5EF4-FFF2-40B4-BE49-F238E27FC236}">
                <a16:creationId xmlns:a16="http://schemas.microsoft.com/office/drawing/2014/main" id="{55B61086-18AF-26DA-2314-D4BF99871F4B}"/>
              </a:ext>
            </a:extLst>
          </p:cNvPr>
          <p:cNvPicPr>
            <a:picLocks noChangeAspect="1"/>
          </p:cNvPicPr>
          <p:nvPr/>
        </p:nvPicPr>
        <p:blipFill>
          <a:blip r:embed="rId2"/>
          <a:stretch>
            <a:fillRect/>
          </a:stretch>
        </p:blipFill>
        <p:spPr>
          <a:xfrm>
            <a:off x="17883772" y="5157469"/>
            <a:ext cx="4876190" cy="4876190"/>
          </a:xfrm>
          <a:prstGeom prst="rect">
            <a:avLst/>
          </a:prstGeom>
        </p:spPr>
      </p:pic>
    </p:spTree>
    <p:extLst>
      <p:ext uri="{BB962C8B-B14F-4D97-AF65-F5344CB8AC3E}">
        <p14:creationId xmlns:p14="http://schemas.microsoft.com/office/powerpoint/2010/main" val="2035707164"/>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3D377-C4DE-5F39-8162-51434849814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9B1A81B8-2332-DF53-A8B3-867A36436053}"/>
              </a:ext>
            </a:extLst>
          </p:cNvPr>
          <p:cNvSpPr>
            <a:spLocks noGrp="1" noRot="1" noMove="1" noResize="1" noEditPoints="1" noAdjustHandles="1" noChangeArrowheads="1" noChangeShapeType="1"/>
          </p:cNvSpPr>
          <p:nvPr/>
        </p:nvSpPr>
        <p:spPr>
          <a:xfrm>
            <a:off x="0" y="2382339"/>
            <a:ext cx="24384000" cy="11589570"/>
          </a:xfrm>
          <a:prstGeom prst="rect">
            <a:avLst/>
          </a:prstGeom>
          <a:solidFill>
            <a:srgbClr val="254FA1">
              <a:alpha val="65098"/>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j-lt"/>
              <a:ea typeface="Helvetica Neue Medium"/>
              <a:cs typeface="Helvetica Neue Medium"/>
              <a:sym typeface="Helvetica Neue Medium"/>
            </a:endParaRPr>
          </a:p>
        </p:txBody>
      </p:sp>
      <p:sp>
        <p:nvSpPr>
          <p:cNvPr id="3" name="Title 2">
            <a:extLst>
              <a:ext uri="{FF2B5EF4-FFF2-40B4-BE49-F238E27FC236}">
                <a16:creationId xmlns:a16="http://schemas.microsoft.com/office/drawing/2014/main" id="{0E0FB462-3D98-4E62-568F-E2C03931C366}"/>
              </a:ext>
            </a:extLst>
          </p:cNvPr>
          <p:cNvSpPr>
            <a:spLocks noGrp="1"/>
          </p:cNvSpPr>
          <p:nvPr>
            <p:ph type="title"/>
          </p:nvPr>
        </p:nvSpPr>
        <p:spPr/>
        <p:txBody>
          <a:bodyPr>
            <a:normAutofit fontScale="90000"/>
          </a:bodyPr>
          <a:lstStyle/>
          <a:p>
            <a:r>
              <a:rPr lang="en-US" dirty="0"/>
              <a:t>Going Back in Time</a:t>
            </a:r>
          </a:p>
        </p:txBody>
      </p:sp>
      <p:sp>
        <p:nvSpPr>
          <p:cNvPr id="4" name="Text Placeholder 3">
            <a:extLst>
              <a:ext uri="{FF2B5EF4-FFF2-40B4-BE49-F238E27FC236}">
                <a16:creationId xmlns:a16="http://schemas.microsoft.com/office/drawing/2014/main" id="{AA8095B0-052B-D9E3-86BA-5EDA13724B7B}"/>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33352058-F395-2A91-9BA2-240080250B86}"/>
              </a:ext>
            </a:extLst>
          </p:cNvPr>
          <p:cNvSpPr>
            <a:spLocks noGrp="1"/>
          </p:cNvSpPr>
          <p:nvPr>
            <p:ph sz="quarter" idx="11"/>
          </p:nvPr>
        </p:nvSpPr>
        <p:spPr>
          <a:xfrm>
            <a:off x="2167376" y="4442615"/>
            <a:ext cx="12602172" cy="6305898"/>
          </a:xfrm>
        </p:spPr>
        <p:txBody>
          <a:bodyPr>
            <a:normAutofit/>
          </a:bodyPr>
          <a:lstStyle/>
          <a:p>
            <a:pPr marL="0" indent="0" algn="just">
              <a:buNone/>
            </a:pPr>
            <a:r>
              <a:rPr lang="en-US" sz="3200" dirty="0">
                <a:latin typeface="+mj-lt"/>
              </a:rPr>
              <a:t>Back then, computer can’t print out complex shape, which means graphics were handmade. However, freehand drawing can get difficult when making precise shape. Several companies provide their flowcharting “template”, but one most influential template (which largely what we use to this day) comes from IBM in 1960.</a:t>
            </a:r>
          </a:p>
        </p:txBody>
      </p:sp>
      <p:pic>
        <p:nvPicPr>
          <p:cNvPr id="7" name="Picture 6" descr="Flowcharting Templates">
            <a:extLst>
              <a:ext uri="{FF2B5EF4-FFF2-40B4-BE49-F238E27FC236}">
                <a16:creationId xmlns:a16="http://schemas.microsoft.com/office/drawing/2014/main" id="{AA8A9742-F78C-9FF8-4207-07BC3602795B}"/>
              </a:ext>
            </a:extLst>
          </p:cNvPr>
          <p:cNvPicPr>
            <a:picLocks noChangeAspect="1"/>
          </p:cNvPicPr>
          <p:nvPr/>
        </p:nvPicPr>
        <p:blipFill>
          <a:blip r:embed="rId2"/>
          <a:srcRect l="8876" t="10839" r="8876" b="10839"/>
          <a:stretch>
            <a:fillRect/>
          </a:stretch>
        </p:blipFill>
        <p:spPr>
          <a:xfrm>
            <a:off x="2167377" y="7619554"/>
            <a:ext cx="3676833" cy="2180651"/>
          </a:xfrm>
          <a:prstGeom prst="rect">
            <a:avLst/>
          </a:prstGeom>
        </p:spPr>
      </p:pic>
      <p:pic>
        <p:nvPicPr>
          <p:cNvPr id="8" name="Picture 7" descr="IBM X-20-8020 Flowcharting Template | National Museum of American History">
            <a:extLst>
              <a:ext uri="{FF2B5EF4-FFF2-40B4-BE49-F238E27FC236}">
                <a16:creationId xmlns:a16="http://schemas.microsoft.com/office/drawing/2014/main" id="{028C67BD-0DFC-37B1-0C45-53666A4A7482}"/>
              </a:ext>
            </a:extLst>
          </p:cNvPr>
          <p:cNvPicPr>
            <a:picLocks noChangeAspect="1"/>
          </p:cNvPicPr>
          <p:nvPr/>
        </p:nvPicPr>
        <p:blipFill>
          <a:blip r:embed="rId3"/>
          <a:stretch>
            <a:fillRect/>
          </a:stretch>
        </p:blipFill>
        <p:spPr>
          <a:xfrm rot="16200000">
            <a:off x="13849260" y="3539209"/>
            <a:ext cx="11182422" cy="7846332"/>
          </a:xfrm>
          <a:prstGeom prst="rect">
            <a:avLst/>
          </a:prstGeom>
        </p:spPr>
      </p:pic>
      <p:cxnSp>
        <p:nvCxnSpPr>
          <p:cNvPr id="10" name="Connector: Elbow 9">
            <a:extLst>
              <a:ext uri="{FF2B5EF4-FFF2-40B4-BE49-F238E27FC236}">
                <a16:creationId xmlns:a16="http://schemas.microsoft.com/office/drawing/2014/main" id="{01D2A3F2-2957-629C-C515-07E1A07A7170}"/>
              </a:ext>
            </a:extLst>
          </p:cNvPr>
          <p:cNvCxnSpPr>
            <a:cxnSpLocks/>
          </p:cNvCxnSpPr>
          <p:nvPr/>
        </p:nvCxnSpPr>
        <p:spPr>
          <a:xfrm>
            <a:off x="12324523" y="7036025"/>
            <a:ext cx="2584174" cy="892453"/>
          </a:xfrm>
          <a:prstGeom prst="bentConnector3">
            <a:avLst>
              <a:gd name="adj1" fmla="val 0"/>
            </a:avLst>
          </a:prstGeom>
          <a:ln w="127000">
            <a:tailEnd type="triangle"/>
          </a:ln>
        </p:spPr>
        <p:style>
          <a:lnRef idx="3">
            <a:schemeClr val="accent4"/>
          </a:lnRef>
          <a:fillRef idx="0">
            <a:schemeClr val="accent4"/>
          </a:fillRef>
          <a:effectRef idx="2">
            <a:schemeClr val="accent4"/>
          </a:effectRef>
          <a:fontRef idx="minor">
            <a:schemeClr val="tx1"/>
          </a:fontRef>
        </p:style>
      </p:cxnSp>
      <p:sp>
        <p:nvSpPr>
          <p:cNvPr id="15" name="TextBox 14">
            <a:extLst>
              <a:ext uri="{FF2B5EF4-FFF2-40B4-BE49-F238E27FC236}">
                <a16:creationId xmlns:a16="http://schemas.microsoft.com/office/drawing/2014/main" id="{3051FB3C-03AD-D2EF-C197-9DB3DA09D22C}"/>
              </a:ext>
            </a:extLst>
          </p:cNvPr>
          <p:cNvSpPr txBox="1"/>
          <p:nvPr/>
        </p:nvSpPr>
        <p:spPr>
          <a:xfrm>
            <a:off x="2968649" y="9914388"/>
            <a:ext cx="2074287"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chemeClr val="bg1"/>
                </a:solidFill>
                <a:effectLst/>
                <a:uFillTx/>
                <a:latin typeface="+mn-lt"/>
                <a:ea typeface="+mn-ea"/>
                <a:cs typeface="+mn-cs"/>
                <a:sym typeface="Helvetica Neue"/>
              </a:rPr>
              <a:t>Bunker-Ramo</a:t>
            </a:r>
          </a:p>
        </p:txBody>
      </p:sp>
      <p:sp>
        <p:nvSpPr>
          <p:cNvPr id="17" name="TextBox 16">
            <a:extLst>
              <a:ext uri="{FF2B5EF4-FFF2-40B4-BE49-F238E27FC236}">
                <a16:creationId xmlns:a16="http://schemas.microsoft.com/office/drawing/2014/main" id="{A0E42F94-0CFD-BB65-CD58-DC600D72C703}"/>
              </a:ext>
            </a:extLst>
          </p:cNvPr>
          <p:cNvSpPr txBox="1"/>
          <p:nvPr/>
        </p:nvSpPr>
        <p:spPr>
          <a:xfrm>
            <a:off x="11936252" y="13243785"/>
            <a:ext cx="12205252"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r"/>
            <a:r>
              <a:rPr lang="en-US" dirty="0">
                <a:solidFill>
                  <a:schemeClr val="bg1">
                    <a:lumMod val="95000"/>
                  </a:schemeClr>
                </a:solidFill>
              </a:rPr>
              <a:t>https://americanhistory.si.edu/collections/object/nmah_690230</a:t>
            </a:r>
          </a:p>
        </p:txBody>
      </p:sp>
      <p:pic>
        <p:nvPicPr>
          <p:cNvPr id="18" name="Picture 17">
            <a:extLst>
              <a:ext uri="{FF2B5EF4-FFF2-40B4-BE49-F238E27FC236}">
                <a16:creationId xmlns:a16="http://schemas.microsoft.com/office/drawing/2014/main" id="{92FE9D82-02A4-E39A-F15E-E2CDBFB04F97}"/>
              </a:ext>
            </a:extLst>
          </p:cNvPr>
          <p:cNvPicPr>
            <a:picLocks noChangeAspect="1"/>
          </p:cNvPicPr>
          <p:nvPr/>
        </p:nvPicPr>
        <p:blipFill>
          <a:blip r:embed="rId4"/>
          <a:stretch>
            <a:fillRect/>
          </a:stretch>
        </p:blipFill>
        <p:spPr>
          <a:xfrm>
            <a:off x="6735644" y="7619554"/>
            <a:ext cx="3676832" cy="2065154"/>
          </a:xfrm>
          <a:prstGeom prst="rect">
            <a:avLst/>
          </a:prstGeom>
        </p:spPr>
      </p:pic>
      <p:sp>
        <p:nvSpPr>
          <p:cNvPr id="19" name="TextBox 18">
            <a:extLst>
              <a:ext uri="{FF2B5EF4-FFF2-40B4-BE49-F238E27FC236}">
                <a16:creationId xmlns:a16="http://schemas.microsoft.com/office/drawing/2014/main" id="{0421C559-97DA-1470-626C-B976ECB0E6FE}"/>
              </a:ext>
            </a:extLst>
          </p:cNvPr>
          <p:cNvSpPr txBox="1"/>
          <p:nvPr/>
        </p:nvSpPr>
        <p:spPr>
          <a:xfrm>
            <a:off x="7772560" y="9914388"/>
            <a:ext cx="1603003"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dirty="0">
                <a:solidFill>
                  <a:schemeClr val="bg1"/>
                </a:solidFill>
              </a:rPr>
              <a:t>Honeywell</a:t>
            </a:r>
            <a:endParaRPr kumimoji="0" lang="en-US" sz="2400" b="0" i="0" u="none" strike="noStrike" cap="none" spc="0" normalizeH="0" baseline="0" dirty="0">
              <a:ln>
                <a:noFill/>
              </a:ln>
              <a:solidFill>
                <a:schemeClr val="bg1"/>
              </a:solidFill>
              <a:effectLst/>
              <a:uFillTx/>
              <a:latin typeface="+mn-lt"/>
              <a:ea typeface="+mn-ea"/>
              <a:cs typeface="+mn-cs"/>
              <a:sym typeface="Helvetica Neue"/>
            </a:endParaRPr>
          </a:p>
        </p:txBody>
      </p:sp>
      <p:pic>
        <p:nvPicPr>
          <p:cNvPr id="20" name="Picture 19">
            <a:extLst>
              <a:ext uri="{FF2B5EF4-FFF2-40B4-BE49-F238E27FC236}">
                <a16:creationId xmlns:a16="http://schemas.microsoft.com/office/drawing/2014/main" id="{29DE7F60-EA67-3A36-152D-DE1020FF33F5}"/>
              </a:ext>
            </a:extLst>
          </p:cNvPr>
          <p:cNvPicPr>
            <a:picLocks noChangeAspect="1"/>
          </p:cNvPicPr>
          <p:nvPr/>
        </p:nvPicPr>
        <p:blipFill>
          <a:blip r:embed="rId5"/>
          <a:stretch>
            <a:fillRect/>
          </a:stretch>
        </p:blipFill>
        <p:spPr>
          <a:xfrm>
            <a:off x="2044694" y="10672822"/>
            <a:ext cx="3922195" cy="2013393"/>
          </a:xfrm>
          <a:prstGeom prst="rect">
            <a:avLst/>
          </a:prstGeom>
        </p:spPr>
      </p:pic>
      <p:sp>
        <p:nvSpPr>
          <p:cNvPr id="21" name="TextBox 20">
            <a:extLst>
              <a:ext uri="{FF2B5EF4-FFF2-40B4-BE49-F238E27FC236}">
                <a16:creationId xmlns:a16="http://schemas.microsoft.com/office/drawing/2014/main" id="{C97E20EF-A40F-218A-5722-0EEEAB0236B3}"/>
              </a:ext>
            </a:extLst>
          </p:cNvPr>
          <p:cNvSpPr txBox="1"/>
          <p:nvPr/>
        </p:nvSpPr>
        <p:spPr>
          <a:xfrm>
            <a:off x="2167370" y="12808789"/>
            <a:ext cx="3676840"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dirty="0">
                <a:solidFill>
                  <a:schemeClr val="bg1">
                    <a:lumMod val="95000"/>
                  </a:schemeClr>
                </a:solidFill>
              </a:rPr>
              <a:t>Staedtler-Mars</a:t>
            </a:r>
          </a:p>
        </p:txBody>
      </p:sp>
      <p:pic>
        <p:nvPicPr>
          <p:cNvPr id="22" name="Picture 21">
            <a:extLst>
              <a:ext uri="{FF2B5EF4-FFF2-40B4-BE49-F238E27FC236}">
                <a16:creationId xmlns:a16="http://schemas.microsoft.com/office/drawing/2014/main" id="{D275E932-0257-144B-C028-9CC575DE5BCE}"/>
              </a:ext>
            </a:extLst>
          </p:cNvPr>
          <p:cNvPicPr>
            <a:picLocks noChangeAspect="1"/>
          </p:cNvPicPr>
          <p:nvPr/>
        </p:nvPicPr>
        <p:blipFill>
          <a:blip r:embed="rId6"/>
          <a:stretch>
            <a:fillRect/>
          </a:stretch>
        </p:blipFill>
        <p:spPr>
          <a:xfrm>
            <a:off x="6735645" y="10680061"/>
            <a:ext cx="3676831" cy="2181586"/>
          </a:xfrm>
          <a:prstGeom prst="rect">
            <a:avLst/>
          </a:prstGeom>
        </p:spPr>
      </p:pic>
      <p:sp>
        <p:nvSpPr>
          <p:cNvPr id="23" name="TextBox 22">
            <a:extLst>
              <a:ext uri="{FF2B5EF4-FFF2-40B4-BE49-F238E27FC236}">
                <a16:creationId xmlns:a16="http://schemas.microsoft.com/office/drawing/2014/main" id="{F41A3DC1-B5D6-8364-0380-1E8BE8B7ABFB}"/>
              </a:ext>
            </a:extLst>
          </p:cNvPr>
          <p:cNvSpPr txBox="1"/>
          <p:nvPr/>
        </p:nvSpPr>
        <p:spPr>
          <a:xfrm>
            <a:off x="7731882" y="12944854"/>
            <a:ext cx="1473160"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dirty="0">
                <a:solidFill>
                  <a:schemeClr val="bg1"/>
                </a:solidFill>
              </a:rPr>
              <a:t>Burrough</a:t>
            </a:r>
            <a:endParaRPr kumimoji="0" lang="en-US" sz="2400" b="0" i="0" u="none" strike="noStrike" cap="none" spc="0" normalizeH="0" baseline="0" dirty="0">
              <a:ln>
                <a:noFill/>
              </a:ln>
              <a:solidFill>
                <a:schemeClr val="bg1"/>
              </a:solidFill>
              <a:effectLst/>
              <a:uFillTx/>
              <a:latin typeface="+mn-lt"/>
              <a:ea typeface="+mn-ea"/>
              <a:cs typeface="+mn-cs"/>
              <a:sym typeface="Helvetica Neue"/>
            </a:endParaRPr>
          </a:p>
        </p:txBody>
      </p:sp>
    </p:spTree>
    <p:extLst>
      <p:ext uri="{BB962C8B-B14F-4D97-AF65-F5344CB8AC3E}">
        <p14:creationId xmlns:p14="http://schemas.microsoft.com/office/powerpoint/2010/main" val="3952362605"/>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7C893-5271-D004-64D3-C6C57981B089}"/>
              </a:ext>
            </a:extLst>
          </p:cNvPr>
          <p:cNvSpPr>
            <a:spLocks noGrp="1"/>
          </p:cNvSpPr>
          <p:nvPr>
            <p:ph type="title"/>
          </p:nvPr>
        </p:nvSpPr>
        <p:spPr/>
        <p:txBody>
          <a:bodyPr/>
          <a:lstStyle/>
          <a:p>
            <a:r>
              <a:rPr lang="en-US" dirty="0"/>
              <a:t>Standard symbols</a:t>
            </a:r>
          </a:p>
        </p:txBody>
      </p:sp>
    </p:spTree>
    <p:extLst>
      <p:ext uri="{BB962C8B-B14F-4D97-AF65-F5344CB8AC3E}">
        <p14:creationId xmlns:p14="http://schemas.microsoft.com/office/powerpoint/2010/main" val="3910602525"/>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181C3-CBF6-7643-4423-F8E9F9AE32F9}"/>
              </a:ext>
            </a:extLst>
          </p:cNvPr>
          <p:cNvSpPr>
            <a:spLocks noGrp="1"/>
          </p:cNvSpPr>
          <p:nvPr>
            <p:ph type="title"/>
          </p:nvPr>
        </p:nvSpPr>
        <p:spPr/>
        <p:txBody>
          <a:bodyPr>
            <a:normAutofit fontScale="90000"/>
          </a:bodyPr>
          <a:lstStyle/>
          <a:p>
            <a:r>
              <a:rPr lang="en-US" dirty="0"/>
              <a:t>Refreshment = variable</a:t>
            </a:r>
          </a:p>
        </p:txBody>
      </p:sp>
      <p:sp>
        <p:nvSpPr>
          <p:cNvPr id="3" name="Text Placeholder 2">
            <a:extLst>
              <a:ext uri="{FF2B5EF4-FFF2-40B4-BE49-F238E27FC236}">
                <a16:creationId xmlns:a16="http://schemas.microsoft.com/office/drawing/2014/main" id="{1FECD931-CD1B-FB15-B240-76EF01168BE8}"/>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D15A4CF0-62CF-E57F-BC91-D77B89C12388}"/>
              </a:ext>
            </a:extLst>
          </p:cNvPr>
          <p:cNvSpPr txBox="1">
            <a:spLocks/>
          </p:cNvSpPr>
          <p:nvPr/>
        </p:nvSpPr>
        <p:spPr>
          <a:xfrm>
            <a:off x="2167376" y="3813965"/>
            <a:ext cx="19892524" cy="498713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just">
              <a:buFontTx/>
              <a:buNone/>
            </a:pPr>
            <a:r>
              <a:rPr lang="en-US" sz="3200" dirty="0">
                <a:latin typeface="+mj-lt"/>
              </a:rPr>
              <a:t>Variable is a “container” to store value. A variable has name, value, position (address), and type (data type).</a:t>
            </a:r>
          </a:p>
          <a:p>
            <a:pPr marL="0" indent="0" algn="just">
              <a:buFontTx/>
              <a:buNone/>
            </a:pPr>
            <a:r>
              <a:rPr lang="en-US" sz="3200" dirty="0">
                <a:latin typeface="+mj-lt"/>
              </a:rPr>
              <a:t>There are several naming convention for variable, such as camelCase, </a:t>
            </a:r>
            <a:r>
              <a:rPr lang="en-US" sz="3200" dirty="0" err="1">
                <a:latin typeface="+mj-lt"/>
              </a:rPr>
              <a:t>PascalCase</a:t>
            </a:r>
            <a:r>
              <a:rPr lang="en-US" sz="3200" dirty="0">
                <a:latin typeface="+mj-lt"/>
              </a:rPr>
              <a:t>, </a:t>
            </a:r>
            <a:r>
              <a:rPr lang="en-US" sz="3200" dirty="0" err="1">
                <a:latin typeface="+mj-lt"/>
              </a:rPr>
              <a:t>lower_score</a:t>
            </a:r>
            <a:r>
              <a:rPr lang="en-US" sz="3200" dirty="0">
                <a:latin typeface="+mj-lt"/>
              </a:rPr>
              <a:t>, or UPPER_SCORE. </a:t>
            </a:r>
            <a:r>
              <a:rPr lang="en-US" sz="3200" b="1" dirty="0">
                <a:latin typeface="+mj-lt"/>
              </a:rPr>
              <a:t>Stick to one convention for naming variable</a:t>
            </a:r>
            <a:r>
              <a:rPr lang="en-US" sz="3200" dirty="0">
                <a:latin typeface="+mj-lt"/>
              </a:rPr>
              <a:t>.</a:t>
            </a:r>
          </a:p>
          <a:p>
            <a:pPr marL="0" indent="0" algn="just">
              <a:buFontTx/>
              <a:buNone/>
            </a:pPr>
            <a:r>
              <a:rPr lang="en-US" sz="3200" dirty="0">
                <a:latin typeface="+mj-lt"/>
              </a:rPr>
              <a:t>A variable can have a constant prefix (non-changeable and must be assigned a value upon declaration).</a:t>
            </a:r>
          </a:p>
          <a:p>
            <a:pPr marL="0" indent="0" algn="just">
              <a:buFontTx/>
              <a:buNone/>
            </a:pPr>
            <a:r>
              <a:rPr lang="en-US" sz="3200" dirty="0">
                <a:latin typeface="+mj-lt"/>
              </a:rPr>
              <a:t>The following are the common data types:</a:t>
            </a:r>
          </a:p>
        </p:txBody>
      </p:sp>
      <p:graphicFrame>
        <p:nvGraphicFramePr>
          <p:cNvPr id="4" name="Table 3">
            <a:extLst>
              <a:ext uri="{FF2B5EF4-FFF2-40B4-BE49-F238E27FC236}">
                <a16:creationId xmlns:a16="http://schemas.microsoft.com/office/drawing/2014/main" id="{FA858005-9100-48B5-1161-211BFB7F613F}"/>
              </a:ext>
            </a:extLst>
          </p:cNvPr>
          <p:cNvGraphicFramePr>
            <a:graphicFrameLocks noGrp="1"/>
          </p:cNvGraphicFramePr>
          <p:nvPr>
            <p:extLst>
              <p:ext uri="{D42A27DB-BD31-4B8C-83A1-F6EECF244321}">
                <p14:modId xmlns:p14="http://schemas.microsoft.com/office/powerpoint/2010/main" val="1219989228"/>
              </p:ext>
            </p:extLst>
          </p:nvPr>
        </p:nvGraphicFramePr>
        <p:xfrm>
          <a:off x="5030627" y="9139811"/>
          <a:ext cx="13811250" cy="3474720"/>
        </p:xfrm>
        <a:graphic>
          <a:graphicData uri="http://schemas.openxmlformats.org/drawingml/2006/table">
            <a:tbl>
              <a:tblPr>
                <a:tableStyleId>{8EC20E35-A176-4012-BC5E-935CFFF8708E}</a:tableStyleId>
              </a:tblPr>
              <a:tblGrid>
                <a:gridCol w="6905625">
                  <a:extLst>
                    <a:ext uri="{9D8B030D-6E8A-4147-A177-3AD203B41FA5}">
                      <a16:colId xmlns:a16="http://schemas.microsoft.com/office/drawing/2014/main" val="2698607491"/>
                    </a:ext>
                  </a:extLst>
                </a:gridCol>
                <a:gridCol w="6905625">
                  <a:extLst>
                    <a:ext uri="{9D8B030D-6E8A-4147-A177-3AD203B41FA5}">
                      <a16:colId xmlns:a16="http://schemas.microsoft.com/office/drawing/2014/main" val="376817216"/>
                    </a:ext>
                  </a:extLst>
                </a:gridCol>
              </a:tblGrid>
              <a:tr h="0">
                <a:tc>
                  <a:txBody>
                    <a:bodyPr/>
                    <a:lstStyle/>
                    <a:p>
                      <a:pPr>
                        <a:buNone/>
                      </a:pPr>
                      <a:r>
                        <a:rPr lang="en-US" sz="3200" b="1" dirty="0">
                          <a:solidFill>
                            <a:srgbClr val="212121"/>
                          </a:solidFill>
                        </a:rPr>
                        <a:t>Declaration</a:t>
                      </a:r>
                      <a:endParaRPr lang="en-US" sz="3200" b="1" dirty="0">
                        <a:solidFill>
                          <a:srgbClr val="212121"/>
                        </a:solidFill>
                        <a:latin typeface="+mj-lt"/>
                      </a:endParaRPr>
                    </a:p>
                  </a:txBody>
                  <a:tcPr anchor="ctr"/>
                </a:tc>
                <a:tc>
                  <a:txBody>
                    <a:bodyPr/>
                    <a:lstStyle/>
                    <a:p>
                      <a:pPr>
                        <a:buNone/>
                      </a:pPr>
                      <a:r>
                        <a:rPr lang="en-US" sz="3200" b="1" dirty="0">
                          <a:solidFill>
                            <a:srgbClr val="212121"/>
                          </a:solidFill>
                        </a:rPr>
                        <a:t>Meaning</a:t>
                      </a:r>
                      <a:endParaRPr lang="en-US" sz="3200" b="1" dirty="0">
                        <a:solidFill>
                          <a:srgbClr val="212121"/>
                        </a:solidFill>
                        <a:latin typeface="+mj-lt"/>
                      </a:endParaRPr>
                    </a:p>
                  </a:txBody>
                  <a:tcPr anchor="ctr"/>
                </a:tc>
                <a:extLst>
                  <a:ext uri="{0D108BD9-81ED-4DB2-BD59-A6C34878D82A}">
                    <a16:rowId xmlns:a16="http://schemas.microsoft.com/office/drawing/2014/main" val="891416556"/>
                  </a:ext>
                </a:extLst>
              </a:tr>
              <a:tr h="0">
                <a:tc>
                  <a:txBody>
                    <a:bodyPr/>
                    <a:lstStyle/>
                    <a:p>
                      <a:pPr algn="l">
                        <a:buNone/>
                      </a:pPr>
                      <a:r>
                        <a:rPr lang="en-US" sz="3200" dirty="0">
                          <a:solidFill>
                            <a:srgbClr val="212121"/>
                          </a:solidFill>
                          <a:latin typeface="Courier New" panose="02070309020205020404" pitchFamily="49" charset="0"/>
                          <a:cs typeface="Courier New" panose="02070309020205020404" pitchFamily="49" charset="0"/>
                        </a:rPr>
                        <a:t>Declare Real temperature</a:t>
                      </a:r>
                    </a:p>
                  </a:txBody>
                  <a:tcPr marL="640080" anchor="ctr"/>
                </a:tc>
                <a:tc>
                  <a:txBody>
                    <a:bodyPr/>
                    <a:lstStyle/>
                    <a:p>
                      <a:pPr algn="l">
                        <a:buNone/>
                      </a:pPr>
                      <a:r>
                        <a:rPr lang="en-US" sz="3200" dirty="0">
                          <a:solidFill>
                            <a:srgbClr val="212121"/>
                          </a:solidFill>
                        </a:rPr>
                        <a:t>Decimal number e.g. 36.6</a:t>
                      </a:r>
                      <a:endParaRPr lang="en-US" sz="3200" dirty="0">
                        <a:solidFill>
                          <a:srgbClr val="212121"/>
                        </a:solidFill>
                        <a:latin typeface="+mj-lt"/>
                      </a:endParaRPr>
                    </a:p>
                  </a:txBody>
                  <a:tcPr anchor="ctr"/>
                </a:tc>
                <a:extLst>
                  <a:ext uri="{0D108BD9-81ED-4DB2-BD59-A6C34878D82A}">
                    <a16:rowId xmlns:a16="http://schemas.microsoft.com/office/drawing/2014/main" val="2124616993"/>
                  </a:ext>
                </a:extLst>
              </a:tr>
              <a:tr h="0">
                <a:tc>
                  <a:txBody>
                    <a:bodyPr/>
                    <a:lstStyle/>
                    <a:p>
                      <a:pPr algn="l">
                        <a:buNone/>
                      </a:pPr>
                      <a:r>
                        <a:rPr lang="en-US" sz="3200" dirty="0">
                          <a:solidFill>
                            <a:srgbClr val="212121"/>
                          </a:solidFill>
                          <a:latin typeface="Courier New" panose="02070309020205020404" pitchFamily="49" charset="0"/>
                          <a:cs typeface="Courier New" panose="02070309020205020404" pitchFamily="49" charset="0"/>
                        </a:rPr>
                        <a:t>Declare Integer count</a:t>
                      </a:r>
                    </a:p>
                  </a:txBody>
                  <a:tcPr marL="640080" anchor="ctr"/>
                </a:tc>
                <a:tc>
                  <a:txBody>
                    <a:bodyPr/>
                    <a:lstStyle/>
                    <a:p>
                      <a:pPr algn="l">
                        <a:buNone/>
                      </a:pPr>
                      <a:r>
                        <a:rPr lang="en-US" sz="3200" dirty="0">
                          <a:solidFill>
                            <a:srgbClr val="212121"/>
                          </a:solidFill>
                        </a:rPr>
                        <a:t>Whole number e.g. 5, -3</a:t>
                      </a:r>
                      <a:endParaRPr lang="en-US" sz="3200" dirty="0">
                        <a:solidFill>
                          <a:srgbClr val="212121"/>
                        </a:solidFill>
                        <a:latin typeface="+mj-lt"/>
                      </a:endParaRPr>
                    </a:p>
                  </a:txBody>
                  <a:tcPr anchor="ctr"/>
                </a:tc>
                <a:extLst>
                  <a:ext uri="{0D108BD9-81ED-4DB2-BD59-A6C34878D82A}">
                    <a16:rowId xmlns:a16="http://schemas.microsoft.com/office/drawing/2014/main" val="410403880"/>
                  </a:ext>
                </a:extLst>
              </a:tr>
              <a:tr h="0">
                <a:tc>
                  <a:txBody>
                    <a:bodyPr/>
                    <a:lstStyle/>
                    <a:p>
                      <a:pPr algn="l">
                        <a:buNone/>
                      </a:pPr>
                      <a:r>
                        <a:rPr lang="en-US" sz="3200" dirty="0">
                          <a:solidFill>
                            <a:srgbClr val="212121"/>
                          </a:solidFill>
                          <a:latin typeface="Courier New" panose="02070309020205020404" pitchFamily="49" charset="0"/>
                          <a:cs typeface="Courier New" panose="02070309020205020404" pitchFamily="49" charset="0"/>
                        </a:rPr>
                        <a:t>Declare String name</a:t>
                      </a:r>
                    </a:p>
                  </a:txBody>
                  <a:tcPr marL="640080" anchor="ctr"/>
                </a:tc>
                <a:tc>
                  <a:txBody>
                    <a:bodyPr/>
                    <a:lstStyle/>
                    <a:p>
                      <a:pPr algn="l">
                        <a:buNone/>
                      </a:pPr>
                      <a:r>
                        <a:rPr lang="en-US" sz="3200" dirty="0">
                          <a:solidFill>
                            <a:srgbClr val="212121"/>
                          </a:solidFill>
                        </a:rPr>
                        <a:t>Text e.g. "Alice"</a:t>
                      </a:r>
                      <a:endParaRPr lang="en-US" sz="3200" dirty="0">
                        <a:solidFill>
                          <a:srgbClr val="212121"/>
                        </a:solidFill>
                        <a:latin typeface="+mj-lt"/>
                      </a:endParaRPr>
                    </a:p>
                  </a:txBody>
                  <a:tcPr anchor="ctr"/>
                </a:tc>
                <a:extLst>
                  <a:ext uri="{0D108BD9-81ED-4DB2-BD59-A6C34878D82A}">
                    <a16:rowId xmlns:a16="http://schemas.microsoft.com/office/drawing/2014/main" val="1685927638"/>
                  </a:ext>
                </a:extLst>
              </a:tr>
              <a:tr h="0">
                <a:tc>
                  <a:txBody>
                    <a:bodyPr/>
                    <a:lstStyle/>
                    <a:p>
                      <a:pPr algn="l">
                        <a:buNone/>
                      </a:pPr>
                      <a:r>
                        <a:rPr lang="en-US" sz="3200" dirty="0">
                          <a:solidFill>
                            <a:srgbClr val="212121"/>
                          </a:solidFill>
                          <a:latin typeface="Courier New" panose="02070309020205020404" pitchFamily="49" charset="0"/>
                          <a:cs typeface="Courier New" panose="02070309020205020404" pitchFamily="49" charset="0"/>
                        </a:rPr>
                        <a:t>Declare Boolean flag</a:t>
                      </a:r>
                    </a:p>
                  </a:txBody>
                  <a:tcPr marL="640080" anchor="ctr"/>
                </a:tc>
                <a:tc>
                  <a:txBody>
                    <a:bodyPr/>
                    <a:lstStyle/>
                    <a:p>
                      <a:pPr algn="l">
                        <a:buNone/>
                      </a:pPr>
                      <a:r>
                        <a:rPr lang="en-US" sz="3200" dirty="0">
                          <a:solidFill>
                            <a:srgbClr val="212121"/>
                          </a:solidFill>
                        </a:rPr>
                        <a:t>True or false only</a:t>
                      </a:r>
                      <a:endParaRPr lang="en-US" sz="3200" dirty="0">
                        <a:solidFill>
                          <a:srgbClr val="212121"/>
                        </a:solidFill>
                        <a:latin typeface="+mj-lt"/>
                      </a:endParaRPr>
                    </a:p>
                  </a:txBody>
                  <a:tcPr anchor="ctr"/>
                </a:tc>
                <a:extLst>
                  <a:ext uri="{0D108BD9-81ED-4DB2-BD59-A6C34878D82A}">
                    <a16:rowId xmlns:a16="http://schemas.microsoft.com/office/drawing/2014/main" val="551630946"/>
                  </a:ext>
                </a:extLst>
              </a:tr>
              <a:tr h="0">
                <a:tc>
                  <a:txBody>
                    <a:bodyPr/>
                    <a:lstStyle/>
                    <a:p>
                      <a:pPr algn="l">
                        <a:buNone/>
                      </a:pPr>
                      <a:r>
                        <a:rPr lang="en-US" sz="3200" dirty="0">
                          <a:solidFill>
                            <a:srgbClr val="212121"/>
                          </a:solidFill>
                          <a:latin typeface="Courier New" panose="02070309020205020404" pitchFamily="49" charset="0"/>
                          <a:cs typeface="Courier New" panose="02070309020205020404" pitchFamily="49" charset="0"/>
                        </a:rPr>
                        <a:t>Declare Char grade</a:t>
                      </a:r>
                    </a:p>
                  </a:txBody>
                  <a:tcPr marL="640080" anchor="ctr"/>
                </a:tc>
                <a:tc>
                  <a:txBody>
                    <a:bodyPr/>
                    <a:lstStyle/>
                    <a:p>
                      <a:pPr algn="l">
                        <a:buNone/>
                      </a:pPr>
                      <a:r>
                        <a:rPr lang="en-US" sz="3200" dirty="0">
                          <a:solidFill>
                            <a:srgbClr val="212121"/>
                          </a:solidFill>
                        </a:rPr>
                        <a:t>Single character e.g. 'A'</a:t>
                      </a:r>
                      <a:endParaRPr lang="en-US" sz="3200" dirty="0">
                        <a:solidFill>
                          <a:srgbClr val="212121"/>
                        </a:solidFill>
                        <a:latin typeface="+mj-lt"/>
                      </a:endParaRPr>
                    </a:p>
                  </a:txBody>
                  <a:tcPr anchor="ctr"/>
                </a:tc>
                <a:extLst>
                  <a:ext uri="{0D108BD9-81ED-4DB2-BD59-A6C34878D82A}">
                    <a16:rowId xmlns:a16="http://schemas.microsoft.com/office/drawing/2014/main" val="3876853607"/>
                  </a:ext>
                </a:extLst>
              </a:tr>
            </a:tbl>
          </a:graphicData>
        </a:graphic>
      </p:graphicFrame>
    </p:spTree>
    <p:extLst>
      <p:ext uri="{BB962C8B-B14F-4D97-AF65-F5344CB8AC3E}">
        <p14:creationId xmlns:p14="http://schemas.microsoft.com/office/powerpoint/2010/main" val="3191442783"/>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FD579-471D-4A92-D017-D460CD9124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02FB0D-9A66-35D6-6CC7-70000C64DE7A}"/>
              </a:ext>
            </a:extLst>
          </p:cNvPr>
          <p:cNvSpPr>
            <a:spLocks noGrp="1"/>
          </p:cNvSpPr>
          <p:nvPr>
            <p:ph type="title"/>
          </p:nvPr>
        </p:nvSpPr>
        <p:spPr/>
        <p:txBody>
          <a:bodyPr>
            <a:normAutofit fontScale="90000"/>
          </a:bodyPr>
          <a:lstStyle/>
          <a:p>
            <a:r>
              <a:rPr lang="en-US" dirty="0"/>
              <a:t>Standard Symbols</a:t>
            </a:r>
          </a:p>
        </p:txBody>
      </p:sp>
      <p:sp>
        <p:nvSpPr>
          <p:cNvPr id="3" name="Text Placeholder 2">
            <a:extLst>
              <a:ext uri="{FF2B5EF4-FFF2-40B4-BE49-F238E27FC236}">
                <a16:creationId xmlns:a16="http://schemas.microsoft.com/office/drawing/2014/main" id="{2779A903-BC07-F8A8-FE3D-35C282A53F3D}"/>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84A789B7-BB42-9F00-5C28-2E3088AE4A07}"/>
              </a:ext>
            </a:extLst>
          </p:cNvPr>
          <p:cNvSpPr txBox="1">
            <a:spLocks/>
          </p:cNvSpPr>
          <p:nvPr/>
        </p:nvSpPr>
        <p:spPr>
          <a:xfrm>
            <a:off x="2167376" y="4442614"/>
            <a:ext cx="10395685" cy="685365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just">
              <a:buFontTx/>
              <a:buNone/>
            </a:pPr>
            <a:r>
              <a:rPr lang="en-US" sz="3200" dirty="0">
                <a:latin typeface="+mj-lt"/>
              </a:rPr>
              <a:t>The standardization by both ANSI and ISO means that we have a set of defined shape to indicate something, one for each programming step. If each person uses different symbols to represent different things, then reading 100 flowchart will require 100 documentation. </a:t>
            </a:r>
            <a:r>
              <a:rPr lang="en-US" sz="3200" b="1" u="sng" dirty="0">
                <a:latin typeface="+mj-lt"/>
              </a:rPr>
              <a:t>Try to internally memorize the standard symbols</a:t>
            </a:r>
            <a:r>
              <a:rPr lang="en-US" sz="3200" dirty="0">
                <a:latin typeface="+mj-lt"/>
              </a:rPr>
              <a:t>.</a:t>
            </a:r>
          </a:p>
        </p:txBody>
      </p:sp>
      <p:pic>
        <p:nvPicPr>
          <p:cNvPr id="8" name="Picture 7" descr="Flow chart Meticulous Lineal Color icon | Freepik">
            <a:extLst>
              <a:ext uri="{FF2B5EF4-FFF2-40B4-BE49-F238E27FC236}">
                <a16:creationId xmlns:a16="http://schemas.microsoft.com/office/drawing/2014/main" id="{68205532-F673-A17B-C82C-69BCE01995D8}"/>
              </a:ext>
            </a:extLst>
          </p:cNvPr>
          <p:cNvPicPr>
            <a:picLocks noChangeAspect="1"/>
          </p:cNvPicPr>
          <p:nvPr/>
        </p:nvPicPr>
        <p:blipFill>
          <a:blip r:embed="rId2">
            <a:alphaModFix amt="20000"/>
          </a:blip>
          <a:stretch>
            <a:fillRect/>
          </a:stretch>
        </p:blipFill>
        <p:spPr>
          <a:xfrm rot="487334">
            <a:off x="13573844" y="3565139"/>
            <a:ext cx="11552277" cy="11552277"/>
          </a:xfrm>
          <a:prstGeom prst="rect">
            <a:avLst/>
          </a:prstGeom>
        </p:spPr>
      </p:pic>
    </p:spTree>
    <p:extLst>
      <p:ext uri="{BB962C8B-B14F-4D97-AF65-F5344CB8AC3E}">
        <p14:creationId xmlns:p14="http://schemas.microsoft.com/office/powerpoint/2010/main" val="4056187353"/>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66714-8626-17A4-7CDA-E0AFD0FCA9EE}"/>
              </a:ext>
            </a:extLst>
          </p:cNvPr>
          <p:cNvSpPr>
            <a:spLocks noGrp="1"/>
          </p:cNvSpPr>
          <p:nvPr>
            <p:ph type="title"/>
          </p:nvPr>
        </p:nvSpPr>
        <p:spPr/>
        <p:txBody>
          <a:bodyPr>
            <a:normAutofit fontScale="90000"/>
          </a:bodyPr>
          <a:lstStyle/>
          <a:p>
            <a:r>
              <a:rPr lang="en-US" dirty="0"/>
              <a:t>List of Symbols</a:t>
            </a:r>
          </a:p>
        </p:txBody>
      </p:sp>
      <p:sp>
        <p:nvSpPr>
          <p:cNvPr id="5" name="Rectangle: Rounded Corners 4">
            <a:extLst>
              <a:ext uri="{FF2B5EF4-FFF2-40B4-BE49-F238E27FC236}">
                <a16:creationId xmlns:a16="http://schemas.microsoft.com/office/drawing/2014/main" id="{7AB3F9EE-C576-A8E0-8FE5-2E32D6C968A8}"/>
              </a:ext>
            </a:extLst>
          </p:cNvPr>
          <p:cNvSpPr/>
          <p:nvPr/>
        </p:nvSpPr>
        <p:spPr>
          <a:xfrm>
            <a:off x="4919088" y="3998808"/>
            <a:ext cx="2946582" cy="836732"/>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lumMod val="50000"/>
                  </a:schemeClr>
                </a:solidFill>
                <a:effectLst/>
                <a:uFillTx/>
                <a:latin typeface="+mj-lt"/>
                <a:ea typeface="Helvetica Neue Medium"/>
                <a:cs typeface="Helvetica Neue Medium"/>
                <a:sym typeface="Helvetica Neue Medium"/>
              </a:rPr>
              <a:t>Start</a:t>
            </a:r>
          </a:p>
        </p:txBody>
      </p:sp>
      <p:sp>
        <p:nvSpPr>
          <p:cNvPr id="6" name="Parallelogram 5">
            <a:extLst>
              <a:ext uri="{FF2B5EF4-FFF2-40B4-BE49-F238E27FC236}">
                <a16:creationId xmlns:a16="http://schemas.microsoft.com/office/drawing/2014/main" id="{E44D0648-0960-7DEB-9B23-CC9FB71F3BCF}"/>
              </a:ext>
            </a:extLst>
          </p:cNvPr>
          <p:cNvSpPr/>
          <p:nvPr/>
        </p:nvSpPr>
        <p:spPr>
          <a:xfrm>
            <a:off x="9856165" y="4448309"/>
            <a:ext cx="3902765" cy="744657"/>
          </a:xfrm>
          <a:prstGeom prst="parallelogram">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Input / Output</a:t>
            </a:r>
          </a:p>
        </p:txBody>
      </p:sp>
      <p:sp>
        <p:nvSpPr>
          <p:cNvPr id="7" name="TextBox 6">
            <a:extLst>
              <a:ext uri="{FF2B5EF4-FFF2-40B4-BE49-F238E27FC236}">
                <a16:creationId xmlns:a16="http://schemas.microsoft.com/office/drawing/2014/main" id="{FA56C99D-0F5E-4889-5478-FEC15D9E517B}"/>
              </a:ext>
            </a:extLst>
          </p:cNvPr>
          <p:cNvSpPr txBox="1"/>
          <p:nvPr/>
        </p:nvSpPr>
        <p:spPr>
          <a:xfrm>
            <a:off x="4632281" y="3101516"/>
            <a:ext cx="3520194"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lumMod val="50000"/>
                  </a:schemeClr>
                </a:solidFill>
                <a:effectLst/>
                <a:uFillTx/>
                <a:latin typeface="+mn-lt"/>
                <a:ea typeface="+mn-ea"/>
                <a:cs typeface="+mn-cs"/>
                <a:sym typeface="Helvetica Neue"/>
              </a:rPr>
              <a:t>Terminal Symbols</a:t>
            </a:r>
          </a:p>
        </p:txBody>
      </p:sp>
      <p:sp>
        <p:nvSpPr>
          <p:cNvPr id="8" name="Rectangle: Rounded Corners 7">
            <a:extLst>
              <a:ext uri="{FF2B5EF4-FFF2-40B4-BE49-F238E27FC236}">
                <a16:creationId xmlns:a16="http://schemas.microsoft.com/office/drawing/2014/main" id="{F8EE9690-3F20-5D45-D4AB-147252162D2F}"/>
              </a:ext>
            </a:extLst>
          </p:cNvPr>
          <p:cNvSpPr/>
          <p:nvPr/>
        </p:nvSpPr>
        <p:spPr>
          <a:xfrm>
            <a:off x="4919088" y="5032477"/>
            <a:ext cx="2946582" cy="836732"/>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lumMod val="50000"/>
                  </a:schemeClr>
                </a:solidFill>
                <a:effectLst/>
                <a:uFillTx/>
                <a:latin typeface="+mj-lt"/>
                <a:ea typeface="Helvetica Neue Medium"/>
                <a:cs typeface="Helvetica Neue Medium"/>
                <a:sym typeface="Helvetica Neue Medium"/>
              </a:rPr>
              <a:t>End</a:t>
            </a:r>
          </a:p>
        </p:txBody>
      </p:sp>
      <p:sp>
        <p:nvSpPr>
          <p:cNvPr id="9" name="TextBox 8">
            <a:extLst>
              <a:ext uri="{FF2B5EF4-FFF2-40B4-BE49-F238E27FC236}">
                <a16:creationId xmlns:a16="http://schemas.microsoft.com/office/drawing/2014/main" id="{EA197B16-93AE-2A75-062F-2AC94EB16691}"/>
              </a:ext>
            </a:extLst>
          </p:cNvPr>
          <p:cNvSpPr txBox="1"/>
          <p:nvPr/>
        </p:nvSpPr>
        <p:spPr>
          <a:xfrm>
            <a:off x="9622658" y="3101516"/>
            <a:ext cx="4369786"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lumMod val="50000"/>
                  </a:schemeClr>
                </a:solidFill>
                <a:effectLst/>
                <a:uFillTx/>
                <a:latin typeface="+mn-lt"/>
                <a:ea typeface="+mn-ea"/>
                <a:cs typeface="+mn-cs"/>
                <a:sym typeface="Helvetica Neue"/>
              </a:rPr>
              <a:t>Input / Output Symbol</a:t>
            </a:r>
          </a:p>
        </p:txBody>
      </p:sp>
      <p:sp>
        <p:nvSpPr>
          <p:cNvPr id="14" name="TextBox 13">
            <a:extLst>
              <a:ext uri="{FF2B5EF4-FFF2-40B4-BE49-F238E27FC236}">
                <a16:creationId xmlns:a16="http://schemas.microsoft.com/office/drawing/2014/main" id="{1D616F47-17A0-9ADD-5F18-4C921E3AAB03}"/>
              </a:ext>
            </a:extLst>
          </p:cNvPr>
          <p:cNvSpPr txBox="1"/>
          <p:nvPr/>
        </p:nvSpPr>
        <p:spPr>
          <a:xfrm>
            <a:off x="15802468" y="3101516"/>
            <a:ext cx="3690113"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lumMod val="50000"/>
                  </a:schemeClr>
                </a:solidFill>
                <a:effectLst/>
                <a:uFillTx/>
                <a:latin typeface="+mn-lt"/>
                <a:ea typeface="+mn-ea"/>
                <a:cs typeface="+mn-cs"/>
                <a:sym typeface="Helvetica Neue"/>
              </a:rPr>
              <a:t>Processing Symbol</a:t>
            </a:r>
          </a:p>
        </p:txBody>
      </p:sp>
      <p:sp>
        <p:nvSpPr>
          <p:cNvPr id="15" name="Rectangle 14">
            <a:extLst>
              <a:ext uri="{FF2B5EF4-FFF2-40B4-BE49-F238E27FC236}">
                <a16:creationId xmlns:a16="http://schemas.microsoft.com/office/drawing/2014/main" id="{C3AFC3BA-0CF0-B936-7BD8-967F77FCEE8C}"/>
              </a:ext>
            </a:extLst>
          </p:cNvPr>
          <p:cNvSpPr/>
          <p:nvPr/>
        </p:nvSpPr>
        <p:spPr>
          <a:xfrm>
            <a:off x="15552520" y="4180557"/>
            <a:ext cx="4134678" cy="1280160"/>
          </a:xfrm>
          <a:prstGeom prst="rect">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Define / Set / Process</a:t>
            </a:r>
          </a:p>
        </p:txBody>
      </p:sp>
      <p:sp>
        <p:nvSpPr>
          <p:cNvPr id="16" name="TextBox 15">
            <a:extLst>
              <a:ext uri="{FF2B5EF4-FFF2-40B4-BE49-F238E27FC236}">
                <a16:creationId xmlns:a16="http://schemas.microsoft.com/office/drawing/2014/main" id="{49A0E481-D625-9E54-C9A4-4A6CB2358F74}"/>
              </a:ext>
            </a:extLst>
          </p:cNvPr>
          <p:cNvSpPr txBox="1"/>
          <p:nvPr/>
        </p:nvSpPr>
        <p:spPr>
          <a:xfrm>
            <a:off x="4735258" y="6583857"/>
            <a:ext cx="3258905"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lumMod val="50000"/>
                  </a:schemeClr>
                </a:solidFill>
                <a:effectLst/>
                <a:uFillTx/>
                <a:latin typeface="+mn-lt"/>
                <a:ea typeface="+mn-ea"/>
                <a:cs typeface="+mn-cs"/>
                <a:sym typeface="Helvetica Neue"/>
              </a:rPr>
              <a:t>Decision Symbol</a:t>
            </a:r>
          </a:p>
        </p:txBody>
      </p:sp>
      <p:sp>
        <p:nvSpPr>
          <p:cNvPr id="17" name="TextBox 16">
            <a:extLst>
              <a:ext uri="{FF2B5EF4-FFF2-40B4-BE49-F238E27FC236}">
                <a16:creationId xmlns:a16="http://schemas.microsoft.com/office/drawing/2014/main" id="{B5CA8828-6621-DE06-5CE4-CBD3AE8C0D67}"/>
              </a:ext>
            </a:extLst>
          </p:cNvPr>
          <p:cNvSpPr txBox="1"/>
          <p:nvPr/>
        </p:nvSpPr>
        <p:spPr>
          <a:xfrm>
            <a:off x="11146699" y="6583857"/>
            <a:ext cx="1266373"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lumMod val="50000"/>
                  </a:schemeClr>
                </a:solidFill>
                <a:effectLst/>
                <a:uFillTx/>
                <a:latin typeface="+mn-lt"/>
                <a:ea typeface="+mn-ea"/>
                <a:cs typeface="+mn-cs"/>
                <a:sym typeface="Helvetica Neue"/>
              </a:rPr>
              <a:t>Arrow</a:t>
            </a:r>
          </a:p>
        </p:txBody>
      </p:sp>
      <p:sp>
        <p:nvSpPr>
          <p:cNvPr id="18" name="TextBox 17">
            <a:extLst>
              <a:ext uri="{FF2B5EF4-FFF2-40B4-BE49-F238E27FC236}">
                <a16:creationId xmlns:a16="http://schemas.microsoft.com/office/drawing/2014/main" id="{15DB2C68-6808-E664-FCE4-73C34D3E1098}"/>
              </a:ext>
            </a:extLst>
          </p:cNvPr>
          <p:cNvSpPr txBox="1"/>
          <p:nvPr/>
        </p:nvSpPr>
        <p:spPr>
          <a:xfrm>
            <a:off x="16707751" y="6583857"/>
            <a:ext cx="1824217"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lumMod val="50000"/>
                  </a:schemeClr>
                </a:solidFill>
                <a:effectLst/>
                <a:uFillTx/>
                <a:latin typeface="+mn-lt"/>
                <a:ea typeface="+mn-ea"/>
                <a:cs typeface="+mn-cs"/>
                <a:sym typeface="Helvetica Neue"/>
              </a:rPr>
              <a:t>For-Loop</a:t>
            </a:r>
          </a:p>
        </p:txBody>
      </p:sp>
      <p:cxnSp>
        <p:nvCxnSpPr>
          <p:cNvPr id="21" name="Straight Arrow Connector 20">
            <a:extLst>
              <a:ext uri="{FF2B5EF4-FFF2-40B4-BE49-F238E27FC236}">
                <a16:creationId xmlns:a16="http://schemas.microsoft.com/office/drawing/2014/main" id="{B088AE0E-C627-7700-679D-5C82F74AC647}"/>
              </a:ext>
            </a:extLst>
          </p:cNvPr>
          <p:cNvCxnSpPr/>
          <p:nvPr/>
        </p:nvCxnSpPr>
        <p:spPr>
          <a:xfrm>
            <a:off x="10279072" y="8433122"/>
            <a:ext cx="3001617" cy="0"/>
          </a:xfrm>
          <a:prstGeom prst="straightConnector1">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22" name="Hexagon 21">
            <a:extLst>
              <a:ext uri="{FF2B5EF4-FFF2-40B4-BE49-F238E27FC236}">
                <a16:creationId xmlns:a16="http://schemas.microsoft.com/office/drawing/2014/main" id="{71BE38B8-DF70-2852-EDC9-83C0D77C61A4}"/>
              </a:ext>
            </a:extLst>
          </p:cNvPr>
          <p:cNvSpPr/>
          <p:nvPr/>
        </p:nvSpPr>
        <p:spPr>
          <a:xfrm>
            <a:off x="15552520" y="7714451"/>
            <a:ext cx="4134678" cy="1571268"/>
          </a:xfrm>
          <a:prstGeom prst="hexagon">
            <a:avLst>
              <a:gd name="adj" fmla="val 57609"/>
              <a:gd name="vf" fmla="val 11547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For var = start to end step X</a:t>
            </a:r>
          </a:p>
        </p:txBody>
      </p:sp>
      <p:sp>
        <p:nvSpPr>
          <p:cNvPr id="23" name="Flowchart: Predefined Process 22">
            <a:extLst>
              <a:ext uri="{FF2B5EF4-FFF2-40B4-BE49-F238E27FC236}">
                <a16:creationId xmlns:a16="http://schemas.microsoft.com/office/drawing/2014/main" id="{52419543-C8DE-9D72-1EA7-6FAEA05495EE}"/>
              </a:ext>
            </a:extLst>
          </p:cNvPr>
          <p:cNvSpPr/>
          <p:nvPr/>
        </p:nvSpPr>
        <p:spPr>
          <a:xfrm>
            <a:off x="4673070" y="11482407"/>
            <a:ext cx="3383280" cy="1087477"/>
          </a:xfrm>
          <a:prstGeom prst="flowChartPredefinedProcess">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Module Name</a:t>
            </a:r>
          </a:p>
        </p:txBody>
      </p:sp>
      <p:sp>
        <p:nvSpPr>
          <p:cNvPr id="25" name="Flowchart: Off-page Connector 24">
            <a:extLst>
              <a:ext uri="{FF2B5EF4-FFF2-40B4-BE49-F238E27FC236}">
                <a16:creationId xmlns:a16="http://schemas.microsoft.com/office/drawing/2014/main" id="{94F9AEFA-C418-7AB3-3EBB-CE51497D42D5}"/>
              </a:ext>
            </a:extLst>
          </p:cNvPr>
          <p:cNvSpPr/>
          <p:nvPr/>
        </p:nvSpPr>
        <p:spPr>
          <a:xfrm>
            <a:off x="16926196" y="11472239"/>
            <a:ext cx="1442655" cy="738902"/>
          </a:xfrm>
          <a:prstGeom prst="flowChartOffpageConnector">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a:t>
            </a:r>
          </a:p>
        </p:txBody>
      </p:sp>
      <p:sp>
        <p:nvSpPr>
          <p:cNvPr id="26" name="Flowchart: Decision 25">
            <a:extLst>
              <a:ext uri="{FF2B5EF4-FFF2-40B4-BE49-F238E27FC236}">
                <a16:creationId xmlns:a16="http://schemas.microsoft.com/office/drawing/2014/main" id="{169B1458-3683-693F-5F6B-FBE927E94608}"/>
              </a:ext>
            </a:extLst>
          </p:cNvPr>
          <p:cNvSpPr/>
          <p:nvPr/>
        </p:nvSpPr>
        <p:spPr>
          <a:xfrm>
            <a:off x="4002558" y="7655882"/>
            <a:ext cx="4779638" cy="1554480"/>
          </a:xfrm>
          <a:prstGeom prst="flowChartDecision">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Condition(s)</a:t>
            </a:r>
          </a:p>
        </p:txBody>
      </p:sp>
      <p:sp>
        <p:nvSpPr>
          <p:cNvPr id="27" name="TextBox 26">
            <a:extLst>
              <a:ext uri="{FF2B5EF4-FFF2-40B4-BE49-F238E27FC236}">
                <a16:creationId xmlns:a16="http://schemas.microsoft.com/office/drawing/2014/main" id="{3D5D0A5E-BF10-CCB6-61B1-1E4567AF6A73}"/>
              </a:ext>
            </a:extLst>
          </p:cNvPr>
          <p:cNvSpPr txBox="1"/>
          <p:nvPr/>
        </p:nvSpPr>
        <p:spPr>
          <a:xfrm>
            <a:off x="4420270" y="10266187"/>
            <a:ext cx="3888886"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lumMod val="50000"/>
                  </a:schemeClr>
                </a:solidFill>
                <a:effectLst/>
                <a:uFillTx/>
                <a:latin typeface="+mn-lt"/>
                <a:ea typeface="+mn-ea"/>
                <a:cs typeface="+mn-cs"/>
                <a:sym typeface="Helvetica Neue"/>
              </a:rPr>
              <a:t>Module Call Symbol</a:t>
            </a:r>
          </a:p>
        </p:txBody>
      </p:sp>
      <p:sp>
        <p:nvSpPr>
          <p:cNvPr id="28" name="TextBox 27">
            <a:extLst>
              <a:ext uri="{FF2B5EF4-FFF2-40B4-BE49-F238E27FC236}">
                <a16:creationId xmlns:a16="http://schemas.microsoft.com/office/drawing/2014/main" id="{72F0057D-C43A-09DF-BBE8-48501D187951}"/>
              </a:ext>
            </a:extLst>
          </p:cNvPr>
          <p:cNvSpPr txBox="1"/>
          <p:nvPr/>
        </p:nvSpPr>
        <p:spPr>
          <a:xfrm>
            <a:off x="10729115" y="10266187"/>
            <a:ext cx="2101537"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lumMod val="50000"/>
                  </a:schemeClr>
                </a:solidFill>
                <a:effectLst/>
                <a:uFillTx/>
                <a:latin typeface="+mn-lt"/>
                <a:ea typeface="+mn-ea"/>
                <a:cs typeface="+mn-cs"/>
                <a:sym typeface="Helvetica Neue"/>
              </a:rPr>
              <a:t>Connector</a:t>
            </a:r>
          </a:p>
        </p:txBody>
      </p:sp>
      <p:sp>
        <p:nvSpPr>
          <p:cNvPr id="29" name="TextBox 28">
            <a:extLst>
              <a:ext uri="{FF2B5EF4-FFF2-40B4-BE49-F238E27FC236}">
                <a16:creationId xmlns:a16="http://schemas.microsoft.com/office/drawing/2014/main" id="{45E33076-EDC7-3E99-5ACD-762B8673BD5A}"/>
              </a:ext>
            </a:extLst>
          </p:cNvPr>
          <p:cNvSpPr txBox="1"/>
          <p:nvPr/>
        </p:nvSpPr>
        <p:spPr>
          <a:xfrm>
            <a:off x="15685839" y="10266187"/>
            <a:ext cx="3868047"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lumMod val="50000"/>
                  </a:schemeClr>
                </a:solidFill>
                <a:effectLst/>
                <a:uFillTx/>
                <a:latin typeface="+mn-lt"/>
                <a:ea typeface="+mn-ea"/>
                <a:cs typeface="+mn-cs"/>
                <a:sym typeface="Helvetica Neue"/>
              </a:rPr>
              <a:t>Off-Page Connector</a:t>
            </a:r>
          </a:p>
        </p:txBody>
      </p:sp>
      <p:sp>
        <p:nvSpPr>
          <p:cNvPr id="3" name="Flowchart: Connector 2">
            <a:extLst>
              <a:ext uri="{FF2B5EF4-FFF2-40B4-BE49-F238E27FC236}">
                <a16:creationId xmlns:a16="http://schemas.microsoft.com/office/drawing/2014/main" id="{ACCDC0B7-1057-BF13-58CB-8D77523AA936}"/>
              </a:ext>
            </a:extLst>
          </p:cNvPr>
          <p:cNvSpPr/>
          <p:nvPr/>
        </p:nvSpPr>
        <p:spPr>
          <a:xfrm>
            <a:off x="11176351" y="11372680"/>
            <a:ext cx="1262392" cy="1197204"/>
          </a:xfrm>
          <a:prstGeom prst="flowChartConnector">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a:t>
            </a:r>
          </a:p>
        </p:txBody>
      </p:sp>
    </p:spTree>
    <p:extLst>
      <p:ext uri="{BB962C8B-B14F-4D97-AF65-F5344CB8AC3E}">
        <p14:creationId xmlns:p14="http://schemas.microsoft.com/office/powerpoint/2010/main" val="649412182"/>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FC404-F0C2-2875-43E5-33ADBA812A70}"/>
              </a:ext>
            </a:extLst>
          </p:cNvPr>
          <p:cNvSpPr>
            <a:spLocks noGrp="1"/>
          </p:cNvSpPr>
          <p:nvPr>
            <p:ph type="title"/>
          </p:nvPr>
        </p:nvSpPr>
        <p:spPr/>
        <p:txBody>
          <a:bodyPr>
            <a:normAutofit fontScale="90000"/>
          </a:bodyPr>
          <a:lstStyle/>
          <a:p>
            <a:r>
              <a:rPr lang="en-US" dirty="0"/>
              <a:t>Terminal Symbols</a:t>
            </a:r>
          </a:p>
        </p:txBody>
      </p:sp>
      <p:sp>
        <p:nvSpPr>
          <p:cNvPr id="3" name="Text Placeholder 2">
            <a:extLst>
              <a:ext uri="{FF2B5EF4-FFF2-40B4-BE49-F238E27FC236}">
                <a16:creationId xmlns:a16="http://schemas.microsoft.com/office/drawing/2014/main" id="{AAD5B1DD-9E07-6031-F4BC-B7F5093D934F}"/>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CDCD17E5-3D51-A69C-1407-3BECA1FEADAC}"/>
              </a:ext>
            </a:extLst>
          </p:cNvPr>
          <p:cNvSpPr>
            <a:spLocks noGrp="1"/>
          </p:cNvSpPr>
          <p:nvPr>
            <p:ph sz="quarter" idx="11"/>
          </p:nvPr>
        </p:nvSpPr>
        <p:spPr>
          <a:xfrm>
            <a:off x="2167377" y="4442614"/>
            <a:ext cx="18923458" cy="7401327"/>
          </a:xfrm>
        </p:spPr>
        <p:txBody>
          <a:bodyPr>
            <a:normAutofit/>
          </a:bodyPr>
          <a:lstStyle/>
          <a:p>
            <a:pPr marL="0" indent="0">
              <a:buNone/>
            </a:pPr>
            <a:r>
              <a:rPr lang="en-US" sz="3200" dirty="0">
                <a:latin typeface="+mj-lt"/>
              </a:rPr>
              <a:t>Terminal symbols marks where a process begin and ends.</a:t>
            </a:r>
          </a:p>
          <a:p>
            <a:pPr marL="0" indent="0">
              <a:buNone/>
            </a:pPr>
            <a:r>
              <a:rPr lang="en-US" sz="3200" dirty="0">
                <a:latin typeface="+mj-lt"/>
              </a:rPr>
              <a:t>The shape is rounded rectangle (stadium / pill / obround). </a:t>
            </a:r>
            <a:r>
              <a:rPr lang="en-US" sz="3200" u="sng" dirty="0">
                <a:latin typeface="+mj-lt"/>
              </a:rPr>
              <a:t>By some studies</a:t>
            </a:r>
            <a:r>
              <a:rPr lang="en-US" sz="3200" dirty="0">
                <a:latin typeface="+mj-lt"/>
              </a:rPr>
              <a:t>, oval is allowed.</a:t>
            </a:r>
          </a:p>
          <a:p>
            <a:pPr marL="0" indent="0">
              <a:buNone/>
            </a:pPr>
            <a:r>
              <a:rPr lang="en-US" sz="3200" dirty="0">
                <a:latin typeface="+mj-lt"/>
              </a:rPr>
              <a:t>A flowchart </a:t>
            </a:r>
            <a:r>
              <a:rPr lang="en-US" sz="3200" b="1" dirty="0">
                <a:latin typeface="+mj-lt"/>
              </a:rPr>
              <a:t>can</a:t>
            </a:r>
            <a:r>
              <a:rPr lang="en-US" sz="3200" dirty="0">
                <a:latin typeface="+mj-lt"/>
              </a:rPr>
              <a:t> have multiple endings (at least one) but </a:t>
            </a:r>
            <a:r>
              <a:rPr lang="en-US" sz="3200" b="1" dirty="0">
                <a:latin typeface="+mj-lt"/>
              </a:rPr>
              <a:t>can only </a:t>
            </a:r>
            <a:r>
              <a:rPr lang="en-US" sz="3200" dirty="0">
                <a:latin typeface="+mj-lt"/>
              </a:rPr>
              <a:t>have one starting point.</a:t>
            </a:r>
          </a:p>
          <a:p>
            <a:pPr marL="0" indent="0">
              <a:buNone/>
            </a:pPr>
            <a:r>
              <a:rPr lang="en-US" sz="3200" dirty="0">
                <a:latin typeface="+mj-lt"/>
              </a:rPr>
              <a:t>An arrow </a:t>
            </a:r>
            <a:r>
              <a:rPr lang="en-US" sz="3200" b="1" dirty="0">
                <a:latin typeface="+mj-lt"/>
              </a:rPr>
              <a:t>always</a:t>
            </a:r>
            <a:r>
              <a:rPr lang="en-US" sz="3200" dirty="0">
                <a:latin typeface="+mj-lt"/>
              </a:rPr>
              <a:t> goes out from start symbol and always goes into the end symbol.</a:t>
            </a:r>
          </a:p>
          <a:p>
            <a:pPr marL="0" indent="0">
              <a:buNone/>
            </a:pPr>
            <a:r>
              <a:rPr lang="en-US" sz="3200" b="1" u="sng" dirty="0">
                <a:latin typeface="+mj-lt"/>
              </a:rPr>
              <a:t>Tip:</a:t>
            </a:r>
            <a:r>
              <a:rPr lang="en-US" sz="3200" dirty="0">
                <a:latin typeface="+mj-lt"/>
              </a:rPr>
              <a:t> Always check for terminal symbols in your flowchart.</a:t>
            </a:r>
          </a:p>
        </p:txBody>
      </p:sp>
      <p:sp>
        <p:nvSpPr>
          <p:cNvPr id="6" name="Rectangle: Rounded Corners 5">
            <a:extLst>
              <a:ext uri="{FF2B5EF4-FFF2-40B4-BE49-F238E27FC236}">
                <a16:creationId xmlns:a16="http://schemas.microsoft.com/office/drawing/2014/main" id="{B8D3EB41-D492-9C93-5151-F4B5CB41B010}"/>
              </a:ext>
            </a:extLst>
          </p:cNvPr>
          <p:cNvSpPr/>
          <p:nvPr/>
        </p:nvSpPr>
        <p:spPr>
          <a:xfrm>
            <a:off x="14639014" y="8990247"/>
            <a:ext cx="3107634" cy="1280160"/>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lumMod val="50000"/>
                  </a:schemeClr>
                </a:solidFill>
                <a:effectLst/>
                <a:uFillTx/>
                <a:latin typeface="+mj-lt"/>
                <a:ea typeface="Helvetica Neue Medium"/>
                <a:cs typeface="Helvetica Neue Medium"/>
                <a:sym typeface="Helvetica Neue Medium"/>
              </a:rPr>
              <a:t>Start / Begin</a:t>
            </a:r>
          </a:p>
        </p:txBody>
      </p:sp>
      <p:sp>
        <p:nvSpPr>
          <p:cNvPr id="7" name="Rectangle: Rounded Corners 6">
            <a:extLst>
              <a:ext uri="{FF2B5EF4-FFF2-40B4-BE49-F238E27FC236}">
                <a16:creationId xmlns:a16="http://schemas.microsoft.com/office/drawing/2014/main" id="{46056A04-2C4A-438D-DEDE-A4C7D4FFC634}"/>
              </a:ext>
            </a:extLst>
          </p:cNvPr>
          <p:cNvSpPr/>
          <p:nvPr/>
        </p:nvSpPr>
        <p:spPr>
          <a:xfrm>
            <a:off x="18315166" y="10563781"/>
            <a:ext cx="3108960" cy="1280160"/>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End / Stop</a:t>
            </a:r>
          </a:p>
        </p:txBody>
      </p:sp>
      <p:cxnSp>
        <p:nvCxnSpPr>
          <p:cNvPr id="8" name="Straight Arrow Connector 7">
            <a:extLst>
              <a:ext uri="{FF2B5EF4-FFF2-40B4-BE49-F238E27FC236}">
                <a16:creationId xmlns:a16="http://schemas.microsoft.com/office/drawing/2014/main" id="{C03E60CB-9D41-12E2-F274-473AF1AF80CC}"/>
              </a:ext>
            </a:extLst>
          </p:cNvPr>
          <p:cNvCxnSpPr>
            <a:cxnSpLocks/>
            <a:stCxn id="6" idx="2"/>
          </p:cNvCxnSpPr>
          <p:nvPr/>
        </p:nvCxnSpPr>
        <p:spPr>
          <a:xfrm>
            <a:off x="16192831" y="10270407"/>
            <a:ext cx="0" cy="1573534"/>
          </a:xfrm>
          <a:prstGeom prst="straightConnector1">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11" name="Straight Arrow Connector 10">
            <a:extLst>
              <a:ext uri="{FF2B5EF4-FFF2-40B4-BE49-F238E27FC236}">
                <a16:creationId xmlns:a16="http://schemas.microsoft.com/office/drawing/2014/main" id="{F430DE0A-E70D-34F5-BCE1-E36C0FFD6311}"/>
              </a:ext>
            </a:extLst>
          </p:cNvPr>
          <p:cNvCxnSpPr>
            <a:cxnSpLocks/>
            <a:stCxn id="7" idx="0"/>
          </p:cNvCxnSpPr>
          <p:nvPr/>
        </p:nvCxnSpPr>
        <p:spPr>
          <a:xfrm flipV="1">
            <a:off x="19869646" y="8990247"/>
            <a:ext cx="0" cy="1573534"/>
          </a:xfrm>
          <a:prstGeom prst="straightConnector1">
            <a:avLst/>
          </a:prstGeom>
          <a:ln w="76200" cap="flat">
            <a:solidFill>
              <a:srgbClr val="254FA1"/>
            </a:solidFill>
            <a:headEnd type="triangle" w="lg" len="lg"/>
            <a:tailEnd type="none" w="lg" len="lg"/>
          </a:ln>
        </p:spPr>
        <p:style>
          <a:lnRef idx="2">
            <a:schemeClr val="accent1"/>
          </a:lnRef>
          <a:fillRef idx="1">
            <a:schemeClr val="lt1"/>
          </a:fillRef>
          <a:effectRef idx="0">
            <a:schemeClr val="accent1"/>
          </a:effectRef>
          <a:fontRef idx="minor">
            <a:schemeClr val="dk1"/>
          </a:fontRef>
        </p:style>
      </p:cxnSp>
    </p:spTree>
    <p:extLst>
      <p:ext uri="{BB962C8B-B14F-4D97-AF65-F5344CB8AC3E}">
        <p14:creationId xmlns:p14="http://schemas.microsoft.com/office/powerpoint/2010/main" val="3276954759"/>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BB76E-7BBD-FAB9-8841-3400672DB2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F92F5F-D96A-730B-0545-6A4C5ACAAB75}"/>
              </a:ext>
            </a:extLst>
          </p:cNvPr>
          <p:cNvSpPr>
            <a:spLocks noGrp="1"/>
          </p:cNvSpPr>
          <p:nvPr>
            <p:ph type="title"/>
          </p:nvPr>
        </p:nvSpPr>
        <p:spPr/>
        <p:txBody>
          <a:bodyPr>
            <a:normAutofit fontScale="90000"/>
          </a:bodyPr>
          <a:lstStyle/>
          <a:p>
            <a:r>
              <a:rPr lang="en-US" dirty="0"/>
              <a:t>Terminal Symbols</a:t>
            </a:r>
          </a:p>
        </p:txBody>
      </p:sp>
      <p:sp>
        <p:nvSpPr>
          <p:cNvPr id="3" name="Text Placeholder 2">
            <a:extLst>
              <a:ext uri="{FF2B5EF4-FFF2-40B4-BE49-F238E27FC236}">
                <a16:creationId xmlns:a16="http://schemas.microsoft.com/office/drawing/2014/main" id="{239EB80F-9A13-2B82-79C1-6723FB42AF27}"/>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0C74AF4D-B36E-FF8E-E4FF-38EE2414A05C}"/>
              </a:ext>
            </a:extLst>
          </p:cNvPr>
          <p:cNvSpPr>
            <a:spLocks noGrp="1"/>
          </p:cNvSpPr>
          <p:nvPr>
            <p:ph sz="quarter" idx="11"/>
          </p:nvPr>
        </p:nvSpPr>
        <p:spPr>
          <a:xfrm>
            <a:off x="2167377" y="4442614"/>
            <a:ext cx="9244746" cy="7401327"/>
          </a:xfrm>
        </p:spPr>
        <p:txBody>
          <a:bodyPr>
            <a:normAutofit/>
          </a:bodyPr>
          <a:lstStyle/>
          <a:p>
            <a:pPr marL="0" indent="0">
              <a:buNone/>
            </a:pPr>
            <a:r>
              <a:rPr lang="en-US" sz="3200" dirty="0">
                <a:latin typeface="+mj-lt"/>
              </a:rPr>
              <a:t>The example here is for asking and printing name, with given descriptive algorithm:</a:t>
            </a:r>
          </a:p>
          <a:p>
            <a:pPr marL="514350" indent="-514350">
              <a:buSzPct val="100000"/>
              <a:buAutoNum type="arabicPeriod"/>
            </a:pPr>
            <a:r>
              <a:rPr lang="en-US" sz="3200" dirty="0">
                <a:latin typeface="+mj-lt"/>
              </a:rPr>
              <a:t>Ask the user’s name</a:t>
            </a:r>
          </a:p>
          <a:p>
            <a:pPr marL="514350" indent="-514350">
              <a:buSzPct val="100000"/>
              <a:buAutoNum type="arabicPeriod"/>
            </a:pPr>
            <a:r>
              <a:rPr lang="en-US" sz="3200" dirty="0">
                <a:latin typeface="+mj-lt"/>
              </a:rPr>
              <a:t>User input their name</a:t>
            </a:r>
          </a:p>
          <a:p>
            <a:pPr marL="514350" indent="-514350">
              <a:buSzPct val="100000"/>
              <a:buAutoNum type="arabicPeriod"/>
            </a:pPr>
            <a:r>
              <a:rPr lang="en-US" sz="3200" dirty="0">
                <a:latin typeface="+mj-lt"/>
              </a:rPr>
              <a:t>Greet the user and call their name</a:t>
            </a:r>
          </a:p>
        </p:txBody>
      </p:sp>
      <p:sp>
        <p:nvSpPr>
          <p:cNvPr id="7" name="Rectangle: Rounded Corners 6">
            <a:extLst>
              <a:ext uri="{FF2B5EF4-FFF2-40B4-BE49-F238E27FC236}">
                <a16:creationId xmlns:a16="http://schemas.microsoft.com/office/drawing/2014/main" id="{2E4E41B8-119A-3604-B3A5-29623664909B}"/>
              </a:ext>
            </a:extLst>
          </p:cNvPr>
          <p:cNvSpPr/>
          <p:nvPr/>
        </p:nvSpPr>
        <p:spPr>
          <a:xfrm>
            <a:off x="15625003" y="11369475"/>
            <a:ext cx="2163418" cy="791628"/>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End</a:t>
            </a:r>
          </a:p>
        </p:txBody>
      </p:sp>
      <p:sp>
        <p:nvSpPr>
          <p:cNvPr id="4" name="Parallelogram 3">
            <a:extLst>
              <a:ext uri="{FF2B5EF4-FFF2-40B4-BE49-F238E27FC236}">
                <a16:creationId xmlns:a16="http://schemas.microsoft.com/office/drawing/2014/main" id="{F2BABAA7-4C1E-2418-664E-0C1692AC6862}"/>
              </a:ext>
            </a:extLst>
          </p:cNvPr>
          <p:cNvSpPr/>
          <p:nvPr/>
        </p:nvSpPr>
        <p:spPr>
          <a:xfrm>
            <a:off x="14378970" y="5989216"/>
            <a:ext cx="4655480" cy="1402993"/>
          </a:xfrm>
          <a:prstGeom prst="parallelogram">
            <a:avLst/>
          </a:prstGeom>
          <a:solidFill>
            <a:schemeClr val="lt1"/>
          </a:solidFill>
          <a:ln w="76200">
            <a:solidFill>
              <a:srgbClr val="254FA1">
                <a:alpha val="50000"/>
              </a:srgb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alpha val="50000"/>
                  </a:schemeClr>
                </a:solidFill>
                <a:latin typeface="+mj-lt"/>
                <a:sym typeface="Helvetica Neue Medium"/>
              </a:rPr>
              <a:t>Display “What’s your name?”</a:t>
            </a:r>
          </a:p>
        </p:txBody>
      </p:sp>
      <p:sp>
        <p:nvSpPr>
          <p:cNvPr id="12" name="Rectangle: Rounded Corners 11">
            <a:extLst>
              <a:ext uri="{FF2B5EF4-FFF2-40B4-BE49-F238E27FC236}">
                <a16:creationId xmlns:a16="http://schemas.microsoft.com/office/drawing/2014/main" id="{F768A242-FD87-258C-754B-97B9D06C2CF2}"/>
              </a:ext>
            </a:extLst>
          </p:cNvPr>
          <p:cNvSpPr/>
          <p:nvPr/>
        </p:nvSpPr>
        <p:spPr>
          <a:xfrm>
            <a:off x="15625002" y="4552748"/>
            <a:ext cx="2163418" cy="791628"/>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Start</a:t>
            </a:r>
          </a:p>
        </p:txBody>
      </p:sp>
      <p:sp>
        <p:nvSpPr>
          <p:cNvPr id="14" name="Parallelogram 13">
            <a:extLst>
              <a:ext uri="{FF2B5EF4-FFF2-40B4-BE49-F238E27FC236}">
                <a16:creationId xmlns:a16="http://schemas.microsoft.com/office/drawing/2014/main" id="{59452484-AD37-8EE2-507E-DC2E1395AC6B}"/>
              </a:ext>
            </a:extLst>
          </p:cNvPr>
          <p:cNvSpPr/>
          <p:nvPr/>
        </p:nvSpPr>
        <p:spPr>
          <a:xfrm>
            <a:off x="14755328" y="7979752"/>
            <a:ext cx="3902765" cy="744657"/>
          </a:xfrm>
          <a:prstGeom prst="parallelogram">
            <a:avLst/>
          </a:prstGeom>
          <a:solidFill>
            <a:schemeClr val="lt1"/>
          </a:solidFill>
          <a:ln w="76200">
            <a:solidFill>
              <a:srgbClr val="254FA1">
                <a:alpha val="50000"/>
              </a:srgb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alpha val="50000"/>
                  </a:schemeClr>
                </a:solidFill>
                <a:latin typeface="+mj-lt"/>
                <a:sym typeface="Helvetica Neue Medium"/>
              </a:rPr>
              <a:t>Input name</a:t>
            </a:r>
          </a:p>
        </p:txBody>
      </p:sp>
      <p:sp>
        <p:nvSpPr>
          <p:cNvPr id="15" name="Parallelogram 14">
            <a:extLst>
              <a:ext uri="{FF2B5EF4-FFF2-40B4-BE49-F238E27FC236}">
                <a16:creationId xmlns:a16="http://schemas.microsoft.com/office/drawing/2014/main" id="{F048D502-B1AA-1A2B-5C8B-85F95C4563FF}"/>
              </a:ext>
            </a:extLst>
          </p:cNvPr>
          <p:cNvSpPr/>
          <p:nvPr/>
        </p:nvSpPr>
        <p:spPr>
          <a:xfrm>
            <a:off x="14755328" y="9360657"/>
            <a:ext cx="3902764" cy="1424027"/>
          </a:xfrm>
          <a:prstGeom prst="parallelogram">
            <a:avLst/>
          </a:prstGeom>
          <a:solidFill>
            <a:schemeClr val="lt1"/>
          </a:solidFill>
          <a:ln w="76200">
            <a:solidFill>
              <a:srgbClr val="254FA1">
                <a:alpha val="50000"/>
              </a:srgb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alpha val="50000"/>
                  </a:schemeClr>
                </a:solidFill>
                <a:latin typeface="+mj-lt"/>
                <a:sym typeface="Helvetica Neue Medium"/>
              </a:rPr>
              <a:t>Display “Hello “, name</a:t>
            </a:r>
          </a:p>
        </p:txBody>
      </p:sp>
      <p:cxnSp>
        <p:nvCxnSpPr>
          <p:cNvPr id="17" name="Connector: Elbow 16">
            <a:extLst>
              <a:ext uri="{FF2B5EF4-FFF2-40B4-BE49-F238E27FC236}">
                <a16:creationId xmlns:a16="http://schemas.microsoft.com/office/drawing/2014/main" id="{AEC23A15-B5A6-2190-A200-7D2E9075E316}"/>
              </a:ext>
            </a:extLst>
          </p:cNvPr>
          <p:cNvCxnSpPr>
            <a:cxnSpLocks/>
            <a:stCxn id="12" idx="2"/>
            <a:endCxn id="4" idx="0"/>
          </p:cNvCxnSpPr>
          <p:nvPr/>
        </p:nvCxnSpPr>
        <p:spPr>
          <a:xfrm rot="5400000">
            <a:off x="16384291" y="5666796"/>
            <a:ext cx="644840"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18" name="Connector: Elbow 17">
            <a:extLst>
              <a:ext uri="{FF2B5EF4-FFF2-40B4-BE49-F238E27FC236}">
                <a16:creationId xmlns:a16="http://schemas.microsoft.com/office/drawing/2014/main" id="{70EAE0B5-42A6-4697-D975-A39A5E92EA1B}"/>
              </a:ext>
            </a:extLst>
          </p:cNvPr>
          <p:cNvCxnSpPr>
            <a:cxnSpLocks/>
            <a:stCxn id="4" idx="4"/>
            <a:endCxn id="14" idx="0"/>
          </p:cNvCxnSpPr>
          <p:nvPr/>
        </p:nvCxnSpPr>
        <p:spPr>
          <a:xfrm rot="16200000" flipH="1">
            <a:off x="16412939" y="7685979"/>
            <a:ext cx="587543"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21" name="Connector: Elbow 20">
            <a:extLst>
              <a:ext uri="{FF2B5EF4-FFF2-40B4-BE49-F238E27FC236}">
                <a16:creationId xmlns:a16="http://schemas.microsoft.com/office/drawing/2014/main" id="{2A673C4E-1E5E-BD4C-3910-69F0DDB957B3}"/>
              </a:ext>
            </a:extLst>
          </p:cNvPr>
          <p:cNvCxnSpPr>
            <a:cxnSpLocks/>
            <a:stCxn id="14" idx="4"/>
            <a:endCxn id="15" idx="0"/>
          </p:cNvCxnSpPr>
          <p:nvPr/>
        </p:nvCxnSpPr>
        <p:spPr>
          <a:xfrm rot="5400000">
            <a:off x="16388587" y="9042533"/>
            <a:ext cx="636248"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26" name="Connector: Elbow 25">
            <a:extLst>
              <a:ext uri="{FF2B5EF4-FFF2-40B4-BE49-F238E27FC236}">
                <a16:creationId xmlns:a16="http://schemas.microsoft.com/office/drawing/2014/main" id="{68517A33-9A65-28C6-48E9-8A63AFB8AD88}"/>
              </a:ext>
            </a:extLst>
          </p:cNvPr>
          <p:cNvCxnSpPr>
            <a:cxnSpLocks/>
            <a:stCxn id="15" idx="4"/>
            <a:endCxn id="7" idx="0"/>
          </p:cNvCxnSpPr>
          <p:nvPr/>
        </p:nvCxnSpPr>
        <p:spPr>
          <a:xfrm rot="16200000" flipH="1">
            <a:off x="16414316" y="11077078"/>
            <a:ext cx="584791" cy="2"/>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30" name="Arrow: Down 29">
            <a:extLst>
              <a:ext uri="{FF2B5EF4-FFF2-40B4-BE49-F238E27FC236}">
                <a16:creationId xmlns:a16="http://schemas.microsoft.com/office/drawing/2014/main" id="{16373C06-8BDA-0D0C-0434-69FBCBEE9E88}"/>
              </a:ext>
            </a:extLst>
          </p:cNvPr>
          <p:cNvSpPr/>
          <p:nvPr/>
        </p:nvSpPr>
        <p:spPr>
          <a:xfrm rot="15640941">
            <a:off x="13542179" y="3971127"/>
            <a:ext cx="1198801" cy="2557917"/>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63" name="Arrow: Down 62">
            <a:extLst>
              <a:ext uri="{FF2B5EF4-FFF2-40B4-BE49-F238E27FC236}">
                <a16:creationId xmlns:a16="http://schemas.microsoft.com/office/drawing/2014/main" id="{B1F70033-EF74-E65B-B230-403C65FF91FC}"/>
              </a:ext>
            </a:extLst>
          </p:cNvPr>
          <p:cNvSpPr/>
          <p:nvPr/>
        </p:nvSpPr>
        <p:spPr>
          <a:xfrm rot="16819727">
            <a:off x="13665730" y="10184499"/>
            <a:ext cx="913731" cy="2557917"/>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Tree>
    <p:extLst>
      <p:ext uri="{BB962C8B-B14F-4D97-AF65-F5344CB8AC3E}">
        <p14:creationId xmlns:p14="http://schemas.microsoft.com/office/powerpoint/2010/main" val="3160653831"/>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95F15-7716-E4CE-80AC-FB329FC165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3303D7-E56A-4754-1ED1-27C3486703E5}"/>
              </a:ext>
            </a:extLst>
          </p:cNvPr>
          <p:cNvSpPr>
            <a:spLocks noGrp="1"/>
          </p:cNvSpPr>
          <p:nvPr>
            <p:ph type="title"/>
          </p:nvPr>
        </p:nvSpPr>
        <p:spPr/>
        <p:txBody>
          <a:bodyPr>
            <a:normAutofit fontScale="90000"/>
          </a:bodyPr>
          <a:lstStyle/>
          <a:p>
            <a:r>
              <a:rPr lang="en-US" dirty="0"/>
              <a:t>Terminal Symbols</a:t>
            </a:r>
          </a:p>
        </p:txBody>
      </p:sp>
      <p:sp>
        <p:nvSpPr>
          <p:cNvPr id="3" name="Text Placeholder 2">
            <a:extLst>
              <a:ext uri="{FF2B5EF4-FFF2-40B4-BE49-F238E27FC236}">
                <a16:creationId xmlns:a16="http://schemas.microsoft.com/office/drawing/2014/main" id="{90C74753-993C-0F0A-8D79-E8A419615141}"/>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9F6FF56A-31B4-3A2B-E20E-F073F11DB60C}"/>
              </a:ext>
            </a:extLst>
          </p:cNvPr>
          <p:cNvSpPr>
            <a:spLocks noGrp="1"/>
          </p:cNvSpPr>
          <p:nvPr>
            <p:ph sz="quarter" idx="11"/>
          </p:nvPr>
        </p:nvSpPr>
        <p:spPr>
          <a:xfrm>
            <a:off x="2167377" y="3650986"/>
            <a:ext cx="21050433" cy="7401327"/>
          </a:xfrm>
        </p:spPr>
        <p:txBody>
          <a:bodyPr>
            <a:normAutofit/>
          </a:bodyPr>
          <a:lstStyle/>
          <a:p>
            <a:pPr marL="0" indent="0">
              <a:buNone/>
            </a:pPr>
            <a:r>
              <a:rPr lang="en-US" sz="3200" dirty="0">
                <a:latin typeface="+mj-lt"/>
              </a:rPr>
              <a:t>When you learn modular programming (Week 2), you will see that “Start” terminal is written as the module’s name, whereas the “End” is written as Return. Until then, </a:t>
            </a:r>
            <a:r>
              <a:rPr lang="en-US" sz="3200" b="1" dirty="0">
                <a:latin typeface="+mj-lt"/>
              </a:rPr>
              <a:t>focus on using the basic rule </a:t>
            </a:r>
            <a:r>
              <a:rPr lang="en-US" sz="3200" dirty="0">
                <a:latin typeface="+mj-lt"/>
              </a:rPr>
              <a:t>(you’ll revisit this again)</a:t>
            </a:r>
          </a:p>
        </p:txBody>
      </p:sp>
      <p:sp>
        <p:nvSpPr>
          <p:cNvPr id="4" name="Parallelogram 3">
            <a:extLst>
              <a:ext uri="{FF2B5EF4-FFF2-40B4-BE49-F238E27FC236}">
                <a16:creationId xmlns:a16="http://schemas.microsoft.com/office/drawing/2014/main" id="{74DBE1EA-B8FE-1E0A-DA5B-08AC53731F9B}"/>
              </a:ext>
            </a:extLst>
          </p:cNvPr>
          <p:cNvSpPr/>
          <p:nvPr/>
        </p:nvSpPr>
        <p:spPr>
          <a:xfrm>
            <a:off x="2922861" y="6880568"/>
            <a:ext cx="3902765" cy="1424027"/>
          </a:xfrm>
          <a:prstGeom prst="parallelogram">
            <a:avLst/>
          </a:prstGeom>
          <a:solidFill>
            <a:schemeClr val="lt1"/>
          </a:solidFill>
          <a:ln w="76200">
            <a:solidFill>
              <a:srgbClr val="254FA1">
                <a:alpha val="50000"/>
              </a:srgb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alpha val="50000"/>
                  </a:schemeClr>
                </a:solidFill>
                <a:latin typeface="+mj-lt"/>
                <a:sym typeface="Helvetica Neue Medium"/>
              </a:rPr>
              <a:t>Display “Input your ID”</a:t>
            </a:r>
          </a:p>
        </p:txBody>
      </p:sp>
      <p:sp>
        <p:nvSpPr>
          <p:cNvPr id="12" name="Rectangle: Rounded Corners 11">
            <a:extLst>
              <a:ext uri="{FF2B5EF4-FFF2-40B4-BE49-F238E27FC236}">
                <a16:creationId xmlns:a16="http://schemas.microsoft.com/office/drawing/2014/main" id="{6B1B0282-C190-A718-41B4-5957F3450783}"/>
              </a:ext>
            </a:extLst>
          </p:cNvPr>
          <p:cNvSpPr/>
          <p:nvPr/>
        </p:nvSpPr>
        <p:spPr>
          <a:xfrm>
            <a:off x="3792534" y="5352386"/>
            <a:ext cx="2163418" cy="791628"/>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Main()</a:t>
            </a:r>
          </a:p>
        </p:txBody>
      </p:sp>
      <p:sp>
        <p:nvSpPr>
          <p:cNvPr id="14" name="Parallelogram 13">
            <a:extLst>
              <a:ext uri="{FF2B5EF4-FFF2-40B4-BE49-F238E27FC236}">
                <a16:creationId xmlns:a16="http://schemas.microsoft.com/office/drawing/2014/main" id="{5DA2561E-5093-0F48-38D9-85B5DB3DEC3D}"/>
              </a:ext>
            </a:extLst>
          </p:cNvPr>
          <p:cNvSpPr/>
          <p:nvPr/>
        </p:nvSpPr>
        <p:spPr>
          <a:xfrm>
            <a:off x="2922860" y="9008472"/>
            <a:ext cx="3902765" cy="744657"/>
          </a:xfrm>
          <a:prstGeom prst="parallelogram">
            <a:avLst/>
          </a:prstGeom>
          <a:solidFill>
            <a:schemeClr val="lt1"/>
          </a:solidFill>
          <a:ln w="76200">
            <a:solidFill>
              <a:srgbClr val="254FA1">
                <a:alpha val="50000"/>
              </a:srgb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alpha val="50000"/>
                  </a:schemeClr>
                </a:solidFill>
                <a:latin typeface="+mj-lt"/>
                <a:sym typeface="Helvetica Neue Medium"/>
              </a:rPr>
              <a:t>Input ID</a:t>
            </a:r>
          </a:p>
        </p:txBody>
      </p:sp>
      <p:cxnSp>
        <p:nvCxnSpPr>
          <p:cNvPr id="18" name="Connector: Elbow 17">
            <a:extLst>
              <a:ext uri="{FF2B5EF4-FFF2-40B4-BE49-F238E27FC236}">
                <a16:creationId xmlns:a16="http://schemas.microsoft.com/office/drawing/2014/main" id="{28DE642E-FC83-B472-60F4-7F5CF5CA332B}"/>
              </a:ext>
            </a:extLst>
          </p:cNvPr>
          <p:cNvCxnSpPr>
            <a:cxnSpLocks/>
            <a:stCxn id="12" idx="2"/>
            <a:endCxn id="4" idx="0"/>
          </p:cNvCxnSpPr>
          <p:nvPr/>
        </p:nvCxnSpPr>
        <p:spPr>
          <a:xfrm rot="16200000" flipH="1">
            <a:off x="4505966" y="6512290"/>
            <a:ext cx="736554"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21" name="Connector: Elbow 20">
            <a:extLst>
              <a:ext uri="{FF2B5EF4-FFF2-40B4-BE49-F238E27FC236}">
                <a16:creationId xmlns:a16="http://schemas.microsoft.com/office/drawing/2014/main" id="{62F0C7CD-25B4-A34C-FFAF-3C9028466A8F}"/>
              </a:ext>
            </a:extLst>
          </p:cNvPr>
          <p:cNvCxnSpPr>
            <a:cxnSpLocks/>
            <a:stCxn id="4" idx="4"/>
            <a:endCxn id="14" idx="0"/>
          </p:cNvCxnSpPr>
          <p:nvPr/>
        </p:nvCxnSpPr>
        <p:spPr>
          <a:xfrm rot="5400000">
            <a:off x="4522306" y="8656533"/>
            <a:ext cx="703877" cy="1"/>
          </a:xfrm>
          <a:prstGeom prst="bentConnector3">
            <a:avLst>
              <a:gd name="adj1" fmla="val 50000"/>
            </a:avLst>
          </a:prstGeom>
          <a:ln w="76200" cap="flat">
            <a:solidFill>
              <a:srgbClr val="254FA1">
                <a:alpha val="50000"/>
              </a:srgbClr>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29" name="Arrow: Down 28">
            <a:extLst>
              <a:ext uri="{FF2B5EF4-FFF2-40B4-BE49-F238E27FC236}">
                <a16:creationId xmlns:a16="http://schemas.microsoft.com/office/drawing/2014/main" id="{6406A94E-4BAF-D0CE-A972-3E0772F0D226}"/>
              </a:ext>
            </a:extLst>
          </p:cNvPr>
          <p:cNvSpPr/>
          <p:nvPr/>
        </p:nvSpPr>
        <p:spPr>
          <a:xfrm rot="15748244">
            <a:off x="2446112" y="5177507"/>
            <a:ext cx="830441" cy="1427272"/>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27" name="Flowchart: Predefined Process 26">
            <a:extLst>
              <a:ext uri="{FF2B5EF4-FFF2-40B4-BE49-F238E27FC236}">
                <a16:creationId xmlns:a16="http://schemas.microsoft.com/office/drawing/2014/main" id="{9E25B6B3-1D2E-7993-554B-3D1EFB0309E5}"/>
              </a:ext>
            </a:extLst>
          </p:cNvPr>
          <p:cNvSpPr/>
          <p:nvPr/>
        </p:nvSpPr>
        <p:spPr>
          <a:xfrm>
            <a:off x="2536070" y="10691227"/>
            <a:ext cx="4676344" cy="822960"/>
          </a:xfrm>
          <a:prstGeom prst="flowChartPredefinedProcess">
            <a:avLst/>
          </a:prstGeom>
          <a:ln w="76200">
            <a:solidFill>
              <a:srgbClr val="254FA1">
                <a:alpha val="50000"/>
              </a:srgb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err="1">
                <a:solidFill>
                  <a:schemeClr val="tx1">
                    <a:lumMod val="50000"/>
                    <a:alpha val="50000"/>
                  </a:schemeClr>
                </a:solidFill>
                <a:latin typeface="+mj-lt"/>
                <a:sym typeface="Helvetica Neue Medium"/>
              </a:rPr>
              <a:t>teamDecider</a:t>
            </a:r>
            <a:r>
              <a:rPr lang="en-US" sz="3200" dirty="0">
                <a:solidFill>
                  <a:schemeClr val="tx1">
                    <a:lumMod val="50000"/>
                    <a:alpha val="50000"/>
                  </a:schemeClr>
                </a:solidFill>
                <a:latin typeface="+mj-lt"/>
                <a:sym typeface="Helvetica Neue Medium"/>
              </a:rPr>
              <a:t>(ID)</a:t>
            </a:r>
          </a:p>
        </p:txBody>
      </p:sp>
      <p:cxnSp>
        <p:nvCxnSpPr>
          <p:cNvPr id="33" name="Connector: Elbow 32">
            <a:extLst>
              <a:ext uri="{FF2B5EF4-FFF2-40B4-BE49-F238E27FC236}">
                <a16:creationId xmlns:a16="http://schemas.microsoft.com/office/drawing/2014/main" id="{196123CF-4D82-F8AF-5429-0A442000BA69}"/>
              </a:ext>
            </a:extLst>
          </p:cNvPr>
          <p:cNvCxnSpPr>
            <a:cxnSpLocks/>
            <a:stCxn id="14" idx="4"/>
            <a:endCxn id="27" idx="0"/>
          </p:cNvCxnSpPr>
          <p:nvPr/>
        </p:nvCxnSpPr>
        <p:spPr>
          <a:xfrm rot="5400000">
            <a:off x="4405194" y="10222178"/>
            <a:ext cx="938098" cy="1"/>
          </a:xfrm>
          <a:prstGeom prst="bentConnector3">
            <a:avLst>
              <a:gd name="adj1" fmla="val 50000"/>
            </a:avLst>
          </a:prstGeom>
          <a:ln w="76200" cap="flat">
            <a:solidFill>
              <a:srgbClr val="254FA1">
                <a:alpha val="50000"/>
              </a:srgbClr>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38" name="Rectangle: Rounded Corners 37">
            <a:extLst>
              <a:ext uri="{FF2B5EF4-FFF2-40B4-BE49-F238E27FC236}">
                <a16:creationId xmlns:a16="http://schemas.microsoft.com/office/drawing/2014/main" id="{6490CE5E-EA7E-EA63-C491-E7082A743BAA}"/>
              </a:ext>
            </a:extLst>
          </p:cNvPr>
          <p:cNvSpPr/>
          <p:nvPr/>
        </p:nvSpPr>
        <p:spPr>
          <a:xfrm>
            <a:off x="3792532" y="12298265"/>
            <a:ext cx="2163418" cy="791628"/>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Return</a:t>
            </a:r>
          </a:p>
        </p:txBody>
      </p:sp>
      <p:cxnSp>
        <p:nvCxnSpPr>
          <p:cNvPr id="39" name="Connector: Elbow 38">
            <a:extLst>
              <a:ext uri="{FF2B5EF4-FFF2-40B4-BE49-F238E27FC236}">
                <a16:creationId xmlns:a16="http://schemas.microsoft.com/office/drawing/2014/main" id="{63AEB206-E4F1-616B-F9A1-D677A753C7F7}"/>
              </a:ext>
            </a:extLst>
          </p:cNvPr>
          <p:cNvCxnSpPr>
            <a:cxnSpLocks/>
            <a:stCxn id="27" idx="2"/>
            <a:endCxn id="38" idx="0"/>
          </p:cNvCxnSpPr>
          <p:nvPr/>
        </p:nvCxnSpPr>
        <p:spPr>
          <a:xfrm rot="5400000">
            <a:off x="4482203" y="11906226"/>
            <a:ext cx="784078"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43" name="Arrow: Down 42">
            <a:extLst>
              <a:ext uri="{FF2B5EF4-FFF2-40B4-BE49-F238E27FC236}">
                <a16:creationId xmlns:a16="http://schemas.microsoft.com/office/drawing/2014/main" id="{581CAAFB-3814-CFA2-A969-E87F579D09C7}"/>
              </a:ext>
            </a:extLst>
          </p:cNvPr>
          <p:cNvSpPr/>
          <p:nvPr/>
        </p:nvSpPr>
        <p:spPr>
          <a:xfrm rot="17267748">
            <a:off x="2430829" y="11455885"/>
            <a:ext cx="830441" cy="1427272"/>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45" name="Rectangle: Rounded Corners 44">
            <a:extLst>
              <a:ext uri="{FF2B5EF4-FFF2-40B4-BE49-F238E27FC236}">
                <a16:creationId xmlns:a16="http://schemas.microsoft.com/office/drawing/2014/main" id="{09EAD9B1-EEA0-8E2B-AB40-8D53DD4367D3}"/>
              </a:ext>
            </a:extLst>
          </p:cNvPr>
          <p:cNvSpPr/>
          <p:nvPr/>
        </p:nvSpPr>
        <p:spPr>
          <a:xfrm>
            <a:off x="13737726" y="5352386"/>
            <a:ext cx="3615996" cy="791628"/>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err="1">
                <a:solidFill>
                  <a:schemeClr val="tx1">
                    <a:lumMod val="50000"/>
                  </a:schemeClr>
                </a:solidFill>
                <a:latin typeface="+mj-lt"/>
                <a:sym typeface="Helvetica Neue Medium"/>
              </a:rPr>
              <a:t>teamDecider</a:t>
            </a:r>
            <a:r>
              <a:rPr lang="en-US" sz="3200" dirty="0">
                <a:solidFill>
                  <a:schemeClr val="tx1">
                    <a:lumMod val="50000"/>
                  </a:schemeClr>
                </a:solidFill>
                <a:latin typeface="+mj-lt"/>
                <a:sym typeface="Helvetica Neue Medium"/>
              </a:rPr>
              <a:t>(ID)</a:t>
            </a:r>
          </a:p>
        </p:txBody>
      </p:sp>
      <p:cxnSp>
        <p:nvCxnSpPr>
          <p:cNvPr id="47" name="Connector: Elbow 46">
            <a:extLst>
              <a:ext uri="{FF2B5EF4-FFF2-40B4-BE49-F238E27FC236}">
                <a16:creationId xmlns:a16="http://schemas.microsoft.com/office/drawing/2014/main" id="{96044C11-AC5F-57F0-6143-670EC8F5FE93}"/>
              </a:ext>
            </a:extLst>
          </p:cNvPr>
          <p:cNvCxnSpPr>
            <a:cxnSpLocks/>
            <a:stCxn id="45" idx="2"/>
            <a:endCxn id="57" idx="0"/>
          </p:cNvCxnSpPr>
          <p:nvPr/>
        </p:nvCxnSpPr>
        <p:spPr>
          <a:xfrm rot="5400000">
            <a:off x="15056439" y="6633297"/>
            <a:ext cx="978568" cy="2"/>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49" name="Arrow: Down 48">
            <a:extLst>
              <a:ext uri="{FF2B5EF4-FFF2-40B4-BE49-F238E27FC236}">
                <a16:creationId xmlns:a16="http://schemas.microsoft.com/office/drawing/2014/main" id="{C06987F1-4DC6-9FE3-EBD7-A1A883EC516D}"/>
              </a:ext>
            </a:extLst>
          </p:cNvPr>
          <p:cNvSpPr/>
          <p:nvPr/>
        </p:nvSpPr>
        <p:spPr>
          <a:xfrm rot="6639809">
            <a:off x="17810012" y="5637832"/>
            <a:ext cx="830441" cy="1427272"/>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52" name="Rectangle: Rounded Corners 51">
            <a:extLst>
              <a:ext uri="{FF2B5EF4-FFF2-40B4-BE49-F238E27FC236}">
                <a16:creationId xmlns:a16="http://schemas.microsoft.com/office/drawing/2014/main" id="{E36CFC7E-F48D-EB7A-E299-843025654540}"/>
              </a:ext>
            </a:extLst>
          </p:cNvPr>
          <p:cNvSpPr/>
          <p:nvPr/>
        </p:nvSpPr>
        <p:spPr>
          <a:xfrm>
            <a:off x="14464013" y="12298265"/>
            <a:ext cx="2163418" cy="791628"/>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Return</a:t>
            </a:r>
          </a:p>
        </p:txBody>
      </p:sp>
      <p:cxnSp>
        <p:nvCxnSpPr>
          <p:cNvPr id="53" name="Connector: Elbow 52">
            <a:extLst>
              <a:ext uri="{FF2B5EF4-FFF2-40B4-BE49-F238E27FC236}">
                <a16:creationId xmlns:a16="http://schemas.microsoft.com/office/drawing/2014/main" id="{6A3AF231-CB2D-1148-21E3-DD559A94A506}"/>
              </a:ext>
            </a:extLst>
          </p:cNvPr>
          <p:cNvCxnSpPr>
            <a:cxnSpLocks/>
            <a:stCxn id="61" idx="3"/>
            <a:endCxn id="52" idx="0"/>
          </p:cNvCxnSpPr>
          <p:nvPr/>
        </p:nvCxnSpPr>
        <p:spPr>
          <a:xfrm rot="5400000">
            <a:off x="16571397" y="9196503"/>
            <a:ext cx="2076087" cy="4127436"/>
          </a:xfrm>
          <a:prstGeom prst="bentConnector3">
            <a:avLst>
              <a:gd name="adj1" fmla="val 51914"/>
            </a:avLst>
          </a:prstGeom>
          <a:ln w="76200" cap="flat">
            <a:solidFill>
              <a:srgbClr val="254FA1">
                <a:alpha val="50000"/>
              </a:srgbClr>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54" name="Arrow: Down 53">
            <a:extLst>
              <a:ext uri="{FF2B5EF4-FFF2-40B4-BE49-F238E27FC236}">
                <a16:creationId xmlns:a16="http://schemas.microsoft.com/office/drawing/2014/main" id="{15B41C3A-B94A-3CEC-7F4D-029AC6BD1B4C}"/>
              </a:ext>
            </a:extLst>
          </p:cNvPr>
          <p:cNvSpPr/>
          <p:nvPr/>
        </p:nvSpPr>
        <p:spPr>
          <a:xfrm rot="4589094">
            <a:off x="17293920" y="11716421"/>
            <a:ext cx="830441" cy="1427272"/>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57" name="Flowchart: Decision 56">
            <a:extLst>
              <a:ext uri="{FF2B5EF4-FFF2-40B4-BE49-F238E27FC236}">
                <a16:creationId xmlns:a16="http://schemas.microsoft.com/office/drawing/2014/main" id="{85EC8B62-E8C9-E877-5674-6498D42D8A4A}"/>
              </a:ext>
            </a:extLst>
          </p:cNvPr>
          <p:cNvSpPr/>
          <p:nvPr/>
        </p:nvSpPr>
        <p:spPr>
          <a:xfrm>
            <a:off x="13291235" y="7122582"/>
            <a:ext cx="4508973" cy="1182013"/>
          </a:xfrm>
          <a:prstGeom prst="flowChartDecision">
            <a:avLst/>
          </a:prstGeom>
          <a:solidFill>
            <a:schemeClr val="lt1">
              <a:alpha val="50000"/>
            </a:schemeClr>
          </a:solidFill>
          <a:ln w="76200">
            <a:solidFill>
              <a:srgbClr val="254FA1">
                <a:alpha val="50000"/>
              </a:srgb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spAutoFit/>
          </a:bodyPr>
          <a:lstStyle/>
          <a:p>
            <a:pPr defTabSz="825500"/>
            <a:r>
              <a:rPr lang="en-US" sz="3200" dirty="0">
                <a:solidFill>
                  <a:schemeClr val="tx1">
                    <a:lumMod val="50000"/>
                    <a:alpha val="50000"/>
                  </a:schemeClr>
                </a:solidFill>
                <a:latin typeface="+mj-lt"/>
                <a:sym typeface="Helvetica Neue Medium"/>
              </a:rPr>
              <a:t>ID % 2 == 0</a:t>
            </a:r>
          </a:p>
        </p:txBody>
      </p:sp>
      <p:sp>
        <p:nvSpPr>
          <p:cNvPr id="60" name="Parallelogram 59">
            <a:extLst>
              <a:ext uri="{FF2B5EF4-FFF2-40B4-BE49-F238E27FC236}">
                <a16:creationId xmlns:a16="http://schemas.microsoft.com/office/drawing/2014/main" id="{B1B51AF2-C8BB-0596-57FE-4F90FFFB070C}"/>
              </a:ext>
            </a:extLst>
          </p:cNvPr>
          <p:cNvSpPr/>
          <p:nvPr/>
        </p:nvSpPr>
        <p:spPr>
          <a:xfrm>
            <a:off x="9388470" y="8861228"/>
            <a:ext cx="3902765" cy="1424027"/>
          </a:xfrm>
          <a:prstGeom prst="parallelogram">
            <a:avLst/>
          </a:prstGeom>
          <a:solidFill>
            <a:schemeClr val="lt1">
              <a:alpha val="50000"/>
            </a:schemeClr>
          </a:solidFill>
          <a:ln w="76200">
            <a:solidFill>
              <a:srgbClr val="254FA1">
                <a:alpha val="50000"/>
              </a:srgb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alpha val="50000"/>
                  </a:schemeClr>
                </a:solidFill>
                <a:latin typeface="+mj-lt"/>
                <a:sym typeface="Helvetica Neue Medium"/>
              </a:rPr>
              <a:t>Display “Team A”</a:t>
            </a:r>
          </a:p>
        </p:txBody>
      </p:sp>
      <p:sp>
        <p:nvSpPr>
          <p:cNvPr id="61" name="Parallelogram 60">
            <a:extLst>
              <a:ext uri="{FF2B5EF4-FFF2-40B4-BE49-F238E27FC236}">
                <a16:creationId xmlns:a16="http://schemas.microsoft.com/office/drawing/2014/main" id="{B8926FED-170B-C73C-267A-64852950778C}"/>
              </a:ext>
            </a:extLst>
          </p:cNvPr>
          <p:cNvSpPr/>
          <p:nvPr/>
        </p:nvSpPr>
        <p:spPr>
          <a:xfrm>
            <a:off x="17899779" y="8798151"/>
            <a:ext cx="3902765" cy="1424027"/>
          </a:xfrm>
          <a:prstGeom prst="parallelogram">
            <a:avLst/>
          </a:prstGeom>
          <a:solidFill>
            <a:schemeClr val="lt1">
              <a:alpha val="50000"/>
            </a:schemeClr>
          </a:solidFill>
          <a:ln w="76200">
            <a:solidFill>
              <a:srgbClr val="254FA1">
                <a:alpha val="50000"/>
              </a:srgb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alpha val="50000"/>
                  </a:schemeClr>
                </a:solidFill>
                <a:latin typeface="+mj-lt"/>
                <a:sym typeface="Helvetica Neue Medium"/>
              </a:rPr>
              <a:t>Display “Team B”</a:t>
            </a:r>
          </a:p>
        </p:txBody>
      </p:sp>
      <p:cxnSp>
        <p:nvCxnSpPr>
          <p:cNvPr id="62" name="Connector: Elbow 61">
            <a:extLst>
              <a:ext uri="{FF2B5EF4-FFF2-40B4-BE49-F238E27FC236}">
                <a16:creationId xmlns:a16="http://schemas.microsoft.com/office/drawing/2014/main" id="{4696562D-EC97-B614-0E75-4B95C33EA1E2}"/>
              </a:ext>
            </a:extLst>
          </p:cNvPr>
          <p:cNvCxnSpPr>
            <a:cxnSpLocks/>
            <a:stCxn id="57" idx="1"/>
            <a:endCxn id="60" idx="1"/>
          </p:cNvCxnSpPr>
          <p:nvPr/>
        </p:nvCxnSpPr>
        <p:spPr>
          <a:xfrm rot="10800000" flipV="1">
            <a:off x="11517857" y="7713588"/>
            <a:ext cx="1773379" cy="1147639"/>
          </a:xfrm>
          <a:prstGeom prst="bentConnector2">
            <a:avLst/>
          </a:prstGeom>
          <a:ln w="76200" cap="flat">
            <a:solidFill>
              <a:srgbClr val="254FA1">
                <a:alpha val="50000"/>
              </a:srgbClr>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65" name="Connector: Elbow 64">
            <a:extLst>
              <a:ext uri="{FF2B5EF4-FFF2-40B4-BE49-F238E27FC236}">
                <a16:creationId xmlns:a16="http://schemas.microsoft.com/office/drawing/2014/main" id="{E15AC8DA-4B47-A1A1-15DA-1BCD8652B381}"/>
              </a:ext>
            </a:extLst>
          </p:cNvPr>
          <p:cNvCxnSpPr>
            <a:cxnSpLocks/>
            <a:stCxn id="57" idx="3"/>
            <a:endCxn id="61" idx="1"/>
          </p:cNvCxnSpPr>
          <p:nvPr/>
        </p:nvCxnSpPr>
        <p:spPr>
          <a:xfrm>
            <a:off x="17800208" y="7713589"/>
            <a:ext cx="2228957" cy="1084562"/>
          </a:xfrm>
          <a:prstGeom prst="bentConnector2">
            <a:avLst/>
          </a:prstGeom>
          <a:ln w="76200" cap="flat">
            <a:solidFill>
              <a:srgbClr val="254FA1">
                <a:alpha val="50000"/>
              </a:srgbClr>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69" name="Connector: Elbow 68">
            <a:extLst>
              <a:ext uri="{FF2B5EF4-FFF2-40B4-BE49-F238E27FC236}">
                <a16:creationId xmlns:a16="http://schemas.microsoft.com/office/drawing/2014/main" id="{B7CFD54A-9531-E5A8-8891-080BB83B285D}"/>
              </a:ext>
            </a:extLst>
          </p:cNvPr>
          <p:cNvCxnSpPr>
            <a:cxnSpLocks/>
            <a:stCxn id="60" idx="4"/>
            <a:endCxn id="52" idx="0"/>
          </p:cNvCxnSpPr>
          <p:nvPr/>
        </p:nvCxnSpPr>
        <p:spPr>
          <a:xfrm rot="16200000" flipH="1">
            <a:off x="12436282" y="9188825"/>
            <a:ext cx="2013010" cy="4205869"/>
          </a:xfrm>
          <a:prstGeom prst="bentConnector3">
            <a:avLst>
              <a:gd name="adj1" fmla="val 50000"/>
            </a:avLst>
          </a:prstGeom>
          <a:ln w="76200" cap="flat">
            <a:solidFill>
              <a:srgbClr val="254FA1">
                <a:alpha val="50000"/>
              </a:srgbClr>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74" name="TextBox 73">
            <a:extLst>
              <a:ext uri="{FF2B5EF4-FFF2-40B4-BE49-F238E27FC236}">
                <a16:creationId xmlns:a16="http://schemas.microsoft.com/office/drawing/2014/main" id="{F33375E8-64CE-1E46-7267-531AC07A7B89}"/>
              </a:ext>
            </a:extLst>
          </p:cNvPr>
          <p:cNvSpPr txBox="1"/>
          <p:nvPr/>
        </p:nvSpPr>
        <p:spPr>
          <a:xfrm>
            <a:off x="12192000" y="7209839"/>
            <a:ext cx="759823"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5E5E5E"/>
                </a:solidFill>
                <a:effectLst/>
                <a:uFillTx/>
                <a:latin typeface="+mn-lt"/>
                <a:ea typeface="+mn-ea"/>
                <a:cs typeface="+mn-cs"/>
                <a:sym typeface="Helvetica Neue"/>
              </a:rPr>
              <a:t>True</a:t>
            </a:r>
          </a:p>
        </p:txBody>
      </p:sp>
      <p:sp>
        <p:nvSpPr>
          <p:cNvPr id="75" name="TextBox 74">
            <a:extLst>
              <a:ext uri="{FF2B5EF4-FFF2-40B4-BE49-F238E27FC236}">
                <a16:creationId xmlns:a16="http://schemas.microsoft.com/office/drawing/2014/main" id="{ACAE5D97-C367-94A9-1060-39FF763A7B39}"/>
              </a:ext>
            </a:extLst>
          </p:cNvPr>
          <p:cNvSpPr txBox="1"/>
          <p:nvPr/>
        </p:nvSpPr>
        <p:spPr>
          <a:xfrm>
            <a:off x="17902218" y="7183554"/>
            <a:ext cx="831959"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5E5E5E"/>
                </a:solidFill>
                <a:effectLst/>
                <a:uFillTx/>
                <a:latin typeface="+mn-lt"/>
                <a:ea typeface="+mn-ea"/>
                <a:cs typeface="+mn-cs"/>
                <a:sym typeface="Helvetica Neue"/>
              </a:rPr>
              <a:t>False</a:t>
            </a:r>
          </a:p>
        </p:txBody>
      </p:sp>
    </p:spTree>
    <p:extLst>
      <p:ext uri="{BB962C8B-B14F-4D97-AF65-F5344CB8AC3E}">
        <p14:creationId xmlns:p14="http://schemas.microsoft.com/office/powerpoint/2010/main" val="1705162437"/>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FDC1C-ADA8-B5E7-EA72-F3A990D853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BCCC78-849F-49C6-BA79-7F01D2814436}"/>
              </a:ext>
            </a:extLst>
          </p:cNvPr>
          <p:cNvSpPr>
            <a:spLocks noGrp="1"/>
          </p:cNvSpPr>
          <p:nvPr>
            <p:ph type="title"/>
          </p:nvPr>
        </p:nvSpPr>
        <p:spPr/>
        <p:txBody>
          <a:bodyPr>
            <a:normAutofit fontScale="90000"/>
          </a:bodyPr>
          <a:lstStyle/>
          <a:p>
            <a:r>
              <a:rPr lang="en-US" dirty="0"/>
              <a:t>Arrow</a:t>
            </a:r>
          </a:p>
        </p:txBody>
      </p:sp>
      <p:sp>
        <p:nvSpPr>
          <p:cNvPr id="3" name="Text Placeholder 2">
            <a:extLst>
              <a:ext uri="{FF2B5EF4-FFF2-40B4-BE49-F238E27FC236}">
                <a16:creationId xmlns:a16="http://schemas.microsoft.com/office/drawing/2014/main" id="{0A6B7D5C-1310-0CA1-0ED4-F4EF9798AE61}"/>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5DE32420-04F7-B3D3-369C-6D137D8BD41A}"/>
              </a:ext>
            </a:extLst>
          </p:cNvPr>
          <p:cNvSpPr>
            <a:spLocks noGrp="1"/>
          </p:cNvSpPr>
          <p:nvPr>
            <p:ph sz="quarter" idx="11"/>
          </p:nvPr>
        </p:nvSpPr>
        <p:spPr>
          <a:xfrm>
            <a:off x="2167376" y="4442614"/>
            <a:ext cx="21050433" cy="7401328"/>
          </a:xfrm>
        </p:spPr>
        <p:txBody>
          <a:bodyPr>
            <a:normAutofit/>
          </a:bodyPr>
          <a:lstStyle/>
          <a:p>
            <a:pPr marL="0" indent="0">
              <a:buNone/>
            </a:pPr>
            <a:r>
              <a:rPr lang="en-US" sz="3200" dirty="0">
                <a:latin typeface="+mj-lt"/>
              </a:rPr>
              <a:t>Arrow (flow line) connects the elements within the flowchart, describing how the process should go.</a:t>
            </a:r>
          </a:p>
          <a:p>
            <a:pPr marL="0" indent="0">
              <a:buNone/>
            </a:pPr>
            <a:r>
              <a:rPr lang="en-US" sz="3200" dirty="0">
                <a:latin typeface="+mj-lt"/>
              </a:rPr>
              <a:t>An arrow consists of </a:t>
            </a:r>
            <a:r>
              <a:rPr lang="en-US" sz="3200" b="1" dirty="0">
                <a:latin typeface="+mj-lt"/>
              </a:rPr>
              <a:t>a line </a:t>
            </a:r>
            <a:r>
              <a:rPr lang="en-US" sz="3200" dirty="0">
                <a:latin typeface="+mj-lt"/>
              </a:rPr>
              <a:t>and </a:t>
            </a:r>
            <a:r>
              <a:rPr lang="en-US" sz="3200" b="1" dirty="0">
                <a:latin typeface="+mj-lt"/>
              </a:rPr>
              <a:t>one arrowhead</a:t>
            </a:r>
            <a:r>
              <a:rPr lang="en-US" sz="3200" dirty="0">
                <a:latin typeface="+mj-lt"/>
              </a:rPr>
              <a:t>. </a:t>
            </a:r>
          </a:p>
          <a:p>
            <a:pPr marL="0" indent="0">
              <a:buNone/>
            </a:pPr>
            <a:r>
              <a:rPr lang="en-US" sz="3200" dirty="0">
                <a:latin typeface="+mj-lt"/>
              </a:rPr>
              <a:t>There are a lot of rules surrounding connector to ensure readability, such as:</a:t>
            </a:r>
          </a:p>
          <a:p>
            <a:pPr marL="514350" indent="-514350">
              <a:buSzPct val="100000"/>
              <a:buFont typeface="+mj-lt"/>
              <a:buAutoNum type="arabicParenR"/>
            </a:pPr>
            <a:r>
              <a:rPr lang="en-US" sz="3200" b="1" dirty="0">
                <a:latin typeface="+mj-lt"/>
              </a:rPr>
              <a:t>The shape of the arrowhead must be easily recognized.</a:t>
            </a:r>
          </a:p>
          <a:p>
            <a:pPr marL="514350" indent="-514350">
              <a:buSzPct val="100000"/>
              <a:buFont typeface="+mj-lt"/>
              <a:buAutoNum type="arabicParenR"/>
            </a:pPr>
            <a:r>
              <a:rPr lang="en-US" sz="3200" b="1" dirty="0">
                <a:latin typeface="+mj-lt"/>
              </a:rPr>
              <a:t>The line of the arrow must be solid* and not ambiguous.</a:t>
            </a:r>
          </a:p>
          <a:p>
            <a:pPr marL="514350" indent="-514350">
              <a:buSzPct val="100000"/>
              <a:buFont typeface="+mj-lt"/>
              <a:buAutoNum type="arabicParenR"/>
            </a:pPr>
            <a:r>
              <a:rPr lang="en-US" sz="3200" b="1" dirty="0">
                <a:latin typeface="+mj-lt"/>
              </a:rPr>
              <a:t>Both ends of the connector must touch an element.</a:t>
            </a:r>
          </a:p>
          <a:p>
            <a:pPr marL="514350" indent="-514350">
              <a:buSzPct val="100000"/>
              <a:buFont typeface="+mj-lt"/>
              <a:buAutoNum type="arabicParenR"/>
            </a:pPr>
            <a:r>
              <a:rPr lang="en-US" sz="3200" b="1" dirty="0">
                <a:latin typeface="+mj-lt"/>
              </a:rPr>
              <a:t>The type of arrow you use must be consistent across the flowchart.</a:t>
            </a:r>
          </a:p>
          <a:p>
            <a:pPr marL="0" indent="0">
              <a:buNone/>
            </a:pPr>
            <a:endParaRPr lang="en-US" sz="3200" dirty="0">
              <a:latin typeface="+mj-lt"/>
            </a:endParaRPr>
          </a:p>
        </p:txBody>
      </p:sp>
    </p:spTree>
    <p:extLst>
      <p:ext uri="{BB962C8B-B14F-4D97-AF65-F5344CB8AC3E}">
        <p14:creationId xmlns:p14="http://schemas.microsoft.com/office/powerpoint/2010/main" val="4138283690"/>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C7598-0337-8AA7-F822-8A2E99F3B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6C7B6E-03E6-DAAF-5990-A5694DEC1B3D}"/>
              </a:ext>
            </a:extLst>
          </p:cNvPr>
          <p:cNvSpPr>
            <a:spLocks noGrp="1"/>
          </p:cNvSpPr>
          <p:nvPr>
            <p:ph type="title"/>
          </p:nvPr>
        </p:nvSpPr>
        <p:spPr/>
        <p:txBody>
          <a:bodyPr>
            <a:normAutofit fontScale="90000"/>
          </a:bodyPr>
          <a:lstStyle/>
          <a:p>
            <a:r>
              <a:rPr lang="en-US" dirty="0"/>
              <a:t>Arrow</a:t>
            </a:r>
          </a:p>
        </p:txBody>
      </p:sp>
      <p:sp>
        <p:nvSpPr>
          <p:cNvPr id="3" name="Text Placeholder 2">
            <a:extLst>
              <a:ext uri="{FF2B5EF4-FFF2-40B4-BE49-F238E27FC236}">
                <a16:creationId xmlns:a16="http://schemas.microsoft.com/office/drawing/2014/main" id="{51C6C52C-895E-4DC7-585F-66C3457402BB}"/>
              </a:ext>
            </a:extLst>
          </p:cNvPr>
          <p:cNvSpPr>
            <a:spLocks noGrp="1"/>
          </p:cNvSpPr>
          <p:nvPr>
            <p:ph type="body" sz="quarter" idx="10"/>
          </p:nvPr>
        </p:nvSpPr>
        <p:spPr/>
        <p:txBody>
          <a:bodyPr/>
          <a:lstStyle/>
          <a:p>
            <a:r>
              <a:rPr lang="en-US" dirty="0"/>
              <a:t>The right and wrong way</a:t>
            </a:r>
          </a:p>
        </p:txBody>
      </p:sp>
      <p:cxnSp>
        <p:nvCxnSpPr>
          <p:cNvPr id="12" name="Straight Arrow Connector 11">
            <a:extLst>
              <a:ext uri="{FF2B5EF4-FFF2-40B4-BE49-F238E27FC236}">
                <a16:creationId xmlns:a16="http://schemas.microsoft.com/office/drawing/2014/main" id="{1E3D5BCD-D9A6-4F5A-450F-539989E5C226}"/>
              </a:ext>
            </a:extLst>
          </p:cNvPr>
          <p:cNvCxnSpPr>
            <a:cxnSpLocks/>
          </p:cNvCxnSpPr>
          <p:nvPr/>
        </p:nvCxnSpPr>
        <p:spPr>
          <a:xfrm>
            <a:off x="1790700" y="4371975"/>
            <a:ext cx="1609725" cy="0"/>
          </a:xfrm>
          <a:prstGeom prst="straightConnector1">
            <a:avLst/>
          </a:prstGeom>
          <a:ln w="76200" cap="flat">
            <a:solidFill>
              <a:schemeClr val="accent3">
                <a:lumMod val="75000"/>
              </a:schemeClr>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15" name="Straight Arrow Connector 14">
            <a:extLst>
              <a:ext uri="{FF2B5EF4-FFF2-40B4-BE49-F238E27FC236}">
                <a16:creationId xmlns:a16="http://schemas.microsoft.com/office/drawing/2014/main" id="{FD6E7B1B-6C51-2391-2EE7-39658F3FF486}"/>
              </a:ext>
            </a:extLst>
          </p:cNvPr>
          <p:cNvCxnSpPr>
            <a:cxnSpLocks/>
          </p:cNvCxnSpPr>
          <p:nvPr/>
        </p:nvCxnSpPr>
        <p:spPr>
          <a:xfrm>
            <a:off x="1790700" y="5267325"/>
            <a:ext cx="1609725" cy="0"/>
          </a:xfrm>
          <a:prstGeom prst="straightConnector1">
            <a:avLst/>
          </a:prstGeom>
          <a:ln w="76200" cap="flat">
            <a:solidFill>
              <a:schemeClr val="accent3">
                <a:lumMod val="75000"/>
              </a:schemeClr>
            </a:solidFill>
            <a:headEnd type="none" w="med" len="med"/>
            <a:tailEnd type="stealth" w="lg" len="lg"/>
          </a:ln>
        </p:spPr>
        <p:style>
          <a:lnRef idx="2">
            <a:schemeClr val="accent1"/>
          </a:lnRef>
          <a:fillRef idx="1">
            <a:schemeClr val="lt1"/>
          </a:fillRef>
          <a:effectRef idx="0">
            <a:schemeClr val="accent1"/>
          </a:effectRef>
          <a:fontRef idx="minor">
            <a:schemeClr val="dk1"/>
          </a:fontRef>
        </p:style>
      </p:cxnSp>
      <p:cxnSp>
        <p:nvCxnSpPr>
          <p:cNvPr id="16" name="Straight Arrow Connector 15">
            <a:extLst>
              <a:ext uri="{FF2B5EF4-FFF2-40B4-BE49-F238E27FC236}">
                <a16:creationId xmlns:a16="http://schemas.microsoft.com/office/drawing/2014/main" id="{02A53514-A139-8C8D-11B7-1E7FB080E413}"/>
              </a:ext>
            </a:extLst>
          </p:cNvPr>
          <p:cNvCxnSpPr>
            <a:cxnSpLocks/>
          </p:cNvCxnSpPr>
          <p:nvPr/>
        </p:nvCxnSpPr>
        <p:spPr>
          <a:xfrm>
            <a:off x="1790700" y="6076950"/>
            <a:ext cx="1609725" cy="0"/>
          </a:xfrm>
          <a:prstGeom prst="straightConnector1">
            <a:avLst/>
          </a:prstGeom>
          <a:ln w="76200" cap="flat">
            <a:solidFill>
              <a:schemeClr val="accent3">
                <a:lumMod val="75000"/>
              </a:schemeClr>
            </a:solidFill>
            <a:headEnd type="none" w="med" len="med"/>
            <a:tailEnd type="arrow" w="lg" len="lg"/>
          </a:ln>
        </p:spPr>
        <p:style>
          <a:lnRef idx="2">
            <a:schemeClr val="accent1"/>
          </a:lnRef>
          <a:fillRef idx="1">
            <a:schemeClr val="lt1"/>
          </a:fillRef>
          <a:effectRef idx="0">
            <a:schemeClr val="accent1"/>
          </a:effectRef>
          <a:fontRef idx="minor">
            <a:schemeClr val="dk1"/>
          </a:fontRef>
        </p:style>
      </p:cxnSp>
      <p:cxnSp>
        <p:nvCxnSpPr>
          <p:cNvPr id="17" name="Straight Arrow Connector 16">
            <a:extLst>
              <a:ext uri="{FF2B5EF4-FFF2-40B4-BE49-F238E27FC236}">
                <a16:creationId xmlns:a16="http://schemas.microsoft.com/office/drawing/2014/main" id="{A91E9642-9557-54F9-FAC5-AF9F13225034}"/>
              </a:ext>
            </a:extLst>
          </p:cNvPr>
          <p:cNvCxnSpPr>
            <a:cxnSpLocks/>
          </p:cNvCxnSpPr>
          <p:nvPr/>
        </p:nvCxnSpPr>
        <p:spPr>
          <a:xfrm>
            <a:off x="11387137" y="4857750"/>
            <a:ext cx="1609725" cy="0"/>
          </a:xfrm>
          <a:prstGeom prst="straightConnector1">
            <a:avLst/>
          </a:prstGeom>
          <a:ln w="76200" cap="flat">
            <a:solidFill>
              <a:schemeClr val="accent5">
                <a:lumMod val="75000"/>
              </a:schemeClr>
            </a:solidFill>
            <a:headEnd type="none" w="med" len="med"/>
            <a:tailEnd type="oval" w="lg" len="lg"/>
          </a:ln>
        </p:spPr>
        <p:style>
          <a:lnRef idx="2">
            <a:schemeClr val="accent1"/>
          </a:lnRef>
          <a:fillRef idx="1">
            <a:schemeClr val="lt1"/>
          </a:fillRef>
          <a:effectRef idx="0">
            <a:schemeClr val="accent1"/>
          </a:effectRef>
          <a:fontRef idx="minor">
            <a:schemeClr val="dk1"/>
          </a:fontRef>
        </p:style>
      </p:cxnSp>
      <p:cxnSp>
        <p:nvCxnSpPr>
          <p:cNvPr id="18" name="Straight Arrow Connector 17">
            <a:extLst>
              <a:ext uri="{FF2B5EF4-FFF2-40B4-BE49-F238E27FC236}">
                <a16:creationId xmlns:a16="http://schemas.microsoft.com/office/drawing/2014/main" id="{29DFA237-10AD-B16F-D3F6-5A02EC282DE3}"/>
              </a:ext>
            </a:extLst>
          </p:cNvPr>
          <p:cNvCxnSpPr>
            <a:cxnSpLocks/>
          </p:cNvCxnSpPr>
          <p:nvPr/>
        </p:nvCxnSpPr>
        <p:spPr>
          <a:xfrm>
            <a:off x="11387137" y="5753100"/>
            <a:ext cx="1609725" cy="0"/>
          </a:xfrm>
          <a:prstGeom prst="straightConnector1">
            <a:avLst/>
          </a:prstGeom>
          <a:ln w="76200" cap="flat">
            <a:solidFill>
              <a:schemeClr val="accent5">
                <a:lumMod val="75000"/>
              </a:schemeClr>
            </a:solidFill>
            <a:headEnd type="none" w="med" len="med"/>
            <a:tailEnd type="diamond" w="lg" len="lg"/>
          </a:ln>
        </p:spPr>
        <p:style>
          <a:lnRef idx="2">
            <a:schemeClr val="accent1"/>
          </a:lnRef>
          <a:fillRef idx="1">
            <a:schemeClr val="lt1"/>
          </a:fillRef>
          <a:effectRef idx="0">
            <a:schemeClr val="accent1"/>
          </a:effectRef>
          <a:fontRef idx="minor">
            <a:schemeClr val="dk1"/>
          </a:fontRef>
        </p:style>
      </p:cxnSp>
      <p:cxnSp>
        <p:nvCxnSpPr>
          <p:cNvPr id="19" name="Straight Arrow Connector 18">
            <a:extLst>
              <a:ext uri="{FF2B5EF4-FFF2-40B4-BE49-F238E27FC236}">
                <a16:creationId xmlns:a16="http://schemas.microsoft.com/office/drawing/2014/main" id="{42265079-7417-342E-6E0D-630C82704CE9}"/>
              </a:ext>
            </a:extLst>
          </p:cNvPr>
          <p:cNvCxnSpPr>
            <a:cxnSpLocks/>
          </p:cNvCxnSpPr>
          <p:nvPr/>
        </p:nvCxnSpPr>
        <p:spPr>
          <a:xfrm>
            <a:off x="15641382" y="4857750"/>
            <a:ext cx="1771650" cy="0"/>
          </a:xfrm>
          <a:prstGeom prst="straightConnector1">
            <a:avLst/>
          </a:prstGeom>
          <a:ln w="76200" cap="flat">
            <a:solidFill>
              <a:schemeClr val="accent5">
                <a:lumMod val="75000"/>
              </a:schemeClr>
            </a:solidFill>
            <a:headEnd type="arrow" w="lg" len="lg"/>
            <a:tailEnd type="stealth" w="lg" len="lg"/>
          </a:ln>
        </p:spPr>
        <p:style>
          <a:lnRef idx="2">
            <a:schemeClr val="accent1"/>
          </a:lnRef>
          <a:fillRef idx="1">
            <a:schemeClr val="lt1"/>
          </a:fillRef>
          <a:effectRef idx="0">
            <a:schemeClr val="accent1"/>
          </a:effectRef>
          <a:fontRef idx="minor">
            <a:schemeClr val="dk1"/>
          </a:fontRef>
        </p:style>
      </p:cxnSp>
      <p:cxnSp>
        <p:nvCxnSpPr>
          <p:cNvPr id="22" name="Straight Arrow Connector 21">
            <a:extLst>
              <a:ext uri="{FF2B5EF4-FFF2-40B4-BE49-F238E27FC236}">
                <a16:creationId xmlns:a16="http://schemas.microsoft.com/office/drawing/2014/main" id="{A8EB82AE-4B43-C533-7C09-B61E0996B584}"/>
              </a:ext>
            </a:extLst>
          </p:cNvPr>
          <p:cNvCxnSpPr>
            <a:cxnSpLocks/>
          </p:cNvCxnSpPr>
          <p:nvPr/>
        </p:nvCxnSpPr>
        <p:spPr>
          <a:xfrm>
            <a:off x="19826171" y="4992687"/>
            <a:ext cx="1609725" cy="0"/>
          </a:xfrm>
          <a:prstGeom prst="straightConnector1">
            <a:avLst/>
          </a:prstGeom>
          <a:ln w="76200" cap="flat">
            <a:solidFill>
              <a:srgbClr val="FF0000"/>
            </a:solidFill>
            <a:prstDash val="sysDash"/>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23" name="Straight Arrow Connector 22">
            <a:extLst>
              <a:ext uri="{FF2B5EF4-FFF2-40B4-BE49-F238E27FC236}">
                <a16:creationId xmlns:a16="http://schemas.microsoft.com/office/drawing/2014/main" id="{768CA144-4AAD-0E20-3B6E-3C43AB76F01F}"/>
              </a:ext>
            </a:extLst>
          </p:cNvPr>
          <p:cNvCxnSpPr>
            <a:cxnSpLocks/>
          </p:cNvCxnSpPr>
          <p:nvPr/>
        </p:nvCxnSpPr>
        <p:spPr>
          <a:xfrm>
            <a:off x="19867052" y="9934665"/>
            <a:ext cx="1952625" cy="0"/>
          </a:xfrm>
          <a:prstGeom prst="straightConnector1">
            <a:avLst/>
          </a:prstGeom>
          <a:ln w="76200" cap="flat">
            <a:solidFill>
              <a:srgbClr val="FF0000"/>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25" name="Straight Arrow Connector 24">
            <a:extLst>
              <a:ext uri="{FF2B5EF4-FFF2-40B4-BE49-F238E27FC236}">
                <a16:creationId xmlns:a16="http://schemas.microsoft.com/office/drawing/2014/main" id="{70779698-D9CA-1DA9-C83B-B1C6D3FE9A89}"/>
              </a:ext>
            </a:extLst>
          </p:cNvPr>
          <p:cNvCxnSpPr>
            <a:cxnSpLocks/>
          </p:cNvCxnSpPr>
          <p:nvPr/>
        </p:nvCxnSpPr>
        <p:spPr>
          <a:xfrm>
            <a:off x="4312727" y="9102843"/>
            <a:ext cx="0" cy="2990953"/>
          </a:xfrm>
          <a:prstGeom prst="straightConnector1">
            <a:avLst/>
          </a:prstGeom>
          <a:ln w="76200" cap="flat">
            <a:solidFill>
              <a:schemeClr val="accent3">
                <a:lumMod val="75000"/>
              </a:schemeClr>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30" name="Freeform: Shape 29">
            <a:extLst>
              <a:ext uri="{FF2B5EF4-FFF2-40B4-BE49-F238E27FC236}">
                <a16:creationId xmlns:a16="http://schemas.microsoft.com/office/drawing/2014/main" id="{CC3B2F52-DA39-DFA5-058D-62E7BFC29080}"/>
              </a:ext>
            </a:extLst>
          </p:cNvPr>
          <p:cNvSpPr/>
          <p:nvPr/>
        </p:nvSpPr>
        <p:spPr>
          <a:xfrm>
            <a:off x="15499840" y="9403955"/>
            <a:ext cx="2286000" cy="1524000"/>
          </a:xfrm>
          <a:custGeom>
            <a:avLst/>
            <a:gdLst>
              <a:gd name="csX0" fmla="*/ 85725 w 2286000"/>
              <a:gd name="csY0" fmla="*/ 0 h 1524000"/>
              <a:gd name="csX1" fmla="*/ 38100 w 2286000"/>
              <a:gd name="csY1" fmla="*/ 19050 h 1524000"/>
              <a:gd name="csX2" fmla="*/ 19050 w 2286000"/>
              <a:gd name="csY2" fmla="*/ 66675 h 1524000"/>
              <a:gd name="csX3" fmla="*/ 0 w 2286000"/>
              <a:gd name="csY3" fmla="*/ 209550 h 1524000"/>
              <a:gd name="csX4" fmla="*/ 38100 w 2286000"/>
              <a:gd name="csY4" fmla="*/ 314325 h 1524000"/>
              <a:gd name="csX5" fmla="*/ 180975 w 2286000"/>
              <a:gd name="csY5" fmla="*/ 390525 h 1524000"/>
              <a:gd name="csX6" fmla="*/ 266700 w 2286000"/>
              <a:gd name="csY6" fmla="*/ 419100 h 1524000"/>
              <a:gd name="csX7" fmla="*/ 466725 w 2286000"/>
              <a:gd name="csY7" fmla="*/ 438150 h 1524000"/>
              <a:gd name="csX8" fmla="*/ 771525 w 2286000"/>
              <a:gd name="csY8" fmla="*/ 409575 h 1524000"/>
              <a:gd name="csX9" fmla="*/ 847725 w 2286000"/>
              <a:gd name="csY9" fmla="*/ 352425 h 1524000"/>
              <a:gd name="csX10" fmla="*/ 933450 w 2286000"/>
              <a:gd name="csY10" fmla="*/ 209550 h 1524000"/>
              <a:gd name="csX11" fmla="*/ 942975 w 2286000"/>
              <a:gd name="csY11" fmla="*/ 152400 h 1524000"/>
              <a:gd name="csX12" fmla="*/ 904875 w 2286000"/>
              <a:gd name="csY12" fmla="*/ 85725 h 1524000"/>
              <a:gd name="csX13" fmla="*/ 771525 w 2286000"/>
              <a:gd name="csY13" fmla="*/ 28575 h 1524000"/>
              <a:gd name="csX14" fmla="*/ 609600 w 2286000"/>
              <a:gd name="csY14" fmla="*/ 57150 h 1524000"/>
              <a:gd name="csX15" fmla="*/ 581025 w 2286000"/>
              <a:gd name="csY15" fmla="*/ 95250 h 1524000"/>
              <a:gd name="csX16" fmla="*/ 561975 w 2286000"/>
              <a:gd name="csY16" fmla="*/ 228600 h 1524000"/>
              <a:gd name="csX17" fmla="*/ 571500 w 2286000"/>
              <a:gd name="csY17" fmla="*/ 409575 h 1524000"/>
              <a:gd name="csX18" fmla="*/ 752475 w 2286000"/>
              <a:gd name="csY18" fmla="*/ 600075 h 1524000"/>
              <a:gd name="csX19" fmla="*/ 1038225 w 2286000"/>
              <a:gd name="csY19" fmla="*/ 866775 h 1524000"/>
              <a:gd name="csX20" fmla="*/ 1190625 w 2286000"/>
              <a:gd name="csY20" fmla="*/ 1162050 h 1524000"/>
              <a:gd name="csX21" fmla="*/ 1219200 w 2286000"/>
              <a:gd name="csY21" fmla="*/ 1314450 h 1524000"/>
              <a:gd name="csX22" fmla="*/ 1209675 w 2286000"/>
              <a:gd name="csY22" fmla="*/ 1419225 h 1524000"/>
              <a:gd name="csX23" fmla="*/ 1000125 w 2286000"/>
              <a:gd name="csY23" fmla="*/ 1524000 h 1524000"/>
              <a:gd name="csX24" fmla="*/ 676275 w 2286000"/>
              <a:gd name="csY24" fmla="*/ 1390650 h 1524000"/>
              <a:gd name="csX25" fmla="*/ 638175 w 2286000"/>
              <a:gd name="csY25" fmla="*/ 1257300 h 1524000"/>
              <a:gd name="csX26" fmla="*/ 714375 w 2286000"/>
              <a:gd name="csY26" fmla="*/ 942975 h 1524000"/>
              <a:gd name="csX27" fmla="*/ 1000125 w 2286000"/>
              <a:gd name="csY27" fmla="*/ 666750 h 1524000"/>
              <a:gd name="csX28" fmla="*/ 1524000 w 2286000"/>
              <a:gd name="csY28" fmla="*/ 333375 h 1524000"/>
              <a:gd name="csX29" fmla="*/ 1628775 w 2286000"/>
              <a:gd name="csY29" fmla="*/ 304800 h 1524000"/>
              <a:gd name="csX30" fmla="*/ 1724025 w 2286000"/>
              <a:gd name="csY30" fmla="*/ 323850 h 1524000"/>
              <a:gd name="csX31" fmla="*/ 1819275 w 2286000"/>
              <a:gd name="csY31" fmla="*/ 381000 h 1524000"/>
              <a:gd name="csX32" fmla="*/ 1933575 w 2286000"/>
              <a:gd name="csY32" fmla="*/ 571500 h 1524000"/>
              <a:gd name="csX33" fmla="*/ 1933575 w 2286000"/>
              <a:gd name="csY33" fmla="*/ 704850 h 1524000"/>
              <a:gd name="csX34" fmla="*/ 1914525 w 2286000"/>
              <a:gd name="csY34" fmla="*/ 742950 h 1524000"/>
              <a:gd name="csX35" fmla="*/ 1866900 w 2286000"/>
              <a:gd name="csY35" fmla="*/ 752475 h 1524000"/>
              <a:gd name="csX36" fmla="*/ 1790700 w 2286000"/>
              <a:gd name="csY36" fmla="*/ 733425 h 1524000"/>
              <a:gd name="csX37" fmla="*/ 1695450 w 2286000"/>
              <a:gd name="csY37" fmla="*/ 581025 h 1524000"/>
              <a:gd name="csX38" fmla="*/ 1685925 w 2286000"/>
              <a:gd name="csY38" fmla="*/ 476250 h 1524000"/>
              <a:gd name="csX39" fmla="*/ 1866900 w 2286000"/>
              <a:gd name="csY39" fmla="*/ 295275 h 1524000"/>
              <a:gd name="csX40" fmla="*/ 2171700 w 2286000"/>
              <a:gd name="csY40" fmla="*/ 190500 h 1524000"/>
              <a:gd name="csX41" fmla="*/ 2286000 w 2286000"/>
              <a:gd name="csY41" fmla="*/ 180975 h 1524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2286000" h="1524000">
                <a:moveTo>
                  <a:pt x="85725" y="0"/>
                </a:moveTo>
                <a:cubicBezTo>
                  <a:pt x="69850" y="6350"/>
                  <a:pt x="50190" y="6960"/>
                  <a:pt x="38100" y="19050"/>
                </a:cubicBezTo>
                <a:cubicBezTo>
                  <a:pt x="26010" y="31140"/>
                  <a:pt x="23197" y="50088"/>
                  <a:pt x="19050" y="66675"/>
                </a:cubicBezTo>
                <a:cubicBezTo>
                  <a:pt x="15764" y="79820"/>
                  <a:pt x="1069" y="200999"/>
                  <a:pt x="0" y="209550"/>
                </a:cubicBezTo>
                <a:cubicBezTo>
                  <a:pt x="2405" y="216766"/>
                  <a:pt x="30369" y="304385"/>
                  <a:pt x="38100" y="314325"/>
                </a:cubicBezTo>
                <a:cubicBezTo>
                  <a:pt x="70735" y="356284"/>
                  <a:pt x="136978" y="374316"/>
                  <a:pt x="180975" y="390525"/>
                </a:cubicBezTo>
                <a:cubicBezTo>
                  <a:pt x="209239" y="400938"/>
                  <a:pt x="237297" y="412566"/>
                  <a:pt x="266700" y="419100"/>
                </a:cubicBezTo>
                <a:cubicBezTo>
                  <a:pt x="291445" y="424599"/>
                  <a:pt x="455392" y="437206"/>
                  <a:pt x="466725" y="438150"/>
                </a:cubicBezTo>
                <a:cubicBezTo>
                  <a:pt x="568325" y="428625"/>
                  <a:pt x="671968" y="431975"/>
                  <a:pt x="771525" y="409575"/>
                </a:cubicBezTo>
                <a:cubicBezTo>
                  <a:pt x="802501" y="402605"/>
                  <a:pt x="825274" y="374876"/>
                  <a:pt x="847725" y="352425"/>
                </a:cubicBezTo>
                <a:cubicBezTo>
                  <a:pt x="886204" y="313946"/>
                  <a:pt x="909808" y="256835"/>
                  <a:pt x="933450" y="209550"/>
                </a:cubicBezTo>
                <a:cubicBezTo>
                  <a:pt x="936625" y="190500"/>
                  <a:pt x="942975" y="171713"/>
                  <a:pt x="942975" y="152400"/>
                </a:cubicBezTo>
                <a:cubicBezTo>
                  <a:pt x="942975" y="120017"/>
                  <a:pt x="929544" y="104227"/>
                  <a:pt x="904875" y="85725"/>
                </a:cubicBezTo>
                <a:cubicBezTo>
                  <a:pt x="857865" y="50467"/>
                  <a:pt x="831791" y="48664"/>
                  <a:pt x="771525" y="28575"/>
                </a:cubicBezTo>
                <a:cubicBezTo>
                  <a:pt x="717550" y="38100"/>
                  <a:pt x="661332" y="39044"/>
                  <a:pt x="609600" y="57150"/>
                </a:cubicBezTo>
                <a:cubicBezTo>
                  <a:pt x="594616" y="62394"/>
                  <a:pt x="586921" y="80510"/>
                  <a:pt x="581025" y="95250"/>
                </a:cubicBezTo>
                <a:cubicBezTo>
                  <a:pt x="576031" y="107735"/>
                  <a:pt x="562312" y="225903"/>
                  <a:pt x="561975" y="228600"/>
                </a:cubicBezTo>
                <a:cubicBezTo>
                  <a:pt x="565150" y="288925"/>
                  <a:pt x="558843" y="350507"/>
                  <a:pt x="571500" y="409575"/>
                </a:cubicBezTo>
                <a:cubicBezTo>
                  <a:pt x="591575" y="503260"/>
                  <a:pt x="688539" y="546795"/>
                  <a:pt x="752475" y="600075"/>
                </a:cubicBezTo>
                <a:cubicBezTo>
                  <a:pt x="821968" y="657986"/>
                  <a:pt x="978409" y="794498"/>
                  <a:pt x="1038225" y="866775"/>
                </a:cubicBezTo>
                <a:cubicBezTo>
                  <a:pt x="1117132" y="962121"/>
                  <a:pt x="1157394" y="1043897"/>
                  <a:pt x="1190625" y="1162050"/>
                </a:cubicBezTo>
                <a:cubicBezTo>
                  <a:pt x="1204619" y="1211805"/>
                  <a:pt x="1209675" y="1263650"/>
                  <a:pt x="1219200" y="1314450"/>
                </a:cubicBezTo>
                <a:cubicBezTo>
                  <a:pt x="1216025" y="1349375"/>
                  <a:pt x="1224688" y="1387532"/>
                  <a:pt x="1209675" y="1419225"/>
                </a:cubicBezTo>
                <a:cubicBezTo>
                  <a:pt x="1164796" y="1513970"/>
                  <a:pt x="1088281" y="1505109"/>
                  <a:pt x="1000125" y="1524000"/>
                </a:cubicBezTo>
                <a:cubicBezTo>
                  <a:pt x="890758" y="1499144"/>
                  <a:pt x="750395" y="1497198"/>
                  <a:pt x="676275" y="1390650"/>
                </a:cubicBezTo>
                <a:cubicBezTo>
                  <a:pt x="649875" y="1352701"/>
                  <a:pt x="650875" y="1301750"/>
                  <a:pt x="638175" y="1257300"/>
                </a:cubicBezTo>
                <a:cubicBezTo>
                  <a:pt x="663575" y="1152525"/>
                  <a:pt x="672910" y="1042492"/>
                  <a:pt x="714375" y="942975"/>
                </a:cubicBezTo>
                <a:cubicBezTo>
                  <a:pt x="759044" y="835770"/>
                  <a:pt x="916883" y="728086"/>
                  <a:pt x="1000125" y="666750"/>
                </a:cubicBezTo>
                <a:cubicBezTo>
                  <a:pt x="1248100" y="484031"/>
                  <a:pt x="1293256" y="418836"/>
                  <a:pt x="1524000" y="333375"/>
                </a:cubicBezTo>
                <a:cubicBezTo>
                  <a:pt x="1557947" y="320802"/>
                  <a:pt x="1593850" y="314325"/>
                  <a:pt x="1628775" y="304800"/>
                </a:cubicBezTo>
                <a:cubicBezTo>
                  <a:pt x="1660525" y="311150"/>
                  <a:pt x="1693962" y="311825"/>
                  <a:pt x="1724025" y="323850"/>
                </a:cubicBezTo>
                <a:cubicBezTo>
                  <a:pt x="1758403" y="337601"/>
                  <a:pt x="1792356" y="355577"/>
                  <a:pt x="1819275" y="381000"/>
                </a:cubicBezTo>
                <a:cubicBezTo>
                  <a:pt x="1882672" y="440875"/>
                  <a:pt x="1900525" y="497137"/>
                  <a:pt x="1933575" y="571500"/>
                </a:cubicBezTo>
                <a:cubicBezTo>
                  <a:pt x="1940400" y="632922"/>
                  <a:pt x="1951266" y="651778"/>
                  <a:pt x="1933575" y="704850"/>
                </a:cubicBezTo>
                <a:cubicBezTo>
                  <a:pt x="1929085" y="718320"/>
                  <a:pt x="1926079" y="734697"/>
                  <a:pt x="1914525" y="742950"/>
                </a:cubicBezTo>
                <a:cubicBezTo>
                  <a:pt x="1901351" y="752360"/>
                  <a:pt x="1882775" y="749300"/>
                  <a:pt x="1866900" y="752475"/>
                </a:cubicBezTo>
                <a:cubicBezTo>
                  <a:pt x="1841500" y="746125"/>
                  <a:pt x="1813151" y="746895"/>
                  <a:pt x="1790700" y="733425"/>
                </a:cubicBezTo>
                <a:cubicBezTo>
                  <a:pt x="1717389" y="689438"/>
                  <a:pt x="1719913" y="654415"/>
                  <a:pt x="1695450" y="581025"/>
                </a:cubicBezTo>
                <a:cubicBezTo>
                  <a:pt x="1692275" y="546100"/>
                  <a:pt x="1676291" y="509970"/>
                  <a:pt x="1685925" y="476250"/>
                </a:cubicBezTo>
                <a:cubicBezTo>
                  <a:pt x="1706547" y="404071"/>
                  <a:pt x="1811748" y="327958"/>
                  <a:pt x="1866900" y="295275"/>
                </a:cubicBezTo>
                <a:cubicBezTo>
                  <a:pt x="1973613" y="232038"/>
                  <a:pt x="2049782" y="212271"/>
                  <a:pt x="2171700" y="190500"/>
                </a:cubicBezTo>
                <a:cubicBezTo>
                  <a:pt x="2226650" y="180688"/>
                  <a:pt x="2246203" y="180975"/>
                  <a:pt x="2286000" y="180975"/>
                </a:cubicBezTo>
              </a:path>
            </a:pathLst>
          </a:custGeom>
          <a:noFill/>
          <a:ln w="57150" cap="flat">
            <a:solidFill>
              <a:schemeClr val="accent5">
                <a:lumMod val="75000"/>
              </a:schemeClr>
            </a:solidFill>
            <a:miter lim="400000"/>
            <a:headEnd type="none" w="med" len="med"/>
            <a:tailEnd type="triangle" w="lg" len="lg"/>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cxnSp>
        <p:nvCxnSpPr>
          <p:cNvPr id="33" name="Connector: Elbow 32">
            <a:extLst>
              <a:ext uri="{FF2B5EF4-FFF2-40B4-BE49-F238E27FC236}">
                <a16:creationId xmlns:a16="http://schemas.microsoft.com/office/drawing/2014/main" id="{5DAA8BAF-BF61-9C06-918C-6AFA4C1330C1}"/>
              </a:ext>
            </a:extLst>
          </p:cNvPr>
          <p:cNvCxnSpPr>
            <a:cxnSpLocks/>
          </p:cNvCxnSpPr>
          <p:nvPr/>
        </p:nvCxnSpPr>
        <p:spPr>
          <a:xfrm rot="16200000" flipH="1">
            <a:off x="6100702" y="4665663"/>
            <a:ext cx="1409700" cy="1409700"/>
          </a:xfrm>
          <a:prstGeom prst="bentConnector3">
            <a:avLst>
              <a:gd name="adj1" fmla="val 50000"/>
            </a:avLst>
          </a:prstGeom>
          <a:ln w="76200" cap="flat">
            <a:solidFill>
              <a:schemeClr val="accent3">
                <a:lumMod val="75000"/>
              </a:schemeClr>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38" name="Connector: Elbow 37">
            <a:extLst>
              <a:ext uri="{FF2B5EF4-FFF2-40B4-BE49-F238E27FC236}">
                <a16:creationId xmlns:a16="http://schemas.microsoft.com/office/drawing/2014/main" id="{9360449A-0858-8B79-DE0C-1B94118433A0}"/>
              </a:ext>
            </a:extLst>
          </p:cNvPr>
          <p:cNvCxnSpPr>
            <a:cxnSpLocks/>
          </p:cNvCxnSpPr>
          <p:nvPr/>
        </p:nvCxnSpPr>
        <p:spPr>
          <a:xfrm rot="5400000">
            <a:off x="7516613" y="4667250"/>
            <a:ext cx="1409700" cy="1409700"/>
          </a:xfrm>
          <a:prstGeom prst="bentConnector3">
            <a:avLst>
              <a:gd name="adj1" fmla="val 50000"/>
            </a:avLst>
          </a:prstGeom>
          <a:ln w="76200" cap="flat">
            <a:solidFill>
              <a:schemeClr val="accent3">
                <a:lumMod val="75000"/>
              </a:schemeClr>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39" name="TextBox 38">
            <a:extLst>
              <a:ext uri="{FF2B5EF4-FFF2-40B4-BE49-F238E27FC236}">
                <a16:creationId xmlns:a16="http://schemas.microsoft.com/office/drawing/2014/main" id="{E4B50BBB-DA0D-89AE-711F-18974E60160E}"/>
              </a:ext>
            </a:extLst>
          </p:cNvPr>
          <p:cNvSpPr txBox="1"/>
          <p:nvPr/>
        </p:nvSpPr>
        <p:spPr>
          <a:xfrm>
            <a:off x="1204912" y="6828532"/>
            <a:ext cx="2781300"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chemeClr val="tx1">
                    <a:lumMod val="50000"/>
                  </a:schemeClr>
                </a:solidFill>
                <a:effectLst/>
                <a:uFillTx/>
                <a:latin typeface="+mn-lt"/>
                <a:ea typeface="+mn-ea"/>
                <a:cs typeface="+mn-cs"/>
                <a:sym typeface="Helvetica Neue"/>
              </a:rPr>
              <a:t>Proper arrow ✅</a:t>
            </a:r>
          </a:p>
        </p:txBody>
      </p:sp>
      <p:sp>
        <p:nvSpPr>
          <p:cNvPr id="40" name="TextBox 39">
            <a:extLst>
              <a:ext uri="{FF2B5EF4-FFF2-40B4-BE49-F238E27FC236}">
                <a16:creationId xmlns:a16="http://schemas.microsoft.com/office/drawing/2014/main" id="{2844022D-2A1C-450D-C5C5-7D50243A62B7}"/>
              </a:ext>
            </a:extLst>
          </p:cNvPr>
          <p:cNvSpPr txBox="1"/>
          <p:nvPr/>
        </p:nvSpPr>
        <p:spPr>
          <a:xfrm>
            <a:off x="6100702" y="6816949"/>
            <a:ext cx="2781300"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chemeClr val="tx1">
                    <a:lumMod val="50000"/>
                  </a:schemeClr>
                </a:solidFill>
                <a:effectLst/>
                <a:uFillTx/>
                <a:latin typeface="+mn-lt"/>
                <a:ea typeface="+mn-ea"/>
                <a:cs typeface="+mn-cs"/>
                <a:sym typeface="Helvetica Neue"/>
              </a:rPr>
              <a:t>Merging arrow ✅</a:t>
            </a:r>
          </a:p>
        </p:txBody>
      </p:sp>
      <p:sp>
        <p:nvSpPr>
          <p:cNvPr id="41" name="TextBox 40">
            <a:extLst>
              <a:ext uri="{FF2B5EF4-FFF2-40B4-BE49-F238E27FC236}">
                <a16:creationId xmlns:a16="http://schemas.microsoft.com/office/drawing/2014/main" id="{6D8CAC9A-5BAA-2198-DAAE-966DC3CDE8C6}"/>
              </a:ext>
            </a:extLst>
          </p:cNvPr>
          <p:cNvSpPr txBox="1"/>
          <p:nvPr/>
        </p:nvSpPr>
        <p:spPr>
          <a:xfrm>
            <a:off x="10801349" y="6632283"/>
            <a:ext cx="2781300"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chemeClr val="tx1">
                    <a:lumMod val="50000"/>
                  </a:schemeClr>
                </a:solidFill>
                <a:effectLst/>
                <a:uFillTx/>
                <a:latin typeface="+mn-lt"/>
                <a:ea typeface="+mn-ea"/>
                <a:cs typeface="+mn-cs"/>
                <a:sym typeface="Helvetica Neue"/>
              </a:rPr>
              <a:t>Unconventional arrowhead❌</a:t>
            </a:r>
          </a:p>
        </p:txBody>
      </p:sp>
      <p:sp>
        <p:nvSpPr>
          <p:cNvPr id="42" name="TextBox 41">
            <a:extLst>
              <a:ext uri="{FF2B5EF4-FFF2-40B4-BE49-F238E27FC236}">
                <a16:creationId xmlns:a16="http://schemas.microsoft.com/office/drawing/2014/main" id="{2625556E-2C00-C392-66C7-09DDB02A0AD3}"/>
              </a:ext>
            </a:extLst>
          </p:cNvPr>
          <p:cNvSpPr txBox="1"/>
          <p:nvPr/>
        </p:nvSpPr>
        <p:spPr>
          <a:xfrm>
            <a:off x="15136557" y="6632283"/>
            <a:ext cx="2781300"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chemeClr val="tx1">
                    <a:lumMod val="50000"/>
                  </a:schemeClr>
                </a:solidFill>
                <a:effectLst/>
                <a:uFillTx/>
                <a:latin typeface="+mn-lt"/>
                <a:ea typeface="+mn-ea"/>
                <a:cs typeface="+mn-cs"/>
                <a:sym typeface="Helvetica Neue"/>
              </a:rPr>
              <a:t>Two arrowheads❌</a:t>
            </a:r>
          </a:p>
        </p:txBody>
      </p:sp>
      <p:sp>
        <p:nvSpPr>
          <p:cNvPr id="43" name="TextBox 42">
            <a:extLst>
              <a:ext uri="{FF2B5EF4-FFF2-40B4-BE49-F238E27FC236}">
                <a16:creationId xmlns:a16="http://schemas.microsoft.com/office/drawing/2014/main" id="{C687DDEE-7483-BC5C-7495-B092F5667B25}"/>
              </a:ext>
            </a:extLst>
          </p:cNvPr>
          <p:cNvSpPr txBox="1"/>
          <p:nvPr/>
        </p:nvSpPr>
        <p:spPr>
          <a:xfrm>
            <a:off x="19240383" y="6622038"/>
            <a:ext cx="2781300"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chemeClr val="tx1">
                    <a:lumMod val="50000"/>
                  </a:schemeClr>
                </a:solidFill>
                <a:effectLst/>
                <a:uFillTx/>
                <a:latin typeface="+mn-lt"/>
                <a:ea typeface="+mn-ea"/>
                <a:cs typeface="+mn-cs"/>
                <a:sym typeface="Helvetica Neue"/>
              </a:rPr>
              <a:t>Non-solid line❌</a:t>
            </a:r>
          </a:p>
        </p:txBody>
      </p:sp>
      <p:sp>
        <p:nvSpPr>
          <p:cNvPr id="44" name="TextBox 43">
            <a:extLst>
              <a:ext uri="{FF2B5EF4-FFF2-40B4-BE49-F238E27FC236}">
                <a16:creationId xmlns:a16="http://schemas.microsoft.com/office/drawing/2014/main" id="{E21F8090-1C39-05A6-4507-86FE2A86BFAF}"/>
              </a:ext>
            </a:extLst>
          </p:cNvPr>
          <p:cNvSpPr txBox="1"/>
          <p:nvPr/>
        </p:nvSpPr>
        <p:spPr>
          <a:xfrm>
            <a:off x="15252190" y="11722502"/>
            <a:ext cx="2781300"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chemeClr val="tx1">
                    <a:lumMod val="50000"/>
                  </a:schemeClr>
                </a:solidFill>
                <a:effectLst/>
                <a:uFillTx/>
                <a:latin typeface="+mn-lt"/>
                <a:ea typeface="+mn-ea"/>
                <a:cs typeface="+mn-cs"/>
                <a:sym typeface="Helvetica Neue"/>
              </a:rPr>
              <a:t>Squiggly line❌</a:t>
            </a:r>
          </a:p>
        </p:txBody>
      </p:sp>
      <p:sp>
        <p:nvSpPr>
          <p:cNvPr id="45" name="TextBox 44">
            <a:extLst>
              <a:ext uri="{FF2B5EF4-FFF2-40B4-BE49-F238E27FC236}">
                <a16:creationId xmlns:a16="http://schemas.microsoft.com/office/drawing/2014/main" id="{AD1A8109-EE22-4158-8088-52BC99A3F19F}"/>
              </a:ext>
            </a:extLst>
          </p:cNvPr>
          <p:cNvSpPr txBox="1"/>
          <p:nvPr/>
        </p:nvSpPr>
        <p:spPr>
          <a:xfrm>
            <a:off x="19452714" y="11487521"/>
            <a:ext cx="2781300"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chemeClr val="tx1">
                    <a:lumMod val="50000"/>
                  </a:schemeClr>
                </a:solidFill>
                <a:effectLst/>
                <a:uFillTx/>
                <a:latin typeface="+mn-lt"/>
                <a:ea typeface="+mn-ea"/>
                <a:cs typeface="+mn-cs"/>
                <a:sym typeface="Helvetica Neue"/>
              </a:rPr>
              <a:t>Ambiguous arrow  path❌</a:t>
            </a:r>
          </a:p>
        </p:txBody>
      </p:sp>
      <p:cxnSp>
        <p:nvCxnSpPr>
          <p:cNvPr id="51" name="Connector: Elbow 50">
            <a:extLst>
              <a:ext uri="{FF2B5EF4-FFF2-40B4-BE49-F238E27FC236}">
                <a16:creationId xmlns:a16="http://schemas.microsoft.com/office/drawing/2014/main" id="{FD3A4C50-2EAC-6215-D9A2-87A82D64A8A4}"/>
              </a:ext>
            </a:extLst>
          </p:cNvPr>
          <p:cNvCxnSpPr>
            <a:cxnSpLocks/>
          </p:cNvCxnSpPr>
          <p:nvPr/>
        </p:nvCxnSpPr>
        <p:spPr>
          <a:xfrm rot="10800000" flipV="1">
            <a:off x="4312728" y="9102842"/>
            <a:ext cx="2739087" cy="1532981"/>
          </a:xfrm>
          <a:prstGeom prst="bentConnector3">
            <a:avLst>
              <a:gd name="adj1" fmla="val -1466"/>
            </a:avLst>
          </a:prstGeom>
          <a:ln w="76200" cap="flat">
            <a:solidFill>
              <a:schemeClr val="accent3">
                <a:lumMod val="75000"/>
              </a:schemeClr>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57" name="TextBox 56">
            <a:extLst>
              <a:ext uri="{FF2B5EF4-FFF2-40B4-BE49-F238E27FC236}">
                <a16:creationId xmlns:a16="http://schemas.microsoft.com/office/drawing/2014/main" id="{FD7921F1-44A9-1E8E-40B1-5ADE4EFD4F33}"/>
              </a:ext>
            </a:extLst>
          </p:cNvPr>
          <p:cNvSpPr txBox="1"/>
          <p:nvPr/>
        </p:nvSpPr>
        <p:spPr>
          <a:xfrm>
            <a:off x="4270514" y="12465375"/>
            <a:ext cx="2781300"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chemeClr val="tx1">
                    <a:lumMod val="50000"/>
                  </a:schemeClr>
                </a:solidFill>
                <a:effectLst/>
                <a:uFillTx/>
                <a:latin typeface="+mn-lt"/>
                <a:ea typeface="+mn-ea"/>
                <a:cs typeface="+mn-cs"/>
                <a:sym typeface="Helvetica Neue"/>
              </a:rPr>
              <a:t>Merging arrow ✅</a:t>
            </a:r>
          </a:p>
        </p:txBody>
      </p:sp>
      <p:cxnSp>
        <p:nvCxnSpPr>
          <p:cNvPr id="58" name="Straight Arrow Connector 57">
            <a:extLst>
              <a:ext uri="{FF2B5EF4-FFF2-40B4-BE49-F238E27FC236}">
                <a16:creationId xmlns:a16="http://schemas.microsoft.com/office/drawing/2014/main" id="{1D11FD25-3C98-F197-8099-81034E343404}"/>
              </a:ext>
            </a:extLst>
          </p:cNvPr>
          <p:cNvCxnSpPr>
            <a:cxnSpLocks/>
          </p:cNvCxnSpPr>
          <p:nvPr/>
        </p:nvCxnSpPr>
        <p:spPr>
          <a:xfrm>
            <a:off x="19826171" y="5753100"/>
            <a:ext cx="1609725" cy="0"/>
          </a:xfrm>
          <a:prstGeom prst="straightConnector1">
            <a:avLst/>
          </a:prstGeom>
          <a:ln w="76200" cap="flat">
            <a:solidFill>
              <a:srgbClr val="FF0000"/>
            </a:solidFill>
            <a:prstDash val="sysDot"/>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59" name="Straight Arrow Connector 58">
            <a:extLst>
              <a:ext uri="{FF2B5EF4-FFF2-40B4-BE49-F238E27FC236}">
                <a16:creationId xmlns:a16="http://schemas.microsoft.com/office/drawing/2014/main" id="{EAC9A591-8E80-4C82-704E-555F2F0F43E0}"/>
              </a:ext>
            </a:extLst>
          </p:cNvPr>
          <p:cNvCxnSpPr>
            <a:cxnSpLocks/>
          </p:cNvCxnSpPr>
          <p:nvPr/>
        </p:nvCxnSpPr>
        <p:spPr>
          <a:xfrm>
            <a:off x="15641382" y="5753100"/>
            <a:ext cx="1771650" cy="0"/>
          </a:xfrm>
          <a:prstGeom prst="straightConnector1">
            <a:avLst/>
          </a:prstGeom>
          <a:ln w="76200" cap="flat">
            <a:solidFill>
              <a:schemeClr val="accent5">
                <a:lumMod val="75000"/>
              </a:schemeClr>
            </a:solidFill>
            <a:headEnd type="triangle" w="lg" len="lg"/>
            <a:tailEnd type="triangle" w="lg" len="lg"/>
          </a:ln>
        </p:spPr>
        <p:style>
          <a:lnRef idx="2">
            <a:schemeClr val="accent1"/>
          </a:lnRef>
          <a:fillRef idx="1">
            <a:schemeClr val="lt1"/>
          </a:fillRef>
          <a:effectRef idx="0">
            <a:schemeClr val="accent1"/>
          </a:effectRef>
          <a:fontRef idx="minor">
            <a:schemeClr val="dk1"/>
          </a:fontRef>
        </p:style>
      </p:cxnSp>
      <p:cxnSp>
        <p:nvCxnSpPr>
          <p:cNvPr id="60" name="Straight Arrow Connector 59">
            <a:extLst>
              <a:ext uri="{FF2B5EF4-FFF2-40B4-BE49-F238E27FC236}">
                <a16:creationId xmlns:a16="http://schemas.microsoft.com/office/drawing/2014/main" id="{07F12808-92B2-6BC7-67DD-98F95F632A4F}"/>
              </a:ext>
            </a:extLst>
          </p:cNvPr>
          <p:cNvCxnSpPr>
            <a:cxnSpLocks/>
          </p:cNvCxnSpPr>
          <p:nvPr/>
        </p:nvCxnSpPr>
        <p:spPr>
          <a:xfrm>
            <a:off x="20767164" y="9153071"/>
            <a:ext cx="0" cy="1793934"/>
          </a:xfrm>
          <a:prstGeom prst="straightConnector1">
            <a:avLst/>
          </a:prstGeom>
          <a:ln w="76200" cap="flat">
            <a:solidFill>
              <a:srgbClr val="FF0000"/>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62" name="Straight Arrow Connector 61">
            <a:extLst>
              <a:ext uri="{FF2B5EF4-FFF2-40B4-BE49-F238E27FC236}">
                <a16:creationId xmlns:a16="http://schemas.microsoft.com/office/drawing/2014/main" id="{9C6CC711-5D93-84AE-DE75-7CAA0B62B8C8}"/>
              </a:ext>
            </a:extLst>
          </p:cNvPr>
          <p:cNvCxnSpPr>
            <a:cxnSpLocks/>
          </p:cNvCxnSpPr>
          <p:nvPr/>
        </p:nvCxnSpPr>
        <p:spPr>
          <a:xfrm>
            <a:off x="11463622" y="10020655"/>
            <a:ext cx="1609725" cy="0"/>
          </a:xfrm>
          <a:prstGeom prst="straightConnector1">
            <a:avLst/>
          </a:prstGeom>
          <a:ln w="76200" cap="flat">
            <a:solidFill>
              <a:schemeClr val="accent5">
                <a:lumMod val="75000"/>
              </a:schemeClr>
            </a:solidFill>
            <a:headEnd type="none" w="med" len="med"/>
            <a:tailEnd type="triangle" w="sm" len="lg"/>
          </a:ln>
        </p:spPr>
        <p:style>
          <a:lnRef idx="2">
            <a:schemeClr val="accent1"/>
          </a:lnRef>
          <a:fillRef idx="1">
            <a:schemeClr val="lt1"/>
          </a:fillRef>
          <a:effectRef idx="0">
            <a:schemeClr val="accent1"/>
          </a:effectRef>
          <a:fontRef idx="minor">
            <a:schemeClr val="dk1"/>
          </a:fontRef>
        </p:style>
      </p:cxnSp>
      <p:sp>
        <p:nvSpPr>
          <p:cNvPr id="63" name="TextBox 62">
            <a:extLst>
              <a:ext uri="{FF2B5EF4-FFF2-40B4-BE49-F238E27FC236}">
                <a16:creationId xmlns:a16="http://schemas.microsoft.com/office/drawing/2014/main" id="{D3EF49E3-0A7F-ACCA-DA7E-C30DAFF0C278}"/>
              </a:ext>
            </a:extLst>
          </p:cNvPr>
          <p:cNvSpPr txBox="1"/>
          <p:nvPr/>
        </p:nvSpPr>
        <p:spPr>
          <a:xfrm>
            <a:off x="10877834" y="11591254"/>
            <a:ext cx="2781300"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dirty="0">
                <a:solidFill>
                  <a:schemeClr val="tx1">
                    <a:lumMod val="50000"/>
                  </a:schemeClr>
                </a:solidFill>
              </a:rPr>
              <a:t>Arrowhead is not visible</a:t>
            </a:r>
            <a:r>
              <a:rPr kumimoji="0" lang="en-US" sz="2400" b="0" i="0" u="none" strike="noStrike" cap="none" spc="0" normalizeH="0" baseline="0" dirty="0">
                <a:ln>
                  <a:noFill/>
                </a:ln>
                <a:solidFill>
                  <a:schemeClr val="tx1">
                    <a:lumMod val="50000"/>
                  </a:schemeClr>
                </a:solidFill>
                <a:effectLst/>
                <a:uFillTx/>
                <a:latin typeface="+mn-lt"/>
                <a:ea typeface="+mn-ea"/>
                <a:cs typeface="+mn-cs"/>
                <a:sym typeface="Helvetica Neue"/>
              </a:rPr>
              <a:t>❌</a:t>
            </a:r>
          </a:p>
        </p:txBody>
      </p:sp>
      <p:cxnSp>
        <p:nvCxnSpPr>
          <p:cNvPr id="64" name="Straight Arrow Connector 63">
            <a:extLst>
              <a:ext uri="{FF2B5EF4-FFF2-40B4-BE49-F238E27FC236}">
                <a16:creationId xmlns:a16="http://schemas.microsoft.com/office/drawing/2014/main" id="{D76FFC29-D9E2-C639-B26F-44F4164D8B76}"/>
              </a:ext>
            </a:extLst>
          </p:cNvPr>
          <p:cNvCxnSpPr>
            <a:cxnSpLocks/>
          </p:cNvCxnSpPr>
          <p:nvPr/>
        </p:nvCxnSpPr>
        <p:spPr>
          <a:xfrm>
            <a:off x="11463621" y="10687405"/>
            <a:ext cx="1609725" cy="0"/>
          </a:xfrm>
          <a:prstGeom prst="straightConnector1">
            <a:avLst/>
          </a:prstGeom>
          <a:ln w="76200" cap="flat">
            <a:solidFill>
              <a:schemeClr val="accent5">
                <a:lumMod val="75000"/>
              </a:schemeClr>
            </a:solidFill>
            <a:headEnd type="none" w="med" len="med"/>
            <a:tailEnd type="triangle" w="sm" len="sm"/>
          </a:ln>
        </p:spPr>
        <p:style>
          <a:lnRef idx="2">
            <a:schemeClr val="accent1"/>
          </a:lnRef>
          <a:fillRef idx="1">
            <a:schemeClr val="lt1"/>
          </a:fillRef>
          <a:effectRef idx="0">
            <a:schemeClr val="accent1"/>
          </a:effectRef>
          <a:fontRef idx="minor">
            <a:schemeClr val="dk1"/>
          </a:fontRef>
        </p:style>
      </p:cxnSp>
    </p:spTree>
    <p:extLst>
      <p:ext uri="{BB962C8B-B14F-4D97-AF65-F5344CB8AC3E}">
        <p14:creationId xmlns:p14="http://schemas.microsoft.com/office/powerpoint/2010/main" val="2097271630"/>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DA1DC-C6E1-CBAC-22EF-6E087E044C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66289C-6299-70F4-1A7D-385A4AE2BC75}"/>
              </a:ext>
            </a:extLst>
          </p:cNvPr>
          <p:cNvSpPr>
            <a:spLocks noGrp="1"/>
          </p:cNvSpPr>
          <p:nvPr>
            <p:ph type="title"/>
          </p:nvPr>
        </p:nvSpPr>
        <p:spPr/>
        <p:txBody>
          <a:bodyPr>
            <a:normAutofit fontScale="90000"/>
          </a:bodyPr>
          <a:lstStyle/>
          <a:p>
            <a:r>
              <a:rPr lang="en-US" dirty="0"/>
              <a:t>Arrow</a:t>
            </a:r>
          </a:p>
        </p:txBody>
      </p:sp>
      <p:sp>
        <p:nvSpPr>
          <p:cNvPr id="3" name="Text Placeholder 2">
            <a:extLst>
              <a:ext uri="{FF2B5EF4-FFF2-40B4-BE49-F238E27FC236}">
                <a16:creationId xmlns:a16="http://schemas.microsoft.com/office/drawing/2014/main" id="{25B9E651-2832-86C7-8A5F-0775DCCD323F}"/>
              </a:ext>
            </a:extLst>
          </p:cNvPr>
          <p:cNvSpPr>
            <a:spLocks noGrp="1"/>
          </p:cNvSpPr>
          <p:nvPr>
            <p:ph type="body" sz="quarter" idx="10"/>
          </p:nvPr>
        </p:nvSpPr>
        <p:spPr/>
        <p:txBody>
          <a:bodyPr/>
          <a:lstStyle/>
          <a:p>
            <a:r>
              <a:rPr lang="en-US" dirty="0"/>
              <a:t>The right and wrong way</a:t>
            </a:r>
          </a:p>
        </p:txBody>
      </p:sp>
      <p:sp>
        <p:nvSpPr>
          <p:cNvPr id="4" name="Rectangle: Rounded Corners 3">
            <a:extLst>
              <a:ext uri="{FF2B5EF4-FFF2-40B4-BE49-F238E27FC236}">
                <a16:creationId xmlns:a16="http://schemas.microsoft.com/office/drawing/2014/main" id="{BDCDA286-2828-945B-3615-65904BAD9C6B}"/>
              </a:ext>
            </a:extLst>
          </p:cNvPr>
          <p:cNvSpPr/>
          <p:nvPr/>
        </p:nvSpPr>
        <p:spPr>
          <a:xfrm>
            <a:off x="10128254" y="4464844"/>
            <a:ext cx="3615996" cy="791628"/>
          </a:xfrm>
          <a:prstGeom prst="roundRect">
            <a:avLst>
              <a:gd name="adj" fmla="val 50000"/>
            </a:avLst>
          </a:prstGeom>
          <a:solidFill>
            <a:schemeClr val="lt1">
              <a:alpha val="50000"/>
            </a:schemeClr>
          </a:solidFill>
          <a:ln w="76200">
            <a:solidFill>
              <a:srgbClr val="254FA1">
                <a:alpha val="50000"/>
              </a:srgb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err="1">
                <a:solidFill>
                  <a:schemeClr val="tx1">
                    <a:lumMod val="50000"/>
                    <a:alpha val="50000"/>
                  </a:schemeClr>
                </a:solidFill>
                <a:latin typeface="+mj-lt"/>
                <a:sym typeface="Helvetica Neue Medium"/>
              </a:rPr>
              <a:t>teamDecider</a:t>
            </a:r>
            <a:r>
              <a:rPr lang="en-US" sz="3200" dirty="0">
                <a:solidFill>
                  <a:schemeClr val="tx1">
                    <a:lumMod val="50000"/>
                    <a:alpha val="50000"/>
                  </a:schemeClr>
                </a:solidFill>
                <a:latin typeface="+mj-lt"/>
                <a:sym typeface="Helvetica Neue Medium"/>
              </a:rPr>
              <a:t>(ID)</a:t>
            </a:r>
          </a:p>
        </p:txBody>
      </p:sp>
      <p:cxnSp>
        <p:nvCxnSpPr>
          <p:cNvPr id="5" name="Connector: Elbow 4">
            <a:extLst>
              <a:ext uri="{FF2B5EF4-FFF2-40B4-BE49-F238E27FC236}">
                <a16:creationId xmlns:a16="http://schemas.microsoft.com/office/drawing/2014/main" id="{8BC3C5A9-5456-9B7C-D625-B40B9051485C}"/>
              </a:ext>
            </a:extLst>
          </p:cNvPr>
          <p:cNvCxnSpPr>
            <a:cxnSpLocks/>
            <a:stCxn id="4" idx="2"/>
            <a:endCxn id="10" idx="0"/>
          </p:cNvCxnSpPr>
          <p:nvPr/>
        </p:nvCxnSpPr>
        <p:spPr>
          <a:xfrm rot="5400000">
            <a:off x="11446967" y="5745755"/>
            <a:ext cx="978568" cy="2"/>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6" name="Arrow: Down 5">
            <a:extLst>
              <a:ext uri="{FF2B5EF4-FFF2-40B4-BE49-F238E27FC236}">
                <a16:creationId xmlns:a16="http://schemas.microsoft.com/office/drawing/2014/main" id="{00FE782B-7BC2-3D10-799F-0B4A31A92BBC}"/>
              </a:ext>
            </a:extLst>
          </p:cNvPr>
          <p:cNvSpPr/>
          <p:nvPr/>
        </p:nvSpPr>
        <p:spPr>
          <a:xfrm rot="3613923">
            <a:off x="16955193" y="6521237"/>
            <a:ext cx="830441" cy="1427272"/>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7" name="Rectangle: Rounded Corners 6">
            <a:extLst>
              <a:ext uri="{FF2B5EF4-FFF2-40B4-BE49-F238E27FC236}">
                <a16:creationId xmlns:a16="http://schemas.microsoft.com/office/drawing/2014/main" id="{19315862-31B8-0605-7F62-F4EBD54731E2}"/>
              </a:ext>
            </a:extLst>
          </p:cNvPr>
          <p:cNvSpPr/>
          <p:nvPr/>
        </p:nvSpPr>
        <p:spPr>
          <a:xfrm>
            <a:off x="10854541" y="11410723"/>
            <a:ext cx="2163418" cy="791628"/>
          </a:xfrm>
          <a:prstGeom prst="roundRect">
            <a:avLst>
              <a:gd name="adj" fmla="val 50000"/>
            </a:avLst>
          </a:prstGeom>
          <a:solidFill>
            <a:schemeClr val="lt1">
              <a:alpha val="50000"/>
            </a:schemeClr>
          </a:solidFill>
          <a:ln w="76200">
            <a:solidFill>
              <a:srgbClr val="254FA1">
                <a:alpha val="50000"/>
              </a:srgb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alpha val="50000"/>
                  </a:schemeClr>
                </a:solidFill>
                <a:latin typeface="+mj-lt"/>
                <a:sym typeface="Helvetica Neue Medium"/>
              </a:rPr>
              <a:t>Return</a:t>
            </a:r>
          </a:p>
        </p:txBody>
      </p:sp>
      <p:cxnSp>
        <p:nvCxnSpPr>
          <p:cNvPr id="8" name="Connector: Elbow 7">
            <a:extLst>
              <a:ext uri="{FF2B5EF4-FFF2-40B4-BE49-F238E27FC236}">
                <a16:creationId xmlns:a16="http://schemas.microsoft.com/office/drawing/2014/main" id="{F30B5AE7-E532-0306-7F14-41B9A12B5888}"/>
              </a:ext>
            </a:extLst>
          </p:cNvPr>
          <p:cNvCxnSpPr>
            <a:cxnSpLocks/>
          </p:cNvCxnSpPr>
          <p:nvPr/>
        </p:nvCxnSpPr>
        <p:spPr>
          <a:xfrm rot="5400000">
            <a:off x="12961925" y="8308961"/>
            <a:ext cx="2076087" cy="4127436"/>
          </a:xfrm>
          <a:prstGeom prst="bentConnector3">
            <a:avLst>
              <a:gd name="adj1" fmla="val 51608"/>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9" name="Arrow: Down 8">
            <a:extLst>
              <a:ext uri="{FF2B5EF4-FFF2-40B4-BE49-F238E27FC236}">
                <a16:creationId xmlns:a16="http://schemas.microsoft.com/office/drawing/2014/main" id="{32EF46E6-26F9-A489-AE05-9358EB180C7E}"/>
              </a:ext>
            </a:extLst>
          </p:cNvPr>
          <p:cNvSpPr/>
          <p:nvPr/>
        </p:nvSpPr>
        <p:spPr>
          <a:xfrm rot="15361568">
            <a:off x="9888038" y="10345364"/>
            <a:ext cx="830441" cy="1427272"/>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10" name="Flowchart: Decision 9">
            <a:extLst>
              <a:ext uri="{FF2B5EF4-FFF2-40B4-BE49-F238E27FC236}">
                <a16:creationId xmlns:a16="http://schemas.microsoft.com/office/drawing/2014/main" id="{701C1D3E-3CE4-8F30-5E60-16F9CE3E791D}"/>
              </a:ext>
            </a:extLst>
          </p:cNvPr>
          <p:cNvSpPr/>
          <p:nvPr/>
        </p:nvSpPr>
        <p:spPr>
          <a:xfrm>
            <a:off x="9681763" y="6235040"/>
            <a:ext cx="4508973" cy="1182013"/>
          </a:xfrm>
          <a:prstGeom prst="flowChartDecision">
            <a:avLst/>
          </a:prstGeom>
          <a:solidFill>
            <a:schemeClr val="lt1">
              <a:alpha val="50000"/>
            </a:schemeClr>
          </a:solidFill>
          <a:ln w="76200">
            <a:solidFill>
              <a:srgbClr val="254FA1">
                <a:alpha val="50000"/>
              </a:srgb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spAutoFit/>
          </a:bodyPr>
          <a:lstStyle/>
          <a:p>
            <a:pPr defTabSz="825500"/>
            <a:r>
              <a:rPr lang="en-US" sz="3200" dirty="0">
                <a:solidFill>
                  <a:schemeClr val="tx1">
                    <a:lumMod val="50000"/>
                    <a:alpha val="50000"/>
                  </a:schemeClr>
                </a:solidFill>
                <a:latin typeface="+mj-lt"/>
                <a:sym typeface="Helvetica Neue Medium"/>
              </a:rPr>
              <a:t>ID % 2 == 0</a:t>
            </a:r>
          </a:p>
        </p:txBody>
      </p:sp>
      <p:sp>
        <p:nvSpPr>
          <p:cNvPr id="11" name="Parallelogram 10">
            <a:extLst>
              <a:ext uri="{FF2B5EF4-FFF2-40B4-BE49-F238E27FC236}">
                <a16:creationId xmlns:a16="http://schemas.microsoft.com/office/drawing/2014/main" id="{F5E4594A-957F-D881-2DDC-5A15FE13F167}"/>
              </a:ext>
            </a:extLst>
          </p:cNvPr>
          <p:cNvSpPr/>
          <p:nvPr/>
        </p:nvSpPr>
        <p:spPr>
          <a:xfrm>
            <a:off x="5778998" y="7973686"/>
            <a:ext cx="3902765" cy="1424027"/>
          </a:xfrm>
          <a:prstGeom prst="parallelogram">
            <a:avLst/>
          </a:prstGeom>
          <a:solidFill>
            <a:schemeClr val="lt1">
              <a:alpha val="50000"/>
            </a:schemeClr>
          </a:solidFill>
          <a:ln w="76200">
            <a:solidFill>
              <a:srgbClr val="254FA1">
                <a:alpha val="50000"/>
              </a:srgb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alpha val="50000"/>
                  </a:schemeClr>
                </a:solidFill>
                <a:latin typeface="+mj-lt"/>
                <a:sym typeface="Helvetica Neue Medium"/>
              </a:rPr>
              <a:t>Display “Team A”</a:t>
            </a:r>
          </a:p>
        </p:txBody>
      </p:sp>
      <p:sp>
        <p:nvSpPr>
          <p:cNvPr id="13" name="Parallelogram 12">
            <a:extLst>
              <a:ext uri="{FF2B5EF4-FFF2-40B4-BE49-F238E27FC236}">
                <a16:creationId xmlns:a16="http://schemas.microsoft.com/office/drawing/2014/main" id="{048B86E6-37BC-64E2-FD8E-5B013BC7B760}"/>
              </a:ext>
            </a:extLst>
          </p:cNvPr>
          <p:cNvSpPr/>
          <p:nvPr/>
        </p:nvSpPr>
        <p:spPr>
          <a:xfrm>
            <a:off x="14290307" y="7910609"/>
            <a:ext cx="3902765" cy="1424027"/>
          </a:xfrm>
          <a:prstGeom prst="parallelogram">
            <a:avLst/>
          </a:prstGeom>
          <a:solidFill>
            <a:schemeClr val="lt1">
              <a:alpha val="50000"/>
            </a:schemeClr>
          </a:solidFill>
          <a:ln w="76200">
            <a:solidFill>
              <a:srgbClr val="254FA1">
                <a:alpha val="50000"/>
              </a:srgb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alpha val="50000"/>
                  </a:schemeClr>
                </a:solidFill>
                <a:latin typeface="+mj-lt"/>
                <a:sym typeface="Helvetica Neue Medium"/>
              </a:rPr>
              <a:t>Display “Team B”</a:t>
            </a:r>
          </a:p>
        </p:txBody>
      </p:sp>
      <p:cxnSp>
        <p:nvCxnSpPr>
          <p:cNvPr id="14" name="Connector: Elbow 13">
            <a:extLst>
              <a:ext uri="{FF2B5EF4-FFF2-40B4-BE49-F238E27FC236}">
                <a16:creationId xmlns:a16="http://schemas.microsoft.com/office/drawing/2014/main" id="{FBDB0353-B11A-40D6-DBF7-11CD4726CD12}"/>
              </a:ext>
            </a:extLst>
          </p:cNvPr>
          <p:cNvCxnSpPr>
            <a:cxnSpLocks/>
            <a:stCxn id="10" idx="1"/>
            <a:endCxn id="11" idx="1"/>
          </p:cNvCxnSpPr>
          <p:nvPr/>
        </p:nvCxnSpPr>
        <p:spPr>
          <a:xfrm rot="10800000" flipV="1">
            <a:off x="7908385" y="6826046"/>
            <a:ext cx="1773379" cy="1147639"/>
          </a:xfrm>
          <a:prstGeom prst="bentConnector2">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20" name="Connector: Elbow 19">
            <a:extLst>
              <a:ext uri="{FF2B5EF4-FFF2-40B4-BE49-F238E27FC236}">
                <a16:creationId xmlns:a16="http://schemas.microsoft.com/office/drawing/2014/main" id="{CB4FBF6F-7A89-7B81-C7B3-BDFB04A61901}"/>
              </a:ext>
            </a:extLst>
          </p:cNvPr>
          <p:cNvCxnSpPr>
            <a:cxnSpLocks/>
            <a:stCxn id="10" idx="3"/>
            <a:endCxn id="13" idx="1"/>
          </p:cNvCxnSpPr>
          <p:nvPr/>
        </p:nvCxnSpPr>
        <p:spPr>
          <a:xfrm>
            <a:off x="14190736" y="6826047"/>
            <a:ext cx="2228957" cy="1084562"/>
          </a:xfrm>
          <a:prstGeom prst="bentConnector2">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21" name="Connector: Elbow 20">
            <a:extLst>
              <a:ext uri="{FF2B5EF4-FFF2-40B4-BE49-F238E27FC236}">
                <a16:creationId xmlns:a16="http://schemas.microsoft.com/office/drawing/2014/main" id="{E8B720D2-122A-9424-F7F7-B69C3A712CC9}"/>
              </a:ext>
            </a:extLst>
          </p:cNvPr>
          <p:cNvCxnSpPr>
            <a:cxnSpLocks/>
            <a:stCxn id="11" idx="4"/>
            <a:endCxn id="7" idx="0"/>
          </p:cNvCxnSpPr>
          <p:nvPr/>
        </p:nvCxnSpPr>
        <p:spPr>
          <a:xfrm rot="16200000" flipH="1">
            <a:off x="8826810" y="8301283"/>
            <a:ext cx="2013010" cy="4205869"/>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24" name="TextBox 23">
            <a:extLst>
              <a:ext uri="{FF2B5EF4-FFF2-40B4-BE49-F238E27FC236}">
                <a16:creationId xmlns:a16="http://schemas.microsoft.com/office/drawing/2014/main" id="{F52C790C-DEF5-350B-FBE9-891E4396385D}"/>
              </a:ext>
            </a:extLst>
          </p:cNvPr>
          <p:cNvSpPr txBox="1"/>
          <p:nvPr/>
        </p:nvSpPr>
        <p:spPr>
          <a:xfrm>
            <a:off x="8582528" y="6322297"/>
            <a:ext cx="759823"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5E5E5E"/>
                </a:solidFill>
                <a:effectLst/>
                <a:uFillTx/>
                <a:latin typeface="+mn-lt"/>
                <a:ea typeface="+mn-ea"/>
                <a:cs typeface="+mn-cs"/>
                <a:sym typeface="Helvetica Neue"/>
              </a:rPr>
              <a:t>True</a:t>
            </a:r>
          </a:p>
        </p:txBody>
      </p:sp>
      <p:sp>
        <p:nvSpPr>
          <p:cNvPr id="26" name="TextBox 25">
            <a:extLst>
              <a:ext uri="{FF2B5EF4-FFF2-40B4-BE49-F238E27FC236}">
                <a16:creationId xmlns:a16="http://schemas.microsoft.com/office/drawing/2014/main" id="{D091F1FA-148B-1CB9-224C-C9E9FB06CAB6}"/>
              </a:ext>
            </a:extLst>
          </p:cNvPr>
          <p:cNvSpPr txBox="1"/>
          <p:nvPr/>
        </p:nvSpPr>
        <p:spPr>
          <a:xfrm>
            <a:off x="14292746" y="6296012"/>
            <a:ext cx="831959"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5E5E5E"/>
                </a:solidFill>
                <a:effectLst/>
                <a:uFillTx/>
                <a:latin typeface="+mn-lt"/>
                <a:ea typeface="+mn-ea"/>
                <a:cs typeface="+mn-cs"/>
                <a:sym typeface="Helvetica Neue"/>
              </a:rPr>
              <a:t>False</a:t>
            </a:r>
          </a:p>
        </p:txBody>
      </p:sp>
      <p:sp>
        <p:nvSpPr>
          <p:cNvPr id="27" name="Content Placeholder 4">
            <a:extLst>
              <a:ext uri="{FF2B5EF4-FFF2-40B4-BE49-F238E27FC236}">
                <a16:creationId xmlns:a16="http://schemas.microsoft.com/office/drawing/2014/main" id="{87F1BED5-347B-9708-A315-1492BDCD2D12}"/>
              </a:ext>
            </a:extLst>
          </p:cNvPr>
          <p:cNvSpPr>
            <a:spLocks noGrp="1"/>
          </p:cNvSpPr>
          <p:nvPr>
            <p:ph sz="quarter" idx="11"/>
          </p:nvPr>
        </p:nvSpPr>
        <p:spPr>
          <a:xfrm>
            <a:off x="17583581" y="5154901"/>
            <a:ext cx="5527340" cy="1839294"/>
          </a:xfrm>
        </p:spPr>
        <p:txBody>
          <a:bodyPr>
            <a:normAutofit/>
          </a:bodyPr>
          <a:lstStyle/>
          <a:p>
            <a:pPr marL="0" indent="0" algn="ctr">
              <a:buNone/>
            </a:pPr>
            <a:r>
              <a:rPr lang="en-US" sz="3200" dirty="0">
                <a:latin typeface="+mj-lt"/>
              </a:rPr>
              <a:t>Notice the arrowhead touches the border of the element and not floating.</a:t>
            </a:r>
          </a:p>
        </p:txBody>
      </p:sp>
      <p:sp>
        <p:nvSpPr>
          <p:cNvPr id="28" name="Content Placeholder 4">
            <a:extLst>
              <a:ext uri="{FF2B5EF4-FFF2-40B4-BE49-F238E27FC236}">
                <a16:creationId xmlns:a16="http://schemas.microsoft.com/office/drawing/2014/main" id="{A2CC67D2-E68A-C59E-3885-F1065979DF7E}"/>
              </a:ext>
            </a:extLst>
          </p:cNvPr>
          <p:cNvSpPr txBox="1">
            <a:spLocks/>
          </p:cNvSpPr>
          <p:nvPr/>
        </p:nvSpPr>
        <p:spPr>
          <a:xfrm>
            <a:off x="2940800" y="10821739"/>
            <a:ext cx="6569674" cy="21617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buFontTx/>
              <a:buNone/>
            </a:pPr>
            <a:r>
              <a:rPr lang="en-US" sz="3200" dirty="0">
                <a:latin typeface="+mj-lt"/>
              </a:rPr>
              <a:t>Ideally, merging the line should be done cleanly. This can be easily done on another platform.</a:t>
            </a:r>
          </a:p>
        </p:txBody>
      </p:sp>
      <p:sp>
        <p:nvSpPr>
          <p:cNvPr id="29" name="Arrow: Down 28">
            <a:extLst>
              <a:ext uri="{FF2B5EF4-FFF2-40B4-BE49-F238E27FC236}">
                <a16:creationId xmlns:a16="http://schemas.microsoft.com/office/drawing/2014/main" id="{5814C217-BEDD-E67A-A8D7-39B67B70FF4D}"/>
              </a:ext>
            </a:extLst>
          </p:cNvPr>
          <p:cNvSpPr/>
          <p:nvPr/>
        </p:nvSpPr>
        <p:spPr>
          <a:xfrm rot="18672224">
            <a:off x="6741662" y="5486559"/>
            <a:ext cx="830441" cy="1427272"/>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31" name="Content Placeholder 4">
            <a:extLst>
              <a:ext uri="{FF2B5EF4-FFF2-40B4-BE49-F238E27FC236}">
                <a16:creationId xmlns:a16="http://schemas.microsoft.com/office/drawing/2014/main" id="{EFD7AAE4-8171-9034-DC0C-C439306B3B87}"/>
              </a:ext>
            </a:extLst>
          </p:cNvPr>
          <p:cNvSpPr txBox="1">
            <a:spLocks/>
          </p:cNvSpPr>
          <p:nvPr/>
        </p:nvSpPr>
        <p:spPr>
          <a:xfrm>
            <a:off x="2204205" y="4664329"/>
            <a:ext cx="4531204" cy="116274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buFontTx/>
              <a:buNone/>
            </a:pPr>
            <a:r>
              <a:rPr lang="en-US" sz="3200" dirty="0">
                <a:latin typeface="+mj-lt"/>
              </a:rPr>
              <a:t>Clean, crisp line and visible arrowhead</a:t>
            </a:r>
          </a:p>
        </p:txBody>
      </p:sp>
      <p:sp>
        <p:nvSpPr>
          <p:cNvPr id="32" name="Arrow: Down 31">
            <a:extLst>
              <a:ext uri="{FF2B5EF4-FFF2-40B4-BE49-F238E27FC236}">
                <a16:creationId xmlns:a16="http://schemas.microsoft.com/office/drawing/2014/main" id="{AD67B6F0-3AF2-1427-F597-3615A287EE71}"/>
              </a:ext>
            </a:extLst>
          </p:cNvPr>
          <p:cNvSpPr/>
          <p:nvPr/>
        </p:nvSpPr>
        <p:spPr>
          <a:xfrm rot="5400000">
            <a:off x="14528429" y="3025036"/>
            <a:ext cx="830441" cy="5486400"/>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Tree>
    <p:extLst>
      <p:ext uri="{BB962C8B-B14F-4D97-AF65-F5344CB8AC3E}">
        <p14:creationId xmlns:p14="http://schemas.microsoft.com/office/powerpoint/2010/main" val="2199354749"/>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FDEC5-2BC3-2C88-0B6D-ECB938E256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B96271-0BEE-2D36-5C31-4A0AC1415F7D}"/>
              </a:ext>
            </a:extLst>
          </p:cNvPr>
          <p:cNvSpPr>
            <a:spLocks noGrp="1"/>
          </p:cNvSpPr>
          <p:nvPr>
            <p:ph type="title"/>
          </p:nvPr>
        </p:nvSpPr>
        <p:spPr/>
        <p:txBody>
          <a:bodyPr>
            <a:normAutofit fontScale="90000"/>
          </a:bodyPr>
          <a:lstStyle/>
          <a:p>
            <a:r>
              <a:rPr lang="en-US" dirty="0"/>
              <a:t>arrow</a:t>
            </a:r>
          </a:p>
        </p:txBody>
      </p:sp>
      <p:sp>
        <p:nvSpPr>
          <p:cNvPr id="3" name="Text Placeholder 2">
            <a:extLst>
              <a:ext uri="{FF2B5EF4-FFF2-40B4-BE49-F238E27FC236}">
                <a16:creationId xmlns:a16="http://schemas.microsoft.com/office/drawing/2014/main" id="{4400EE7B-2946-288C-F21F-F7F72954FAE3}"/>
              </a:ext>
            </a:extLst>
          </p:cNvPr>
          <p:cNvSpPr>
            <a:spLocks noGrp="1"/>
          </p:cNvSpPr>
          <p:nvPr>
            <p:ph type="body" sz="quarter" idx="10"/>
          </p:nvPr>
        </p:nvSpPr>
        <p:spPr/>
        <p:txBody>
          <a:bodyPr/>
          <a:lstStyle/>
          <a:p>
            <a:r>
              <a:rPr lang="en-US" dirty="0"/>
              <a:t>Solving the ambiguity</a:t>
            </a:r>
          </a:p>
        </p:txBody>
      </p:sp>
      <p:sp>
        <p:nvSpPr>
          <p:cNvPr id="16" name="Content Placeholder 4">
            <a:extLst>
              <a:ext uri="{FF2B5EF4-FFF2-40B4-BE49-F238E27FC236}">
                <a16:creationId xmlns:a16="http://schemas.microsoft.com/office/drawing/2014/main" id="{C1948081-C9C5-43CF-44CC-D90110E42771}"/>
              </a:ext>
            </a:extLst>
          </p:cNvPr>
          <p:cNvSpPr>
            <a:spLocks noGrp="1"/>
          </p:cNvSpPr>
          <p:nvPr>
            <p:ph sz="quarter" idx="11"/>
          </p:nvPr>
        </p:nvSpPr>
        <p:spPr>
          <a:xfrm>
            <a:off x="2167377" y="4442614"/>
            <a:ext cx="8964450" cy="4601995"/>
          </a:xfrm>
        </p:spPr>
        <p:txBody>
          <a:bodyPr>
            <a:normAutofit/>
          </a:bodyPr>
          <a:lstStyle/>
          <a:p>
            <a:pPr marL="0" indent="0">
              <a:buNone/>
            </a:pPr>
            <a:r>
              <a:rPr lang="en-US" sz="3200" dirty="0">
                <a:latin typeface="+mj-lt"/>
              </a:rPr>
              <a:t>Ambiguous path can be inevitable especially when hand-drawing the flowchart, therefore it is advised to </a:t>
            </a:r>
            <a:r>
              <a:rPr lang="en-US" sz="3200" b="1" dirty="0">
                <a:latin typeface="+mj-lt"/>
              </a:rPr>
              <a:t>draw the path using line jumps / bridge.</a:t>
            </a:r>
            <a:r>
              <a:rPr lang="en-US" sz="3200" dirty="0">
                <a:latin typeface="+mj-lt"/>
              </a:rPr>
              <a:t> Again, </a:t>
            </a:r>
            <a:r>
              <a:rPr lang="en-US" sz="3200" b="1" dirty="0">
                <a:latin typeface="+mj-lt"/>
              </a:rPr>
              <a:t>be consistent </a:t>
            </a:r>
            <a:r>
              <a:rPr lang="en-US" sz="3200" dirty="0">
                <a:latin typeface="+mj-lt"/>
              </a:rPr>
              <a:t>on which type you’re using.</a:t>
            </a:r>
          </a:p>
          <a:p>
            <a:pPr marL="0" indent="0">
              <a:buNone/>
            </a:pPr>
            <a:r>
              <a:rPr lang="en-US" sz="3200" dirty="0">
                <a:latin typeface="+mj-lt"/>
              </a:rPr>
              <a:t>Even so, </a:t>
            </a:r>
            <a:r>
              <a:rPr lang="en-US" sz="3200" b="1" u="sng" dirty="0">
                <a:latin typeface="+mj-lt"/>
              </a:rPr>
              <a:t>try not to use this excessively and opt for a better flowchart arrangement</a:t>
            </a:r>
            <a:r>
              <a:rPr lang="en-US" sz="3200" u="sng" dirty="0">
                <a:latin typeface="+mj-lt"/>
              </a:rPr>
              <a:t>.</a:t>
            </a:r>
          </a:p>
        </p:txBody>
      </p:sp>
      <p:sp>
        <p:nvSpPr>
          <p:cNvPr id="22" name="TextBox 21">
            <a:extLst>
              <a:ext uri="{FF2B5EF4-FFF2-40B4-BE49-F238E27FC236}">
                <a16:creationId xmlns:a16="http://schemas.microsoft.com/office/drawing/2014/main" id="{8F5ED2B8-13EC-EFB7-3CB6-AFE3C1AD95BD}"/>
              </a:ext>
            </a:extLst>
          </p:cNvPr>
          <p:cNvSpPr txBox="1"/>
          <p:nvPr/>
        </p:nvSpPr>
        <p:spPr>
          <a:xfrm>
            <a:off x="11936252" y="13243785"/>
            <a:ext cx="12205252"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r"/>
            <a:r>
              <a:rPr lang="en-US" dirty="0">
                <a:solidFill>
                  <a:schemeClr val="bg1">
                    <a:lumMod val="65000"/>
                  </a:schemeClr>
                </a:solidFill>
              </a:rPr>
              <a:t>https://drawio-app.com/blog/draw-io-now-supports-line-jumps/</a:t>
            </a:r>
          </a:p>
        </p:txBody>
      </p:sp>
      <p:pic>
        <p:nvPicPr>
          <p:cNvPr id="38" name="Picture 37">
            <a:extLst>
              <a:ext uri="{FF2B5EF4-FFF2-40B4-BE49-F238E27FC236}">
                <a16:creationId xmlns:a16="http://schemas.microsoft.com/office/drawing/2014/main" id="{D20D4535-386C-74C9-36D2-E9D95BDA9A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14851" y="2729537"/>
            <a:ext cx="9022937" cy="10167049"/>
          </a:xfrm>
          <a:prstGeom prst="rect">
            <a:avLst/>
          </a:prstGeom>
        </p:spPr>
      </p:pic>
    </p:spTree>
    <p:extLst>
      <p:ext uri="{BB962C8B-B14F-4D97-AF65-F5344CB8AC3E}">
        <p14:creationId xmlns:p14="http://schemas.microsoft.com/office/powerpoint/2010/main" val="1955156501"/>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8510A-63C1-C43A-BD83-F5D80C4DF1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1AAC19-AA70-9357-F41E-524821E6F5D9}"/>
              </a:ext>
            </a:extLst>
          </p:cNvPr>
          <p:cNvSpPr>
            <a:spLocks noGrp="1"/>
          </p:cNvSpPr>
          <p:nvPr>
            <p:ph type="title"/>
          </p:nvPr>
        </p:nvSpPr>
        <p:spPr/>
        <p:txBody>
          <a:bodyPr>
            <a:normAutofit fontScale="90000"/>
          </a:bodyPr>
          <a:lstStyle/>
          <a:p>
            <a:r>
              <a:rPr lang="en-US" dirty="0"/>
              <a:t>I/O Symbol</a:t>
            </a:r>
          </a:p>
        </p:txBody>
      </p:sp>
      <p:sp>
        <p:nvSpPr>
          <p:cNvPr id="3" name="Text Placeholder 2">
            <a:extLst>
              <a:ext uri="{FF2B5EF4-FFF2-40B4-BE49-F238E27FC236}">
                <a16:creationId xmlns:a16="http://schemas.microsoft.com/office/drawing/2014/main" id="{83756BE3-61BD-4A91-5A06-340076AF3C95}"/>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3C34B0FB-3CE0-DC7B-CD44-DDC6A31E0AE1}"/>
              </a:ext>
            </a:extLst>
          </p:cNvPr>
          <p:cNvSpPr>
            <a:spLocks noGrp="1"/>
          </p:cNvSpPr>
          <p:nvPr>
            <p:ph sz="quarter" idx="11"/>
          </p:nvPr>
        </p:nvSpPr>
        <p:spPr>
          <a:xfrm>
            <a:off x="2167376" y="4442614"/>
            <a:ext cx="21050433" cy="8040934"/>
          </a:xfrm>
        </p:spPr>
        <p:txBody>
          <a:bodyPr>
            <a:normAutofit/>
          </a:bodyPr>
          <a:lstStyle/>
          <a:p>
            <a:pPr marL="0" indent="0">
              <a:buNone/>
            </a:pPr>
            <a:r>
              <a:rPr lang="en-US" sz="3200" dirty="0">
                <a:latin typeface="+mj-lt"/>
              </a:rPr>
              <a:t>Input / Output (I/O) symbol is used to indicate when a program requests user’s input or is going to show something to the user.</a:t>
            </a:r>
          </a:p>
          <a:p>
            <a:pPr marL="0" indent="0">
              <a:buNone/>
            </a:pPr>
            <a:r>
              <a:rPr lang="en-US" sz="3200" dirty="0">
                <a:latin typeface="+mj-lt"/>
              </a:rPr>
              <a:t>I/O symbol is represented as parallelogram.</a:t>
            </a:r>
          </a:p>
          <a:p>
            <a:pPr marL="0" indent="0">
              <a:buNone/>
            </a:pPr>
            <a:r>
              <a:rPr lang="en-US" sz="3200" dirty="0">
                <a:latin typeface="+mj-lt"/>
              </a:rPr>
              <a:t>To indicate whether the symbol is input or output, a key phrase is used:</a:t>
            </a:r>
          </a:p>
          <a:p>
            <a:r>
              <a:rPr lang="en-US" sz="3200" dirty="0">
                <a:latin typeface="+mj-lt"/>
              </a:rPr>
              <a:t>Input: Scan, Input, Retrieve</a:t>
            </a:r>
          </a:p>
          <a:p>
            <a:r>
              <a:rPr lang="en-US" sz="3200" dirty="0">
                <a:latin typeface="+mj-lt"/>
              </a:rPr>
              <a:t>Output: Display, Show, Print, Output</a:t>
            </a:r>
          </a:p>
          <a:p>
            <a:pPr marL="0" indent="0">
              <a:buNone/>
            </a:pPr>
            <a:r>
              <a:rPr lang="en-US" sz="3200" dirty="0">
                <a:latin typeface="+mj-lt"/>
              </a:rPr>
              <a:t>When determining a phrase to be used, make sure it’s </a:t>
            </a:r>
            <a:r>
              <a:rPr lang="en-US" sz="3200" b="1" dirty="0">
                <a:latin typeface="+mj-lt"/>
              </a:rPr>
              <a:t>consistent</a:t>
            </a:r>
            <a:r>
              <a:rPr lang="en-US" sz="3200" dirty="0">
                <a:latin typeface="+mj-lt"/>
              </a:rPr>
              <a:t>.</a:t>
            </a:r>
          </a:p>
          <a:p>
            <a:pPr marL="0" indent="0">
              <a:buNone/>
            </a:pPr>
            <a:r>
              <a:rPr lang="en-US" sz="3200" b="1" u="sng" dirty="0">
                <a:latin typeface="+mj-lt"/>
              </a:rPr>
              <a:t>Best practice: Separate Input and Output process</a:t>
            </a:r>
          </a:p>
        </p:txBody>
      </p:sp>
    </p:spTree>
    <p:extLst>
      <p:ext uri="{BB962C8B-B14F-4D97-AF65-F5344CB8AC3E}">
        <p14:creationId xmlns:p14="http://schemas.microsoft.com/office/powerpoint/2010/main" val="2180001633"/>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B1B746-A25A-8CD5-242F-4F40EA9525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485F22-4326-BAE2-0AFB-2A28FEB7EFEB}"/>
              </a:ext>
            </a:extLst>
          </p:cNvPr>
          <p:cNvSpPr>
            <a:spLocks noGrp="1"/>
          </p:cNvSpPr>
          <p:nvPr>
            <p:ph type="title"/>
          </p:nvPr>
        </p:nvSpPr>
        <p:spPr/>
        <p:txBody>
          <a:bodyPr>
            <a:normAutofit fontScale="90000"/>
          </a:bodyPr>
          <a:lstStyle/>
          <a:p>
            <a:r>
              <a:rPr lang="en-US" dirty="0"/>
              <a:t>I/O Symbol</a:t>
            </a:r>
          </a:p>
        </p:txBody>
      </p:sp>
      <p:sp>
        <p:nvSpPr>
          <p:cNvPr id="3" name="Text Placeholder 2">
            <a:extLst>
              <a:ext uri="{FF2B5EF4-FFF2-40B4-BE49-F238E27FC236}">
                <a16:creationId xmlns:a16="http://schemas.microsoft.com/office/drawing/2014/main" id="{2F7F0A91-D894-EA0E-510A-4104572C2D51}"/>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B6416C09-77B8-6A24-F91C-D6A37C746CCC}"/>
              </a:ext>
            </a:extLst>
          </p:cNvPr>
          <p:cNvSpPr>
            <a:spLocks noGrp="1"/>
          </p:cNvSpPr>
          <p:nvPr>
            <p:ph sz="quarter" idx="11"/>
          </p:nvPr>
        </p:nvSpPr>
        <p:spPr>
          <a:xfrm>
            <a:off x="2167376" y="3786631"/>
            <a:ext cx="21050433" cy="7401327"/>
          </a:xfrm>
        </p:spPr>
        <p:txBody>
          <a:bodyPr>
            <a:normAutofit/>
          </a:bodyPr>
          <a:lstStyle/>
          <a:p>
            <a:pPr marL="0" indent="0">
              <a:buNone/>
            </a:pPr>
            <a:r>
              <a:rPr lang="en-US" sz="3200" dirty="0">
                <a:latin typeface="+mj-lt"/>
              </a:rPr>
              <a:t>Here, for example, we separate the I/O processes even though they share the same symbol.</a:t>
            </a:r>
          </a:p>
        </p:txBody>
      </p:sp>
      <p:sp>
        <p:nvSpPr>
          <p:cNvPr id="7" name="Rectangle: Rounded Corners 6">
            <a:extLst>
              <a:ext uri="{FF2B5EF4-FFF2-40B4-BE49-F238E27FC236}">
                <a16:creationId xmlns:a16="http://schemas.microsoft.com/office/drawing/2014/main" id="{4DEAF8D4-0139-EA6B-06AB-B2113E2543ED}"/>
              </a:ext>
            </a:extLst>
          </p:cNvPr>
          <p:cNvSpPr/>
          <p:nvPr/>
        </p:nvSpPr>
        <p:spPr>
          <a:xfrm>
            <a:off x="5283617" y="12409233"/>
            <a:ext cx="2163418" cy="791628"/>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End</a:t>
            </a:r>
          </a:p>
        </p:txBody>
      </p:sp>
      <p:sp>
        <p:nvSpPr>
          <p:cNvPr id="4" name="Parallelogram 3">
            <a:extLst>
              <a:ext uri="{FF2B5EF4-FFF2-40B4-BE49-F238E27FC236}">
                <a16:creationId xmlns:a16="http://schemas.microsoft.com/office/drawing/2014/main" id="{53F00CD7-40C0-FD22-3595-72D03ADFE86C}"/>
              </a:ext>
            </a:extLst>
          </p:cNvPr>
          <p:cNvSpPr/>
          <p:nvPr/>
        </p:nvSpPr>
        <p:spPr>
          <a:xfrm>
            <a:off x="4277116" y="6644995"/>
            <a:ext cx="4176418" cy="1413510"/>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Display “What’s your name?”</a:t>
            </a:r>
          </a:p>
        </p:txBody>
      </p:sp>
      <p:sp>
        <p:nvSpPr>
          <p:cNvPr id="12" name="Rectangle: Rounded Corners 11">
            <a:extLst>
              <a:ext uri="{FF2B5EF4-FFF2-40B4-BE49-F238E27FC236}">
                <a16:creationId xmlns:a16="http://schemas.microsoft.com/office/drawing/2014/main" id="{13C7BFF4-A83C-D073-0700-057AFCCC142E}"/>
              </a:ext>
            </a:extLst>
          </p:cNvPr>
          <p:cNvSpPr/>
          <p:nvPr/>
        </p:nvSpPr>
        <p:spPr>
          <a:xfrm>
            <a:off x="5283613" y="5169649"/>
            <a:ext cx="2163418" cy="791628"/>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Start</a:t>
            </a:r>
          </a:p>
        </p:txBody>
      </p:sp>
      <p:sp>
        <p:nvSpPr>
          <p:cNvPr id="14" name="Parallelogram 13">
            <a:extLst>
              <a:ext uri="{FF2B5EF4-FFF2-40B4-BE49-F238E27FC236}">
                <a16:creationId xmlns:a16="http://schemas.microsoft.com/office/drawing/2014/main" id="{F746BE70-6C28-74D2-D1FD-ABC1EB79C644}"/>
              </a:ext>
            </a:extLst>
          </p:cNvPr>
          <p:cNvSpPr/>
          <p:nvPr/>
        </p:nvSpPr>
        <p:spPr>
          <a:xfrm>
            <a:off x="4413941" y="8788083"/>
            <a:ext cx="3902765" cy="744657"/>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Input name</a:t>
            </a:r>
          </a:p>
        </p:txBody>
      </p:sp>
      <p:sp>
        <p:nvSpPr>
          <p:cNvPr id="15" name="Parallelogram 14">
            <a:extLst>
              <a:ext uri="{FF2B5EF4-FFF2-40B4-BE49-F238E27FC236}">
                <a16:creationId xmlns:a16="http://schemas.microsoft.com/office/drawing/2014/main" id="{A2C1560F-4D3E-4285-DC7E-793B8E37A9AC}"/>
              </a:ext>
            </a:extLst>
          </p:cNvPr>
          <p:cNvSpPr/>
          <p:nvPr/>
        </p:nvSpPr>
        <p:spPr>
          <a:xfrm>
            <a:off x="4413940" y="10279542"/>
            <a:ext cx="3902765" cy="1424027"/>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Display “Hello “, name</a:t>
            </a:r>
          </a:p>
        </p:txBody>
      </p:sp>
      <p:cxnSp>
        <p:nvCxnSpPr>
          <p:cNvPr id="17" name="Connector: Elbow 16">
            <a:extLst>
              <a:ext uri="{FF2B5EF4-FFF2-40B4-BE49-F238E27FC236}">
                <a16:creationId xmlns:a16="http://schemas.microsoft.com/office/drawing/2014/main" id="{13D6BD7B-173B-23DF-3CC8-A8D4D00B1FE5}"/>
              </a:ext>
            </a:extLst>
          </p:cNvPr>
          <p:cNvCxnSpPr>
            <a:cxnSpLocks/>
            <a:stCxn id="12" idx="2"/>
            <a:endCxn id="4" idx="0"/>
          </p:cNvCxnSpPr>
          <p:nvPr/>
        </p:nvCxnSpPr>
        <p:spPr>
          <a:xfrm rot="16200000" flipH="1">
            <a:off x="6023464" y="6303134"/>
            <a:ext cx="683718" cy="3"/>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18" name="Connector: Elbow 17">
            <a:extLst>
              <a:ext uri="{FF2B5EF4-FFF2-40B4-BE49-F238E27FC236}">
                <a16:creationId xmlns:a16="http://schemas.microsoft.com/office/drawing/2014/main" id="{DBADC9A5-C907-2DF2-EC4A-4748B789A541}"/>
              </a:ext>
            </a:extLst>
          </p:cNvPr>
          <p:cNvCxnSpPr>
            <a:cxnSpLocks/>
            <a:stCxn id="4" idx="4"/>
            <a:endCxn id="14" idx="0"/>
          </p:cNvCxnSpPr>
          <p:nvPr/>
        </p:nvCxnSpPr>
        <p:spPr>
          <a:xfrm rot="5400000">
            <a:off x="6000536" y="8423294"/>
            <a:ext cx="729578"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21" name="Connector: Elbow 20">
            <a:extLst>
              <a:ext uri="{FF2B5EF4-FFF2-40B4-BE49-F238E27FC236}">
                <a16:creationId xmlns:a16="http://schemas.microsoft.com/office/drawing/2014/main" id="{171F77E4-09FF-546D-AD0F-CDCD391F28EA}"/>
              </a:ext>
            </a:extLst>
          </p:cNvPr>
          <p:cNvCxnSpPr>
            <a:cxnSpLocks/>
            <a:stCxn id="14" idx="4"/>
            <a:endCxn id="15" idx="0"/>
          </p:cNvCxnSpPr>
          <p:nvPr/>
        </p:nvCxnSpPr>
        <p:spPr>
          <a:xfrm rot="5400000">
            <a:off x="5991923" y="9906141"/>
            <a:ext cx="746802"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26" name="Connector: Elbow 25">
            <a:extLst>
              <a:ext uri="{FF2B5EF4-FFF2-40B4-BE49-F238E27FC236}">
                <a16:creationId xmlns:a16="http://schemas.microsoft.com/office/drawing/2014/main" id="{FCE5C9B7-4207-EE83-93B7-4D8FEFCE7319}"/>
              </a:ext>
            </a:extLst>
          </p:cNvPr>
          <p:cNvCxnSpPr>
            <a:cxnSpLocks/>
            <a:stCxn id="15" idx="4"/>
            <a:endCxn id="7" idx="0"/>
          </p:cNvCxnSpPr>
          <p:nvPr/>
        </p:nvCxnSpPr>
        <p:spPr>
          <a:xfrm rot="16200000" flipH="1">
            <a:off x="6012492" y="12056399"/>
            <a:ext cx="705664" cy="3"/>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50" name="TextBox 49">
            <a:extLst>
              <a:ext uri="{FF2B5EF4-FFF2-40B4-BE49-F238E27FC236}">
                <a16:creationId xmlns:a16="http://schemas.microsoft.com/office/drawing/2014/main" id="{2AE76205-CB12-3EC3-A14F-C0671F5D7774}"/>
              </a:ext>
            </a:extLst>
          </p:cNvPr>
          <p:cNvSpPr txBox="1"/>
          <p:nvPr/>
        </p:nvSpPr>
        <p:spPr>
          <a:xfrm>
            <a:off x="1859024" y="8043669"/>
            <a:ext cx="2554916" cy="22159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sz="13800" b="0" i="0" u="none" strike="noStrike" cap="none" spc="0" normalizeH="0" baseline="0" dirty="0">
                <a:ln>
                  <a:noFill/>
                </a:ln>
                <a:solidFill>
                  <a:schemeClr val="tx1">
                    <a:lumMod val="50000"/>
                  </a:schemeClr>
                </a:solidFill>
                <a:effectLst/>
                <a:uFillTx/>
                <a:latin typeface="+mn-lt"/>
                <a:ea typeface="+mn-ea"/>
                <a:cs typeface="+mn-cs"/>
                <a:sym typeface="Helvetica Neue"/>
              </a:rPr>
              <a:t>✅</a:t>
            </a:r>
            <a:endParaRPr lang="en-US" sz="13800" dirty="0"/>
          </a:p>
        </p:txBody>
      </p:sp>
      <p:sp>
        <p:nvSpPr>
          <p:cNvPr id="53" name="Rectangle: Rounded Corners 52">
            <a:extLst>
              <a:ext uri="{FF2B5EF4-FFF2-40B4-BE49-F238E27FC236}">
                <a16:creationId xmlns:a16="http://schemas.microsoft.com/office/drawing/2014/main" id="{05405BD2-C8ED-D028-8156-49729EE1FA06}"/>
              </a:ext>
            </a:extLst>
          </p:cNvPr>
          <p:cNvSpPr/>
          <p:nvPr/>
        </p:nvSpPr>
        <p:spPr>
          <a:xfrm>
            <a:off x="15917658" y="12409232"/>
            <a:ext cx="2163418" cy="791628"/>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End</a:t>
            </a:r>
          </a:p>
        </p:txBody>
      </p:sp>
      <p:sp>
        <p:nvSpPr>
          <p:cNvPr id="54" name="Parallelogram 53">
            <a:extLst>
              <a:ext uri="{FF2B5EF4-FFF2-40B4-BE49-F238E27FC236}">
                <a16:creationId xmlns:a16="http://schemas.microsoft.com/office/drawing/2014/main" id="{AE756E5A-C327-0493-887F-934F2C3EF9B8}"/>
              </a:ext>
            </a:extLst>
          </p:cNvPr>
          <p:cNvSpPr/>
          <p:nvPr/>
        </p:nvSpPr>
        <p:spPr>
          <a:xfrm>
            <a:off x="13467886" y="8140150"/>
            <a:ext cx="7062956" cy="2023031"/>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Display “What’s your name?”</a:t>
            </a:r>
          </a:p>
          <a:p>
            <a:pPr defTabSz="825500"/>
            <a:r>
              <a:rPr lang="en-US" sz="3200" dirty="0">
                <a:solidFill>
                  <a:schemeClr val="tx1">
                    <a:lumMod val="50000"/>
                  </a:schemeClr>
                </a:solidFill>
                <a:latin typeface="+mj-lt"/>
                <a:sym typeface="Helvetica Neue Medium"/>
              </a:rPr>
              <a:t>Input name</a:t>
            </a:r>
          </a:p>
          <a:p>
            <a:pPr defTabSz="825500"/>
            <a:r>
              <a:rPr lang="en-US" sz="3200" dirty="0">
                <a:solidFill>
                  <a:schemeClr val="tx1">
                    <a:lumMod val="50000"/>
                  </a:schemeClr>
                </a:solidFill>
                <a:latin typeface="+mj-lt"/>
                <a:sym typeface="Helvetica Neue Medium"/>
              </a:rPr>
              <a:t>Display “Hello”, name</a:t>
            </a:r>
          </a:p>
        </p:txBody>
      </p:sp>
      <p:sp>
        <p:nvSpPr>
          <p:cNvPr id="55" name="Rectangle: Rounded Corners 54">
            <a:extLst>
              <a:ext uri="{FF2B5EF4-FFF2-40B4-BE49-F238E27FC236}">
                <a16:creationId xmlns:a16="http://schemas.microsoft.com/office/drawing/2014/main" id="{D613D856-A38A-B805-09EE-3D7B910BC955}"/>
              </a:ext>
            </a:extLst>
          </p:cNvPr>
          <p:cNvSpPr/>
          <p:nvPr/>
        </p:nvSpPr>
        <p:spPr>
          <a:xfrm>
            <a:off x="15917654" y="5169648"/>
            <a:ext cx="2163418" cy="791628"/>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Start</a:t>
            </a:r>
          </a:p>
        </p:txBody>
      </p:sp>
      <p:cxnSp>
        <p:nvCxnSpPr>
          <p:cNvPr id="56" name="Connector: Elbow 55">
            <a:extLst>
              <a:ext uri="{FF2B5EF4-FFF2-40B4-BE49-F238E27FC236}">
                <a16:creationId xmlns:a16="http://schemas.microsoft.com/office/drawing/2014/main" id="{EF781686-B27D-A405-7F8F-758287F2B23C}"/>
              </a:ext>
            </a:extLst>
          </p:cNvPr>
          <p:cNvCxnSpPr>
            <a:cxnSpLocks/>
            <a:stCxn id="55" idx="2"/>
            <a:endCxn id="54" idx="0"/>
          </p:cNvCxnSpPr>
          <p:nvPr/>
        </p:nvCxnSpPr>
        <p:spPr>
          <a:xfrm rot="16200000" flipH="1">
            <a:off x="15909926" y="7050712"/>
            <a:ext cx="2178874"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57" name="Connector: Elbow 56">
            <a:extLst>
              <a:ext uri="{FF2B5EF4-FFF2-40B4-BE49-F238E27FC236}">
                <a16:creationId xmlns:a16="http://schemas.microsoft.com/office/drawing/2014/main" id="{AE2F5811-3C82-1C5C-5863-D76B1F0BBB11}"/>
              </a:ext>
            </a:extLst>
          </p:cNvPr>
          <p:cNvCxnSpPr>
            <a:cxnSpLocks/>
            <a:stCxn id="54" idx="4"/>
            <a:endCxn id="53" idx="0"/>
          </p:cNvCxnSpPr>
          <p:nvPr/>
        </p:nvCxnSpPr>
        <p:spPr>
          <a:xfrm rot="16200000" flipH="1">
            <a:off x="15876340" y="11286204"/>
            <a:ext cx="2246051" cy="3"/>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58" name="TextBox 57">
            <a:extLst>
              <a:ext uri="{FF2B5EF4-FFF2-40B4-BE49-F238E27FC236}">
                <a16:creationId xmlns:a16="http://schemas.microsoft.com/office/drawing/2014/main" id="{B7005CD9-0BB4-A3E6-C94C-B29214D3DB96}"/>
              </a:ext>
            </a:extLst>
          </p:cNvPr>
          <p:cNvSpPr txBox="1"/>
          <p:nvPr/>
        </p:nvSpPr>
        <p:spPr>
          <a:xfrm>
            <a:off x="20212576" y="8121777"/>
            <a:ext cx="2554918" cy="22159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sz="13800" b="0" i="0" u="none" strike="noStrike" cap="none" spc="0" normalizeH="0" baseline="0" dirty="0">
                <a:ln>
                  <a:noFill/>
                </a:ln>
                <a:solidFill>
                  <a:schemeClr val="tx1">
                    <a:lumMod val="50000"/>
                  </a:schemeClr>
                </a:solidFill>
                <a:effectLst/>
                <a:uFillTx/>
                <a:latin typeface="+mn-lt"/>
                <a:ea typeface="+mn-ea"/>
                <a:cs typeface="+mn-cs"/>
                <a:sym typeface="Helvetica Neue"/>
              </a:rPr>
              <a:t>❌</a:t>
            </a:r>
            <a:endParaRPr lang="en-US" sz="13800" dirty="0"/>
          </a:p>
        </p:txBody>
      </p:sp>
      <p:sp>
        <p:nvSpPr>
          <p:cNvPr id="59" name="Content Placeholder 4">
            <a:extLst>
              <a:ext uri="{FF2B5EF4-FFF2-40B4-BE49-F238E27FC236}">
                <a16:creationId xmlns:a16="http://schemas.microsoft.com/office/drawing/2014/main" id="{586EE01A-DFD4-0132-DD55-3F5A5A230394}"/>
              </a:ext>
            </a:extLst>
          </p:cNvPr>
          <p:cNvSpPr txBox="1">
            <a:spLocks/>
          </p:cNvSpPr>
          <p:nvPr/>
        </p:nvSpPr>
        <p:spPr>
          <a:xfrm>
            <a:off x="8714536" y="8493433"/>
            <a:ext cx="4323918" cy="18392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buFontTx/>
              <a:buNone/>
            </a:pPr>
            <a:r>
              <a:rPr lang="en-US" sz="3200" dirty="0">
                <a:latin typeface="+mj-lt"/>
              </a:rPr>
              <a:t>Notice that we use Display for both our output keyword</a:t>
            </a:r>
          </a:p>
        </p:txBody>
      </p:sp>
      <p:sp>
        <p:nvSpPr>
          <p:cNvPr id="60" name="Arrow: Down 59">
            <a:extLst>
              <a:ext uri="{FF2B5EF4-FFF2-40B4-BE49-F238E27FC236}">
                <a16:creationId xmlns:a16="http://schemas.microsoft.com/office/drawing/2014/main" id="{6F4D8723-A7E7-92ED-7BA1-2298E80193C1}"/>
              </a:ext>
            </a:extLst>
          </p:cNvPr>
          <p:cNvSpPr/>
          <p:nvPr/>
        </p:nvSpPr>
        <p:spPr>
          <a:xfrm rot="6479785">
            <a:off x="9498397" y="6161054"/>
            <a:ext cx="822960" cy="3200400"/>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61" name="Arrow: Down 60">
            <a:extLst>
              <a:ext uri="{FF2B5EF4-FFF2-40B4-BE49-F238E27FC236}">
                <a16:creationId xmlns:a16="http://schemas.microsoft.com/office/drawing/2014/main" id="{95B6C0E2-32F9-C1DB-4FCB-A43A8F0EED9D}"/>
              </a:ext>
            </a:extLst>
          </p:cNvPr>
          <p:cNvSpPr/>
          <p:nvPr/>
        </p:nvSpPr>
        <p:spPr>
          <a:xfrm rot="15120215" flipV="1">
            <a:off x="9469398" y="9187630"/>
            <a:ext cx="822960" cy="3200400"/>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Tree>
    <p:extLst>
      <p:ext uri="{BB962C8B-B14F-4D97-AF65-F5344CB8AC3E}">
        <p14:creationId xmlns:p14="http://schemas.microsoft.com/office/powerpoint/2010/main" val="3346974678"/>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0E056-A2CB-DCC6-BBD2-C39E325EA5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64F17D-89E1-FED8-533C-810090696D51}"/>
              </a:ext>
            </a:extLst>
          </p:cNvPr>
          <p:cNvSpPr>
            <a:spLocks noGrp="1"/>
          </p:cNvSpPr>
          <p:nvPr>
            <p:ph type="title"/>
          </p:nvPr>
        </p:nvSpPr>
        <p:spPr/>
        <p:txBody>
          <a:bodyPr>
            <a:normAutofit fontScale="90000"/>
          </a:bodyPr>
          <a:lstStyle/>
          <a:p>
            <a:r>
              <a:rPr lang="en-US" dirty="0"/>
              <a:t>I/O Symbol</a:t>
            </a:r>
          </a:p>
        </p:txBody>
      </p:sp>
      <p:sp>
        <p:nvSpPr>
          <p:cNvPr id="3" name="Text Placeholder 2">
            <a:extLst>
              <a:ext uri="{FF2B5EF4-FFF2-40B4-BE49-F238E27FC236}">
                <a16:creationId xmlns:a16="http://schemas.microsoft.com/office/drawing/2014/main" id="{7EC1753C-CDF5-D1EA-D20D-5C36120E4BD8}"/>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67C29584-902B-D0B2-BFCC-53636A1DC08B}"/>
              </a:ext>
            </a:extLst>
          </p:cNvPr>
          <p:cNvSpPr>
            <a:spLocks noGrp="1"/>
          </p:cNvSpPr>
          <p:nvPr>
            <p:ph sz="quarter" idx="11"/>
          </p:nvPr>
        </p:nvSpPr>
        <p:spPr>
          <a:xfrm>
            <a:off x="2167376" y="3786631"/>
            <a:ext cx="21050433" cy="8729219"/>
          </a:xfrm>
        </p:spPr>
        <p:txBody>
          <a:bodyPr>
            <a:normAutofit/>
          </a:bodyPr>
          <a:lstStyle/>
          <a:p>
            <a:pPr marL="0" indent="0">
              <a:buNone/>
            </a:pPr>
            <a:r>
              <a:rPr lang="en-US" sz="3200" dirty="0">
                <a:latin typeface="+mj-lt"/>
              </a:rPr>
              <a:t>When printing a literal, you must put it in between double quote.</a:t>
            </a:r>
          </a:p>
          <a:p>
            <a:pPr marL="0" indent="0">
              <a:lnSpc>
                <a:spcPct val="150000"/>
              </a:lnSpc>
              <a:buNone/>
            </a:pPr>
            <a:endParaRPr lang="en-US" sz="3200" dirty="0">
              <a:latin typeface="+mj-lt"/>
            </a:endParaRPr>
          </a:p>
          <a:p>
            <a:pPr marL="0" indent="0">
              <a:buNone/>
            </a:pPr>
            <a:r>
              <a:rPr lang="en-US" sz="3200" dirty="0">
                <a:latin typeface="+mj-lt"/>
              </a:rPr>
              <a:t>There are several ways to print literal with variables, as shown below.</a:t>
            </a:r>
          </a:p>
          <a:p>
            <a:pPr marL="0" indent="0">
              <a:buNone/>
            </a:pPr>
            <a:endParaRPr lang="en-US" sz="3200" dirty="0">
              <a:latin typeface="+mj-lt"/>
            </a:endParaRPr>
          </a:p>
          <a:p>
            <a:pPr marL="0" indent="0">
              <a:lnSpc>
                <a:spcPct val="200000"/>
              </a:lnSpc>
              <a:buNone/>
            </a:pPr>
            <a:endParaRPr lang="en-US" sz="3200" dirty="0">
              <a:latin typeface="+mj-lt"/>
            </a:endParaRPr>
          </a:p>
          <a:p>
            <a:pPr marL="0" indent="0">
              <a:lnSpc>
                <a:spcPct val="150000"/>
              </a:lnSpc>
              <a:buNone/>
            </a:pPr>
            <a:r>
              <a:rPr lang="en-US" sz="3200" dirty="0">
                <a:latin typeface="+mj-lt"/>
              </a:rPr>
              <a:t>Scanning for multiple variables is possible using comma as separator</a:t>
            </a:r>
          </a:p>
        </p:txBody>
      </p:sp>
      <p:sp>
        <p:nvSpPr>
          <p:cNvPr id="54" name="Parallelogram 53">
            <a:extLst>
              <a:ext uri="{FF2B5EF4-FFF2-40B4-BE49-F238E27FC236}">
                <a16:creationId xmlns:a16="http://schemas.microsoft.com/office/drawing/2014/main" id="{DFCC5132-B04E-497E-59E0-805B8000A174}"/>
              </a:ext>
            </a:extLst>
          </p:cNvPr>
          <p:cNvSpPr/>
          <p:nvPr/>
        </p:nvSpPr>
        <p:spPr>
          <a:xfrm>
            <a:off x="3101977" y="4626462"/>
            <a:ext cx="7899674" cy="956341"/>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Display “This is a literal”</a:t>
            </a:r>
          </a:p>
        </p:txBody>
      </p:sp>
      <p:sp>
        <p:nvSpPr>
          <p:cNvPr id="6" name="Parallelogram 5">
            <a:extLst>
              <a:ext uri="{FF2B5EF4-FFF2-40B4-BE49-F238E27FC236}">
                <a16:creationId xmlns:a16="http://schemas.microsoft.com/office/drawing/2014/main" id="{CD27F29E-6DD9-8E82-03F5-6506F54DB8D9}"/>
              </a:ext>
            </a:extLst>
          </p:cNvPr>
          <p:cNvSpPr/>
          <p:nvPr/>
        </p:nvSpPr>
        <p:spPr>
          <a:xfrm>
            <a:off x="2167376" y="6968045"/>
            <a:ext cx="5451473" cy="1381958"/>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Display “Using”, var1, var2, “Separator”</a:t>
            </a:r>
          </a:p>
        </p:txBody>
      </p:sp>
      <p:sp>
        <p:nvSpPr>
          <p:cNvPr id="9" name="Parallelogram 8">
            <a:extLst>
              <a:ext uri="{FF2B5EF4-FFF2-40B4-BE49-F238E27FC236}">
                <a16:creationId xmlns:a16="http://schemas.microsoft.com/office/drawing/2014/main" id="{E7EC297F-302E-0877-0290-A1E1281DEC3A}"/>
              </a:ext>
            </a:extLst>
          </p:cNvPr>
          <p:cNvSpPr/>
          <p:nvPr/>
        </p:nvSpPr>
        <p:spPr>
          <a:xfrm>
            <a:off x="8815826" y="6968045"/>
            <a:ext cx="5451473" cy="1381958"/>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Display “Using &lt;var1&gt; &lt;var2&gt; Brackets”</a:t>
            </a:r>
          </a:p>
        </p:txBody>
      </p:sp>
      <p:sp>
        <p:nvSpPr>
          <p:cNvPr id="10" name="Parallelogram 9">
            <a:extLst>
              <a:ext uri="{FF2B5EF4-FFF2-40B4-BE49-F238E27FC236}">
                <a16:creationId xmlns:a16="http://schemas.microsoft.com/office/drawing/2014/main" id="{3729762A-6EF4-2D61-05AE-1A870360FB32}"/>
              </a:ext>
            </a:extLst>
          </p:cNvPr>
          <p:cNvSpPr/>
          <p:nvPr/>
        </p:nvSpPr>
        <p:spPr>
          <a:xfrm>
            <a:off x="15012924" y="6973304"/>
            <a:ext cx="6354178" cy="1371441"/>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Display “Using $ $ Placeholders”, var1, var2</a:t>
            </a:r>
          </a:p>
        </p:txBody>
      </p:sp>
      <p:sp>
        <p:nvSpPr>
          <p:cNvPr id="11" name="TextBox 10">
            <a:extLst>
              <a:ext uri="{FF2B5EF4-FFF2-40B4-BE49-F238E27FC236}">
                <a16:creationId xmlns:a16="http://schemas.microsoft.com/office/drawing/2014/main" id="{E39EDC0C-B5C8-3B71-EF29-37B6DFCAC370}"/>
              </a:ext>
            </a:extLst>
          </p:cNvPr>
          <p:cNvSpPr txBox="1"/>
          <p:nvPr/>
        </p:nvSpPr>
        <p:spPr>
          <a:xfrm>
            <a:off x="8986125" y="8464998"/>
            <a:ext cx="5110874"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5E5E5E"/>
                </a:solidFill>
                <a:effectLst/>
                <a:uFillTx/>
                <a:latin typeface="+mn-lt"/>
                <a:ea typeface="+mn-ea"/>
                <a:cs typeface="+mn-cs"/>
                <a:sym typeface="Helvetica Neue"/>
              </a:rPr>
              <a:t>Several sources also suggest square bracket [] or </a:t>
            </a:r>
            <a:r>
              <a:rPr kumimoji="0" lang="en-US" sz="2400" b="0" i="0" u="none" strike="noStrike" cap="none" spc="0" normalizeH="0" baseline="0" dirty="0" err="1">
                <a:ln>
                  <a:noFill/>
                </a:ln>
                <a:solidFill>
                  <a:srgbClr val="5E5E5E"/>
                </a:solidFill>
                <a:effectLst/>
                <a:uFillTx/>
                <a:latin typeface="+mn-lt"/>
                <a:ea typeface="+mn-ea"/>
                <a:cs typeface="+mn-cs"/>
                <a:sym typeface="Helvetica Neue"/>
              </a:rPr>
              <a:t>underscode</a:t>
            </a:r>
            <a:r>
              <a:rPr lang="en-US" dirty="0"/>
              <a:t> _</a:t>
            </a:r>
            <a:endParaRPr kumimoji="0" lang="en-US" sz="2400" b="0" i="0" u="none" strike="noStrike" cap="none" spc="0" normalizeH="0" baseline="0" dirty="0">
              <a:ln>
                <a:noFill/>
              </a:ln>
              <a:solidFill>
                <a:srgbClr val="5E5E5E"/>
              </a:solidFill>
              <a:effectLst/>
              <a:uFillTx/>
              <a:latin typeface="+mn-lt"/>
              <a:ea typeface="+mn-ea"/>
              <a:cs typeface="+mn-cs"/>
              <a:sym typeface="Helvetica Neue"/>
            </a:endParaRPr>
          </a:p>
        </p:txBody>
      </p:sp>
      <p:sp>
        <p:nvSpPr>
          <p:cNvPr id="13" name="TextBox 12">
            <a:extLst>
              <a:ext uri="{FF2B5EF4-FFF2-40B4-BE49-F238E27FC236}">
                <a16:creationId xmlns:a16="http://schemas.microsoft.com/office/drawing/2014/main" id="{D5A3C622-69C6-2DD2-6A02-C49813FBC8ED}"/>
              </a:ext>
            </a:extLst>
          </p:cNvPr>
          <p:cNvSpPr txBox="1"/>
          <p:nvPr/>
        </p:nvSpPr>
        <p:spPr>
          <a:xfrm>
            <a:off x="2167376" y="8464998"/>
            <a:ext cx="5110874"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5E5E5E"/>
                </a:solidFill>
                <a:effectLst/>
                <a:uFillTx/>
                <a:latin typeface="+mn-lt"/>
                <a:ea typeface="+mn-ea"/>
                <a:cs typeface="+mn-cs"/>
                <a:sym typeface="Helvetica Neue"/>
              </a:rPr>
              <a:t>Several sources also suggest </a:t>
            </a:r>
            <a:r>
              <a:rPr kumimoji="0" lang="en-US" sz="2400" b="0" i="0" u="none" strike="noStrike" cap="none" spc="0" normalizeH="0" baseline="0" dirty="0" err="1">
                <a:ln>
                  <a:noFill/>
                </a:ln>
                <a:solidFill>
                  <a:srgbClr val="5E5E5E"/>
                </a:solidFill>
                <a:effectLst/>
                <a:uFillTx/>
                <a:latin typeface="+mn-lt"/>
                <a:ea typeface="+mn-ea"/>
                <a:cs typeface="+mn-cs"/>
                <a:sym typeface="Helvetica Neue"/>
              </a:rPr>
              <a:t>concat</a:t>
            </a:r>
            <a:r>
              <a:rPr kumimoji="0" lang="en-US" sz="2400" b="0" i="0" u="none" strike="noStrike" cap="none" spc="0" normalizeH="0" baseline="0" dirty="0">
                <a:ln>
                  <a:noFill/>
                </a:ln>
                <a:solidFill>
                  <a:srgbClr val="5E5E5E"/>
                </a:solidFill>
                <a:effectLst/>
                <a:uFillTx/>
                <a:latin typeface="+mn-lt"/>
                <a:ea typeface="+mn-ea"/>
                <a:cs typeface="+mn-cs"/>
                <a:sym typeface="Helvetica Neue"/>
              </a:rPr>
              <a:t> + or ampersand &amp;</a:t>
            </a:r>
          </a:p>
        </p:txBody>
      </p:sp>
      <p:sp>
        <p:nvSpPr>
          <p:cNvPr id="19" name="Parallelogram 18">
            <a:extLst>
              <a:ext uri="{FF2B5EF4-FFF2-40B4-BE49-F238E27FC236}">
                <a16:creationId xmlns:a16="http://schemas.microsoft.com/office/drawing/2014/main" id="{A550FFBD-592F-AD5D-E61A-25F0E86E755F}"/>
              </a:ext>
            </a:extLst>
          </p:cNvPr>
          <p:cNvSpPr/>
          <p:nvPr/>
        </p:nvSpPr>
        <p:spPr>
          <a:xfrm>
            <a:off x="2167377" y="10837913"/>
            <a:ext cx="5451473" cy="733147"/>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Input var1, var2, </a:t>
            </a:r>
            <a:r>
              <a:rPr lang="en-US" sz="3200" dirty="0" err="1">
                <a:solidFill>
                  <a:schemeClr val="tx1">
                    <a:lumMod val="50000"/>
                  </a:schemeClr>
                </a:solidFill>
                <a:latin typeface="+mj-lt"/>
                <a:sym typeface="Helvetica Neue Medium"/>
              </a:rPr>
              <a:t>arr</a:t>
            </a:r>
            <a:r>
              <a:rPr lang="en-US" sz="3200" dirty="0">
                <a:solidFill>
                  <a:schemeClr val="tx1">
                    <a:lumMod val="50000"/>
                  </a:schemeClr>
                </a:solidFill>
                <a:latin typeface="+mj-lt"/>
                <a:sym typeface="Helvetica Neue Medium"/>
              </a:rPr>
              <a:t>[]</a:t>
            </a:r>
          </a:p>
        </p:txBody>
      </p:sp>
    </p:spTree>
    <p:extLst>
      <p:ext uri="{BB962C8B-B14F-4D97-AF65-F5344CB8AC3E}">
        <p14:creationId xmlns:p14="http://schemas.microsoft.com/office/powerpoint/2010/main" val="4026601477"/>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4DBBE-139D-35E4-6930-CB700D505A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C903C3-AB30-4DE5-10B3-0EE2AA46CADF}"/>
              </a:ext>
            </a:extLst>
          </p:cNvPr>
          <p:cNvSpPr>
            <a:spLocks noGrp="1"/>
          </p:cNvSpPr>
          <p:nvPr>
            <p:ph type="title"/>
          </p:nvPr>
        </p:nvSpPr>
        <p:spPr/>
        <p:txBody>
          <a:bodyPr>
            <a:normAutofit fontScale="90000"/>
          </a:bodyPr>
          <a:lstStyle/>
          <a:p>
            <a:r>
              <a:rPr lang="en-US" dirty="0"/>
              <a:t>Process Symbol</a:t>
            </a:r>
          </a:p>
        </p:txBody>
      </p:sp>
      <p:sp>
        <p:nvSpPr>
          <p:cNvPr id="3" name="Text Placeholder 2">
            <a:extLst>
              <a:ext uri="{FF2B5EF4-FFF2-40B4-BE49-F238E27FC236}">
                <a16:creationId xmlns:a16="http://schemas.microsoft.com/office/drawing/2014/main" id="{9EF8DA63-4F49-43D1-6EB5-68CC24367E52}"/>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CD49758E-D8AF-E056-C87B-F1DB05EE824A}"/>
              </a:ext>
            </a:extLst>
          </p:cNvPr>
          <p:cNvSpPr>
            <a:spLocks noGrp="1"/>
          </p:cNvSpPr>
          <p:nvPr>
            <p:ph sz="quarter" idx="11"/>
          </p:nvPr>
        </p:nvSpPr>
        <p:spPr>
          <a:xfrm>
            <a:off x="2167376" y="3786631"/>
            <a:ext cx="21050433" cy="8729219"/>
          </a:xfrm>
        </p:spPr>
        <p:txBody>
          <a:bodyPr>
            <a:normAutofit/>
          </a:bodyPr>
          <a:lstStyle/>
          <a:p>
            <a:pPr marL="0" indent="0">
              <a:buNone/>
            </a:pPr>
            <a:r>
              <a:rPr lang="en-US" sz="3200" dirty="0">
                <a:latin typeface="+mj-lt"/>
              </a:rPr>
              <a:t>Process symbol is used to describe step involves an action, transformation, or computation.</a:t>
            </a:r>
          </a:p>
          <a:p>
            <a:pPr marL="0" indent="0">
              <a:buNone/>
            </a:pPr>
            <a:r>
              <a:rPr lang="en-US" sz="3200" dirty="0">
                <a:latin typeface="+mj-lt"/>
              </a:rPr>
              <a:t>To show process, a rectangle can be used.</a:t>
            </a:r>
          </a:p>
          <a:p>
            <a:pPr marL="0" indent="0">
              <a:buNone/>
            </a:pPr>
            <a:r>
              <a:rPr lang="en-US" sz="3200" dirty="0">
                <a:latin typeface="+mj-lt"/>
              </a:rPr>
              <a:t>See examples below on how process symbol can be used.</a:t>
            </a:r>
          </a:p>
          <a:p>
            <a:pPr marL="0" indent="0">
              <a:buNone/>
            </a:pPr>
            <a:endParaRPr lang="en-US" sz="3200" dirty="0">
              <a:latin typeface="+mj-lt"/>
            </a:endParaRPr>
          </a:p>
        </p:txBody>
      </p:sp>
      <p:sp>
        <p:nvSpPr>
          <p:cNvPr id="4" name="Rectangle 3">
            <a:extLst>
              <a:ext uri="{FF2B5EF4-FFF2-40B4-BE49-F238E27FC236}">
                <a16:creationId xmlns:a16="http://schemas.microsoft.com/office/drawing/2014/main" id="{BD406D09-A93E-7B73-06A9-A2EC44384D19}"/>
              </a:ext>
            </a:extLst>
          </p:cNvPr>
          <p:cNvSpPr/>
          <p:nvPr/>
        </p:nvSpPr>
        <p:spPr>
          <a:xfrm>
            <a:off x="2167377" y="7382882"/>
            <a:ext cx="4766823" cy="595035"/>
          </a:xfrm>
          <a:prstGeom prst="rect">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Declare Integer counter</a:t>
            </a:r>
          </a:p>
        </p:txBody>
      </p:sp>
      <p:sp>
        <p:nvSpPr>
          <p:cNvPr id="7" name="TextBox 6">
            <a:extLst>
              <a:ext uri="{FF2B5EF4-FFF2-40B4-BE49-F238E27FC236}">
                <a16:creationId xmlns:a16="http://schemas.microsoft.com/office/drawing/2014/main" id="{8973D3FE-A6A9-98F0-215D-0FD886EE7AA2}"/>
              </a:ext>
            </a:extLst>
          </p:cNvPr>
          <p:cNvSpPr txBox="1"/>
          <p:nvPr/>
        </p:nvSpPr>
        <p:spPr>
          <a:xfrm>
            <a:off x="2167377" y="8153967"/>
            <a:ext cx="4766823"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5E5E5E"/>
                </a:solidFill>
                <a:effectLst/>
                <a:uFillTx/>
                <a:latin typeface="+mn-lt"/>
                <a:ea typeface="+mn-ea"/>
                <a:cs typeface="+mn-cs"/>
                <a:sym typeface="Helvetica Neue"/>
              </a:rPr>
              <a:t>Initializing variable</a:t>
            </a:r>
          </a:p>
        </p:txBody>
      </p:sp>
      <p:sp>
        <p:nvSpPr>
          <p:cNvPr id="8" name="Rectangle 7">
            <a:extLst>
              <a:ext uri="{FF2B5EF4-FFF2-40B4-BE49-F238E27FC236}">
                <a16:creationId xmlns:a16="http://schemas.microsoft.com/office/drawing/2014/main" id="{27C6869F-F770-5AAF-1989-439B8A60BE52}"/>
              </a:ext>
            </a:extLst>
          </p:cNvPr>
          <p:cNvSpPr/>
          <p:nvPr/>
        </p:nvSpPr>
        <p:spPr>
          <a:xfrm>
            <a:off x="8530077" y="7382882"/>
            <a:ext cx="5566923" cy="595035"/>
          </a:xfrm>
          <a:prstGeom prst="rect">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Constant Real gravity = 9.81</a:t>
            </a:r>
          </a:p>
        </p:txBody>
      </p:sp>
      <p:sp>
        <p:nvSpPr>
          <p:cNvPr id="12" name="TextBox 11">
            <a:extLst>
              <a:ext uri="{FF2B5EF4-FFF2-40B4-BE49-F238E27FC236}">
                <a16:creationId xmlns:a16="http://schemas.microsoft.com/office/drawing/2014/main" id="{9EB9D8D1-1811-3E5F-29B6-DFD1A8EF1BA9}"/>
              </a:ext>
            </a:extLst>
          </p:cNvPr>
          <p:cNvSpPr txBox="1"/>
          <p:nvPr/>
        </p:nvSpPr>
        <p:spPr>
          <a:xfrm>
            <a:off x="8930126" y="8151240"/>
            <a:ext cx="4766823" cy="84125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5E5E5E"/>
                </a:solidFill>
                <a:effectLst/>
                <a:uFillTx/>
                <a:latin typeface="+mn-lt"/>
                <a:ea typeface="+mn-ea"/>
                <a:cs typeface="+mn-cs"/>
                <a:sym typeface="Helvetica Neue"/>
              </a:rPr>
              <a:t>Initializing variable and value assignment</a:t>
            </a:r>
          </a:p>
        </p:txBody>
      </p:sp>
      <p:sp>
        <p:nvSpPr>
          <p:cNvPr id="14" name="Rectangle 13">
            <a:extLst>
              <a:ext uri="{FF2B5EF4-FFF2-40B4-BE49-F238E27FC236}">
                <a16:creationId xmlns:a16="http://schemas.microsoft.com/office/drawing/2014/main" id="{CD5A8F64-600C-6015-B7C9-85A91366698E}"/>
              </a:ext>
            </a:extLst>
          </p:cNvPr>
          <p:cNvSpPr/>
          <p:nvPr/>
        </p:nvSpPr>
        <p:spPr>
          <a:xfrm>
            <a:off x="15692875" y="7382882"/>
            <a:ext cx="4766823" cy="595035"/>
          </a:xfrm>
          <a:prstGeom prst="rect">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S = “sentence”</a:t>
            </a:r>
          </a:p>
        </p:txBody>
      </p:sp>
      <p:sp>
        <p:nvSpPr>
          <p:cNvPr id="15" name="TextBox 14">
            <a:extLst>
              <a:ext uri="{FF2B5EF4-FFF2-40B4-BE49-F238E27FC236}">
                <a16:creationId xmlns:a16="http://schemas.microsoft.com/office/drawing/2014/main" id="{DDB6F455-FCCF-DC0D-6575-36DC0B1C5AA2}"/>
              </a:ext>
            </a:extLst>
          </p:cNvPr>
          <p:cNvSpPr txBox="1"/>
          <p:nvPr/>
        </p:nvSpPr>
        <p:spPr>
          <a:xfrm>
            <a:off x="15692875" y="8153967"/>
            <a:ext cx="4766823"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dirty="0"/>
              <a:t>Value assignment</a:t>
            </a:r>
            <a:endParaRPr kumimoji="0" lang="en-US" sz="2400" b="0" i="0" u="none" strike="noStrike" cap="none" spc="0" normalizeH="0" baseline="0" dirty="0">
              <a:ln>
                <a:noFill/>
              </a:ln>
              <a:solidFill>
                <a:srgbClr val="5E5E5E"/>
              </a:solidFill>
              <a:effectLst/>
              <a:uFillTx/>
              <a:latin typeface="+mn-lt"/>
              <a:ea typeface="+mn-ea"/>
              <a:cs typeface="+mn-cs"/>
              <a:sym typeface="Helvetica Neue"/>
            </a:endParaRPr>
          </a:p>
        </p:txBody>
      </p:sp>
      <p:sp>
        <p:nvSpPr>
          <p:cNvPr id="16" name="Rectangle 15">
            <a:extLst>
              <a:ext uri="{FF2B5EF4-FFF2-40B4-BE49-F238E27FC236}">
                <a16:creationId xmlns:a16="http://schemas.microsoft.com/office/drawing/2014/main" id="{7EE278B1-8B64-3F81-31B8-865FE938799E}"/>
              </a:ext>
            </a:extLst>
          </p:cNvPr>
          <p:cNvSpPr/>
          <p:nvPr/>
        </p:nvSpPr>
        <p:spPr>
          <a:xfrm>
            <a:off x="5382503" y="9582767"/>
            <a:ext cx="4766823" cy="595035"/>
          </a:xfrm>
          <a:prstGeom prst="rect">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total = price + tax</a:t>
            </a:r>
          </a:p>
        </p:txBody>
      </p:sp>
      <p:sp>
        <p:nvSpPr>
          <p:cNvPr id="17" name="TextBox 16">
            <a:extLst>
              <a:ext uri="{FF2B5EF4-FFF2-40B4-BE49-F238E27FC236}">
                <a16:creationId xmlns:a16="http://schemas.microsoft.com/office/drawing/2014/main" id="{F8F1FB7F-2968-B7B4-8DBC-8DB4E5F9E576}"/>
              </a:ext>
            </a:extLst>
          </p:cNvPr>
          <p:cNvSpPr txBox="1"/>
          <p:nvPr/>
        </p:nvSpPr>
        <p:spPr>
          <a:xfrm>
            <a:off x="5382503" y="10353852"/>
            <a:ext cx="4766823"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5E5E5E"/>
                </a:solidFill>
                <a:effectLst/>
                <a:uFillTx/>
                <a:latin typeface="+mn-lt"/>
                <a:ea typeface="+mn-ea"/>
                <a:cs typeface="+mn-cs"/>
                <a:sym typeface="Helvetica Neue"/>
              </a:rPr>
              <a:t>Arithmetic</a:t>
            </a:r>
          </a:p>
        </p:txBody>
      </p:sp>
      <p:sp>
        <p:nvSpPr>
          <p:cNvPr id="18" name="Rectangle 17">
            <a:extLst>
              <a:ext uri="{FF2B5EF4-FFF2-40B4-BE49-F238E27FC236}">
                <a16:creationId xmlns:a16="http://schemas.microsoft.com/office/drawing/2014/main" id="{38BA47F3-B059-F607-DA8E-BF1D75F50C65}"/>
              </a:ext>
            </a:extLst>
          </p:cNvPr>
          <p:cNvSpPr/>
          <p:nvPr/>
        </p:nvSpPr>
        <p:spPr>
          <a:xfrm>
            <a:off x="12507203" y="9582767"/>
            <a:ext cx="4766823" cy="595035"/>
          </a:xfrm>
          <a:prstGeom prst="rect">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err="1">
                <a:solidFill>
                  <a:schemeClr val="tx1">
                    <a:lumMod val="50000"/>
                  </a:schemeClr>
                </a:solidFill>
                <a:latin typeface="+mj-lt"/>
                <a:sym typeface="Helvetica Neue Medium"/>
              </a:rPr>
              <a:t>y_pred</a:t>
            </a:r>
            <a:r>
              <a:rPr lang="en-US" sz="3200" dirty="0">
                <a:solidFill>
                  <a:schemeClr val="tx1">
                    <a:lumMod val="50000"/>
                  </a:schemeClr>
                </a:solidFill>
                <a:latin typeface="+mj-lt"/>
                <a:sym typeface="Helvetica Neue Medium"/>
              </a:rPr>
              <a:t> = predict(</a:t>
            </a:r>
            <a:r>
              <a:rPr lang="en-US" sz="3200" dirty="0" err="1">
                <a:solidFill>
                  <a:schemeClr val="tx1">
                    <a:lumMod val="50000"/>
                  </a:schemeClr>
                </a:solidFill>
                <a:latin typeface="+mj-lt"/>
                <a:sym typeface="Helvetica Neue Medium"/>
              </a:rPr>
              <a:t>X_train</a:t>
            </a:r>
            <a:r>
              <a:rPr lang="en-US" sz="3200" dirty="0">
                <a:solidFill>
                  <a:schemeClr val="tx1">
                    <a:lumMod val="50000"/>
                  </a:schemeClr>
                </a:solidFill>
                <a:latin typeface="+mj-lt"/>
                <a:sym typeface="Helvetica Neue Medium"/>
              </a:rPr>
              <a:t>)</a:t>
            </a:r>
          </a:p>
        </p:txBody>
      </p:sp>
      <p:sp>
        <p:nvSpPr>
          <p:cNvPr id="20" name="TextBox 19">
            <a:extLst>
              <a:ext uri="{FF2B5EF4-FFF2-40B4-BE49-F238E27FC236}">
                <a16:creationId xmlns:a16="http://schemas.microsoft.com/office/drawing/2014/main" id="{CE646E09-B0D3-3A7A-B1EB-5244AE629DDB}"/>
              </a:ext>
            </a:extLst>
          </p:cNvPr>
          <p:cNvSpPr txBox="1"/>
          <p:nvPr/>
        </p:nvSpPr>
        <p:spPr>
          <a:xfrm>
            <a:off x="12507203" y="10353852"/>
            <a:ext cx="4766823"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dirty="0"/>
              <a:t>Subroutine / function call</a:t>
            </a:r>
            <a:endParaRPr kumimoji="0" lang="en-US" sz="2400" b="0" i="0" u="none" strike="noStrike" cap="none" spc="0" normalizeH="0" baseline="0" dirty="0">
              <a:ln>
                <a:noFill/>
              </a:ln>
              <a:solidFill>
                <a:srgbClr val="5E5E5E"/>
              </a:solidFill>
              <a:effectLst/>
              <a:uFillTx/>
              <a:latin typeface="+mn-lt"/>
              <a:ea typeface="+mn-ea"/>
              <a:cs typeface="+mn-cs"/>
              <a:sym typeface="Helvetica Neue"/>
            </a:endParaRPr>
          </a:p>
        </p:txBody>
      </p:sp>
    </p:spTree>
    <p:extLst>
      <p:ext uri="{BB962C8B-B14F-4D97-AF65-F5344CB8AC3E}">
        <p14:creationId xmlns:p14="http://schemas.microsoft.com/office/powerpoint/2010/main" val="4284079473"/>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937DB-3A93-5052-F1D8-04DD993DA4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B76B19-A911-28D2-06D6-7BB43E1F9E54}"/>
              </a:ext>
            </a:extLst>
          </p:cNvPr>
          <p:cNvSpPr>
            <a:spLocks noGrp="1"/>
          </p:cNvSpPr>
          <p:nvPr>
            <p:ph type="title"/>
          </p:nvPr>
        </p:nvSpPr>
        <p:spPr/>
        <p:txBody>
          <a:bodyPr>
            <a:normAutofit fontScale="90000"/>
          </a:bodyPr>
          <a:lstStyle/>
          <a:p>
            <a:r>
              <a:rPr lang="en-US" dirty="0"/>
              <a:t>Process Symbol</a:t>
            </a:r>
          </a:p>
        </p:txBody>
      </p:sp>
      <p:sp>
        <p:nvSpPr>
          <p:cNvPr id="3" name="Text Placeholder 2">
            <a:extLst>
              <a:ext uri="{FF2B5EF4-FFF2-40B4-BE49-F238E27FC236}">
                <a16:creationId xmlns:a16="http://schemas.microsoft.com/office/drawing/2014/main" id="{D9B70B68-3253-9784-C81C-30FF16030E99}"/>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CDED1099-33EC-D950-467F-FF0FDAED598C}"/>
              </a:ext>
            </a:extLst>
          </p:cNvPr>
          <p:cNvSpPr>
            <a:spLocks noGrp="1"/>
          </p:cNvSpPr>
          <p:nvPr>
            <p:ph sz="quarter" idx="11"/>
          </p:nvPr>
        </p:nvSpPr>
        <p:spPr>
          <a:xfrm>
            <a:off x="2167376" y="3786631"/>
            <a:ext cx="21050433" cy="8729219"/>
          </a:xfrm>
        </p:spPr>
        <p:txBody>
          <a:bodyPr>
            <a:normAutofit/>
          </a:bodyPr>
          <a:lstStyle/>
          <a:p>
            <a:pPr marL="0" indent="0">
              <a:buNone/>
            </a:pPr>
            <a:r>
              <a:rPr lang="en-US" sz="3200" dirty="0">
                <a:latin typeface="+mj-lt"/>
              </a:rPr>
              <a:t>It is allowed to put multiple lines within one process symbol, so long as they are related.</a:t>
            </a:r>
          </a:p>
          <a:p>
            <a:pPr marL="0" indent="0">
              <a:buNone/>
            </a:pPr>
            <a:r>
              <a:rPr lang="en-US" sz="3200" dirty="0">
                <a:latin typeface="+mj-lt"/>
              </a:rPr>
              <a:t>See examples below.</a:t>
            </a:r>
          </a:p>
        </p:txBody>
      </p:sp>
      <p:sp>
        <p:nvSpPr>
          <p:cNvPr id="14" name="Rectangle 13">
            <a:extLst>
              <a:ext uri="{FF2B5EF4-FFF2-40B4-BE49-F238E27FC236}">
                <a16:creationId xmlns:a16="http://schemas.microsoft.com/office/drawing/2014/main" id="{586CCFA1-3FCD-2A36-7DFA-626C5CC88A8C}"/>
              </a:ext>
            </a:extLst>
          </p:cNvPr>
          <p:cNvSpPr/>
          <p:nvPr/>
        </p:nvSpPr>
        <p:spPr>
          <a:xfrm>
            <a:off x="4004084" y="6111720"/>
            <a:ext cx="3014225" cy="1579920"/>
          </a:xfrm>
          <a:prstGeom prst="rect">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temp = a</a:t>
            </a:r>
          </a:p>
          <a:p>
            <a:pPr defTabSz="825500"/>
            <a:r>
              <a:rPr lang="en-US" sz="3200" dirty="0">
                <a:solidFill>
                  <a:schemeClr val="tx1">
                    <a:lumMod val="50000"/>
                  </a:schemeClr>
                </a:solidFill>
                <a:latin typeface="+mj-lt"/>
                <a:sym typeface="Helvetica Neue Medium"/>
              </a:rPr>
              <a:t>a = b</a:t>
            </a:r>
          </a:p>
          <a:p>
            <a:pPr defTabSz="825500"/>
            <a:r>
              <a:rPr lang="en-US" sz="3200" dirty="0">
                <a:solidFill>
                  <a:schemeClr val="tx1">
                    <a:lumMod val="50000"/>
                  </a:schemeClr>
                </a:solidFill>
                <a:latin typeface="+mj-lt"/>
                <a:sym typeface="Helvetica Neue Medium"/>
              </a:rPr>
              <a:t>b = temp</a:t>
            </a:r>
          </a:p>
        </p:txBody>
      </p:sp>
      <p:sp>
        <p:nvSpPr>
          <p:cNvPr id="15" name="TextBox 14">
            <a:extLst>
              <a:ext uri="{FF2B5EF4-FFF2-40B4-BE49-F238E27FC236}">
                <a16:creationId xmlns:a16="http://schemas.microsoft.com/office/drawing/2014/main" id="{CD7530CE-C168-0764-8B34-CA2A7B1160E8}"/>
              </a:ext>
            </a:extLst>
          </p:cNvPr>
          <p:cNvSpPr txBox="1"/>
          <p:nvPr/>
        </p:nvSpPr>
        <p:spPr>
          <a:xfrm>
            <a:off x="4217960" y="7741628"/>
            <a:ext cx="2586472"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dirty="0"/>
              <a:t>Bucket swap</a:t>
            </a:r>
            <a:endParaRPr kumimoji="0" lang="en-US" sz="2400" b="0" i="0" u="none" strike="noStrike" cap="none" spc="0" normalizeH="0" baseline="0" dirty="0">
              <a:ln>
                <a:noFill/>
              </a:ln>
              <a:solidFill>
                <a:srgbClr val="5E5E5E"/>
              </a:solidFill>
              <a:effectLst/>
              <a:uFillTx/>
              <a:latin typeface="+mn-lt"/>
              <a:ea typeface="+mn-ea"/>
              <a:cs typeface="+mn-cs"/>
              <a:sym typeface="Helvetica Neue"/>
            </a:endParaRPr>
          </a:p>
        </p:txBody>
      </p:sp>
      <p:sp>
        <p:nvSpPr>
          <p:cNvPr id="18" name="Rectangle 17">
            <a:extLst>
              <a:ext uri="{FF2B5EF4-FFF2-40B4-BE49-F238E27FC236}">
                <a16:creationId xmlns:a16="http://schemas.microsoft.com/office/drawing/2014/main" id="{F24FEBB8-D8B8-6C74-0694-03C96C28A7E4}"/>
              </a:ext>
            </a:extLst>
          </p:cNvPr>
          <p:cNvSpPr/>
          <p:nvPr/>
        </p:nvSpPr>
        <p:spPr>
          <a:xfrm>
            <a:off x="9505950" y="6090510"/>
            <a:ext cx="11701295" cy="2325429"/>
          </a:xfrm>
          <a:prstGeom prst="rect">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err="1">
                <a:solidFill>
                  <a:schemeClr val="tx1">
                    <a:lumMod val="50000"/>
                  </a:schemeClr>
                </a:solidFill>
                <a:latin typeface="+mj-lt"/>
                <a:sym typeface="Helvetica Neue Medium"/>
              </a:rPr>
              <a:t>sub_price</a:t>
            </a:r>
            <a:r>
              <a:rPr lang="en-US" sz="3200" dirty="0">
                <a:solidFill>
                  <a:schemeClr val="tx1">
                    <a:lumMod val="50000"/>
                  </a:schemeClr>
                </a:solidFill>
                <a:latin typeface="+mj-lt"/>
                <a:sym typeface="Helvetica Neue Medium"/>
              </a:rPr>
              <a:t> = </a:t>
            </a:r>
            <a:r>
              <a:rPr lang="en-US" sz="3200" dirty="0" err="1">
                <a:solidFill>
                  <a:schemeClr val="tx1">
                    <a:lumMod val="50000"/>
                  </a:schemeClr>
                </a:solidFill>
                <a:latin typeface="+mj-lt"/>
                <a:sym typeface="Helvetica Neue Medium"/>
              </a:rPr>
              <a:t>split_bill</a:t>
            </a:r>
            <a:r>
              <a:rPr lang="en-US" sz="3200" dirty="0">
                <a:solidFill>
                  <a:schemeClr val="tx1">
                    <a:lumMod val="50000"/>
                  </a:schemeClr>
                </a:solidFill>
                <a:latin typeface="+mj-lt"/>
                <a:sym typeface="Helvetica Neue Medium"/>
              </a:rPr>
              <a:t>(bill, “Binus”)</a:t>
            </a:r>
          </a:p>
          <a:p>
            <a:pPr defTabSz="825500"/>
            <a:r>
              <a:rPr lang="en-US" sz="3200" dirty="0" err="1">
                <a:solidFill>
                  <a:schemeClr val="tx1">
                    <a:lumMod val="50000"/>
                  </a:schemeClr>
                </a:solidFill>
                <a:latin typeface="+mj-lt"/>
                <a:sym typeface="Helvetica Neue Medium"/>
              </a:rPr>
              <a:t>service_charge</a:t>
            </a:r>
            <a:r>
              <a:rPr lang="en-US" sz="3200" dirty="0">
                <a:solidFill>
                  <a:schemeClr val="tx1">
                    <a:lumMod val="50000"/>
                  </a:schemeClr>
                </a:solidFill>
                <a:latin typeface="+mj-lt"/>
                <a:sym typeface="Helvetica Neue Medium"/>
              </a:rPr>
              <a:t> = </a:t>
            </a:r>
            <a:r>
              <a:rPr lang="en-US" sz="3200" dirty="0" err="1">
                <a:solidFill>
                  <a:schemeClr val="tx1">
                    <a:lumMod val="50000"/>
                  </a:schemeClr>
                </a:solidFill>
                <a:latin typeface="+mj-lt"/>
                <a:sym typeface="Helvetica Neue Medium"/>
              </a:rPr>
              <a:t>sub_price</a:t>
            </a:r>
            <a:r>
              <a:rPr lang="en-US" sz="3200" dirty="0">
                <a:solidFill>
                  <a:schemeClr val="tx1">
                    <a:lumMod val="50000"/>
                  </a:schemeClr>
                </a:solidFill>
                <a:latin typeface="+mj-lt"/>
                <a:sym typeface="Helvetica Neue Medium"/>
              </a:rPr>
              <a:t> * 1.05</a:t>
            </a:r>
          </a:p>
          <a:p>
            <a:pPr defTabSz="825500"/>
            <a:r>
              <a:rPr lang="en-US" sz="3200" dirty="0" err="1">
                <a:solidFill>
                  <a:schemeClr val="tx1">
                    <a:lumMod val="50000"/>
                  </a:schemeClr>
                </a:solidFill>
                <a:latin typeface="+mj-lt"/>
                <a:sym typeface="Helvetica Neue Medium"/>
              </a:rPr>
              <a:t>value_added_tax</a:t>
            </a:r>
            <a:r>
              <a:rPr lang="en-US" sz="3200" dirty="0">
                <a:solidFill>
                  <a:schemeClr val="tx1">
                    <a:lumMod val="50000"/>
                  </a:schemeClr>
                </a:solidFill>
                <a:latin typeface="+mj-lt"/>
                <a:sym typeface="Helvetica Neue Medium"/>
              </a:rPr>
              <a:t> = (</a:t>
            </a:r>
            <a:r>
              <a:rPr lang="en-US" sz="3200" dirty="0" err="1">
                <a:solidFill>
                  <a:schemeClr val="tx1">
                    <a:lumMod val="50000"/>
                  </a:schemeClr>
                </a:solidFill>
                <a:latin typeface="+mj-lt"/>
                <a:sym typeface="Helvetica Neue Medium"/>
              </a:rPr>
              <a:t>sub_price</a:t>
            </a:r>
            <a:r>
              <a:rPr lang="en-US" sz="3200" dirty="0">
                <a:solidFill>
                  <a:schemeClr val="tx1">
                    <a:lumMod val="50000"/>
                  </a:schemeClr>
                </a:solidFill>
                <a:latin typeface="+mj-lt"/>
                <a:sym typeface="Helvetica Neue Medium"/>
              </a:rPr>
              <a:t> + </a:t>
            </a:r>
            <a:r>
              <a:rPr lang="en-US" sz="3200" dirty="0" err="1">
                <a:solidFill>
                  <a:schemeClr val="tx1">
                    <a:lumMod val="50000"/>
                  </a:schemeClr>
                </a:solidFill>
                <a:latin typeface="+mj-lt"/>
                <a:sym typeface="Helvetica Neue Medium"/>
              </a:rPr>
              <a:t>service_charge</a:t>
            </a:r>
            <a:r>
              <a:rPr lang="en-US" sz="3200" dirty="0">
                <a:solidFill>
                  <a:schemeClr val="tx1">
                    <a:lumMod val="50000"/>
                  </a:schemeClr>
                </a:solidFill>
                <a:latin typeface="+mj-lt"/>
                <a:sym typeface="Helvetica Neue Medium"/>
              </a:rPr>
              <a:t>) * 1.1</a:t>
            </a:r>
          </a:p>
          <a:p>
            <a:pPr defTabSz="825500"/>
            <a:r>
              <a:rPr lang="en-US" sz="3200" dirty="0" err="1">
                <a:solidFill>
                  <a:schemeClr val="tx1">
                    <a:lumMod val="50000"/>
                  </a:schemeClr>
                </a:solidFill>
                <a:latin typeface="+mj-lt"/>
                <a:sym typeface="Helvetica Neue Medium"/>
              </a:rPr>
              <a:t>grand_total</a:t>
            </a:r>
            <a:r>
              <a:rPr lang="en-US" sz="3200" dirty="0">
                <a:solidFill>
                  <a:schemeClr val="tx1">
                    <a:lumMod val="50000"/>
                  </a:schemeClr>
                </a:solidFill>
                <a:latin typeface="+mj-lt"/>
                <a:sym typeface="Helvetica Neue Medium"/>
              </a:rPr>
              <a:t> = </a:t>
            </a:r>
            <a:r>
              <a:rPr lang="en-US" sz="3200" dirty="0" err="1">
                <a:solidFill>
                  <a:schemeClr val="tx1">
                    <a:lumMod val="50000"/>
                  </a:schemeClr>
                </a:solidFill>
                <a:latin typeface="+mj-lt"/>
                <a:sym typeface="Helvetica Neue Medium"/>
              </a:rPr>
              <a:t>sub_price</a:t>
            </a:r>
            <a:r>
              <a:rPr lang="en-US" sz="3200" dirty="0">
                <a:solidFill>
                  <a:schemeClr val="tx1">
                    <a:lumMod val="50000"/>
                  </a:schemeClr>
                </a:solidFill>
                <a:latin typeface="+mj-lt"/>
                <a:sym typeface="Helvetica Neue Medium"/>
              </a:rPr>
              <a:t> + </a:t>
            </a:r>
            <a:r>
              <a:rPr lang="en-US" sz="3200" dirty="0" err="1">
                <a:solidFill>
                  <a:schemeClr val="tx1">
                    <a:lumMod val="50000"/>
                  </a:schemeClr>
                </a:solidFill>
                <a:latin typeface="+mj-lt"/>
                <a:sym typeface="Helvetica Neue Medium"/>
              </a:rPr>
              <a:t>service_charge</a:t>
            </a:r>
            <a:r>
              <a:rPr lang="en-US" sz="3200" dirty="0">
                <a:solidFill>
                  <a:schemeClr val="tx1">
                    <a:lumMod val="50000"/>
                  </a:schemeClr>
                </a:solidFill>
                <a:latin typeface="+mj-lt"/>
                <a:sym typeface="Helvetica Neue Medium"/>
              </a:rPr>
              <a:t> + </a:t>
            </a:r>
            <a:r>
              <a:rPr lang="en-US" sz="3200" dirty="0" err="1">
                <a:solidFill>
                  <a:schemeClr val="tx1">
                    <a:lumMod val="50000"/>
                  </a:schemeClr>
                </a:solidFill>
                <a:latin typeface="+mj-lt"/>
                <a:sym typeface="Helvetica Neue Medium"/>
              </a:rPr>
              <a:t>value_added_tax</a:t>
            </a:r>
            <a:endParaRPr lang="en-US" sz="3200" dirty="0">
              <a:solidFill>
                <a:schemeClr val="tx1">
                  <a:lumMod val="50000"/>
                </a:schemeClr>
              </a:solidFill>
              <a:latin typeface="+mj-lt"/>
              <a:sym typeface="Helvetica Neue Medium"/>
            </a:endParaRPr>
          </a:p>
        </p:txBody>
      </p:sp>
      <p:sp>
        <p:nvSpPr>
          <p:cNvPr id="20" name="TextBox 19">
            <a:extLst>
              <a:ext uri="{FF2B5EF4-FFF2-40B4-BE49-F238E27FC236}">
                <a16:creationId xmlns:a16="http://schemas.microsoft.com/office/drawing/2014/main" id="{CE3499CD-682B-741F-D668-4C70E034901E}"/>
              </a:ext>
            </a:extLst>
          </p:cNvPr>
          <p:cNvSpPr txBox="1"/>
          <p:nvPr/>
        </p:nvSpPr>
        <p:spPr>
          <a:xfrm>
            <a:off x="12973185" y="8507372"/>
            <a:ext cx="4766823"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dirty="0"/>
              <a:t>Split bill</a:t>
            </a:r>
            <a:endParaRPr kumimoji="0" lang="en-US" sz="2400" b="0" i="0" u="none" strike="noStrike" cap="none" spc="0" normalizeH="0" baseline="0" dirty="0">
              <a:ln>
                <a:noFill/>
              </a:ln>
              <a:solidFill>
                <a:srgbClr val="5E5E5E"/>
              </a:solidFill>
              <a:effectLst/>
              <a:uFillTx/>
              <a:latin typeface="+mn-lt"/>
              <a:ea typeface="+mn-ea"/>
              <a:cs typeface="+mn-cs"/>
              <a:sym typeface="Helvetica Neue"/>
            </a:endParaRPr>
          </a:p>
        </p:txBody>
      </p:sp>
      <p:sp>
        <p:nvSpPr>
          <p:cNvPr id="6" name="Rectangle 5">
            <a:extLst>
              <a:ext uri="{FF2B5EF4-FFF2-40B4-BE49-F238E27FC236}">
                <a16:creationId xmlns:a16="http://schemas.microsoft.com/office/drawing/2014/main" id="{BC5731AB-F21C-EC82-D934-3B73ADACDFFB}"/>
              </a:ext>
            </a:extLst>
          </p:cNvPr>
          <p:cNvSpPr/>
          <p:nvPr/>
        </p:nvSpPr>
        <p:spPr>
          <a:xfrm>
            <a:off x="4004084" y="9513979"/>
            <a:ext cx="6999997" cy="1579920"/>
          </a:xfrm>
          <a:prstGeom prst="rect">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Constant Integer CLIP_UPPER = 100</a:t>
            </a:r>
          </a:p>
          <a:p>
            <a:pPr defTabSz="825500"/>
            <a:endParaRPr lang="en-US" sz="3200" dirty="0">
              <a:solidFill>
                <a:schemeClr val="tx1">
                  <a:lumMod val="50000"/>
                </a:schemeClr>
              </a:solidFill>
              <a:latin typeface="+mj-lt"/>
              <a:sym typeface="Helvetica Neue Medium"/>
            </a:endParaRPr>
          </a:p>
          <a:p>
            <a:pPr defTabSz="825500"/>
            <a:r>
              <a:rPr lang="en-US" sz="3200" dirty="0">
                <a:solidFill>
                  <a:schemeClr val="tx1">
                    <a:lumMod val="50000"/>
                  </a:schemeClr>
                </a:solidFill>
                <a:latin typeface="+mj-lt"/>
                <a:sym typeface="Helvetica Neue Medium"/>
              </a:rPr>
              <a:t>Declare Integer count = 0</a:t>
            </a:r>
          </a:p>
        </p:txBody>
      </p:sp>
      <p:sp>
        <p:nvSpPr>
          <p:cNvPr id="9" name="TextBox 8">
            <a:extLst>
              <a:ext uri="{FF2B5EF4-FFF2-40B4-BE49-F238E27FC236}">
                <a16:creationId xmlns:a16="http://schemas.microsoft.com/office/drawing/2014/main" id="{1E9738B4-D0EB-7466-3B03-979A44C5AFE7}"/>
              </a:ext>
            </a:extLst>
          </p:cNvPr>
          <p:cNvSpPr txBox="1"/>
          <p:nvPr/>
        </p:nvSpPr>
        <p:spPr>
          <a:xfrm>
            <a:off x="5120670" y="11185332"/>
            <a:ext cx="4766823"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dirty="0"/>
              <a:t>Counter with upper limit const</a:t>
            </a:r>
            <a:endParaRPr kumimoji="0" lang="en-US" sz="2400" b="0" i="0" u="none" strike="noStrike" cap="none" spc="0" normalizeH="0" baseline="0" dirty="0">
              <a:ln>
                <a:noFill/>
              </a:ln>
              <a:solidFill>
                <a:srgbClr val="5E5E5E"/>
              </a:solidFill>
              <a:effectLst/>
              <a:uFillTx/>
              <a:latin typeface="+mn-lt"/>
              <a:ea typeface="+mn-ea"/>
              <a:cs typeface="+mn-cs"/>
              <a:sym typeface="Helvetica Neue"/>
            </a:endParaRPr>
          </a:p>
        </p:txBody>
      </p:sp>
      <p:sp>
        <p:nvSpPr>
          <p:cNvPr id="10" name="Rectangle 9">
            <a:extLst>
              <a:ext uri="{FF2B5EF4-FFF2-40B4-BE49-F238E27FC236}">
                <a16:creationId xmlns:a16="http://schemas.microsoft.com/office/drawing/2014/main" id="{5B32A590-7315-EF1B-1DDB-2D44B128FB57}"/>
              </a:ext>
            </a:extLst>
          </p:cNvPr>
          <p:cNvSpPr/>
          <p:nvPr/>
        </p:nvSpPr>
        <p:spPr>
          <a:xfrm>
            <a:off x="14207248" y="9513979"/>
            <a:ext cx="6999997" cy="1087477"/>
          </a:xfrm>
          <a:prstGeom prst="rect">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area = length * width</a:t>
            </a:r>
          </a:p>
          <a:p>
            <a:pPr defTabSz="825500"/>
            <a:r>
              <a:rPr lang="en-US" sz="3200" dirty="0">
                <a:solidFill>
                  <a:schemeClr val="tx1">
                    <a:lumMod val="50000"/>
                  </a:schemeClr>
                </a:solidFill>
                <a:latin typeface="+mj-lt"/>
                <a:sym typeface="Helvetica Neue Medium"/>
              </a:rPr>
              <a:t>perimeter = 2 * (length + width)</a:t>
            </a:r>
          </a:p>
        </p:txBody>
      </p:sp>
      <p:sp>
        <p:nvSpPr>
          <p:cNvPr id="11" name="TextBox 10">
            <a:extLst>
              <a:ext uri="{FF2B5EF4-FFF2-40B4-BE49-F238E27FC236}">
                <a16:creationId xmlns:a16="http://schemas.microsoft.com/office/drawing/2014/main" id="{4BD04E23-2FE0-E180-215F-BAE1505DAAB0}"/>
              </a:ext>
            </a:extLst>
          </p:cNvPr>
          <p:cNvSpPr txBox="1"/>
          <p:nvPr/>
        </p:nvSpPr>
        <p:spPr>
          <a:xfrm>
            <a:off x="15323834" y="10616967"/>
            <a:ext cx="4766823"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dirty="0"/>
              <a:t>Geometry</a:t>
            </a:r>
            <a:endParaRPr kumimoji="0" lang="en-US" sz="2400" b="0" i="0" u="none" strike="noStrike" cap="none" spc="0" normalizeH="0" baseline="0" dirty="0">
              <a:ln>
                <a:noFill/>
              </a:ln>
              <a:solidFill>
                <a:srgbClr val="5E5E5E"/>
              </a:solidFill>
              <a:effectLst/>
              <a:uFillTx/>
              <a:latin typeface="+mn-lt"/>
              <a:ea typeface="+mn-ea"/>
              <a:cs typeface="+mn-cs"/>
              <a:sym typeface="Helvetica Neue"/>
            </a:endParaRPr>
          </a:p>
        </p:txBody>
      </p:sp>
    </p:spTree>
    <p:extLst>
      <p:ext uri="{BB962C8B-B14F-4D97-AF65-F5344CB8AC3E}">
        <p14:creationId xmlns:p14="http://schemas.microsoft.com/office/powerpoint/2010/main" val="244496641"/>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ACAF5-35B3-2D5D-ED79-0D74F1D555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11B322-AAE3-F64B-6C88-50477B6502C8}"/>
              </a:ext>
            </a:extLst>
          </p:cNvPr>
          <p:cNvSpPr>
            <a:spLocks noGrp="1"/>
          </p:cNvSpPr>
          <p:nvPr>
            <p:ph type="title"/>
          </p:nvPr>
        </p:nvSpPr>
        <p:spPr/>
        <p:txBody>
          <a:bodyPr>
            <a:normAutofit fontScale="90000"/>
          </a:bodyPr>
          <a:lstStyle/>
          <a:p>
            <a:r>
              <a:rPr lang="en-US" dirty="0"/>
              <a:t>Decision Symbol</a:t>
            </a:r>
          </a:p>
        </p:txBody>
      </p:sp>
      <p:sp>
        <p:nvSpPr>
          <p:cNvPr id="3" name="Text Placeholder 2">
            <a:extLst>
              <a:ext uri="{FF2B5EF4-FFF2-40B4-BE49-F238E27FC236}">
                <a16:creationId xmlns:a16="http://schemas.microsoft.com/office/drawing/2014/main" id="{6072EC5E-ED7B-048A-2D9C-1ADC9F8B2A0F}"/>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71490FDF-4108-3866-3A0D-2F1E00C0DEA8}"/>
              </a:ext>
            </a:extLst>
          </p:cNvPr>
          <p:cNvSpPr>
            <a:spLocks noGrp="1"/>
          </p:cNvSpPr>
          <p:nvPr>
            <p:ph sz="quarter" idx="11"/>
          </p:nvPr>
        </p:nvSpPr>
        <p:spPr>
          <a:xfrm>
            <a:off x="2167377" y="3786631"/>
            <a:ext cx="7776724" cy="8729219"/>
          </a:xfrm>
        </p:spPr>
        <p:txBody>
          <a:bodyPr>
            <a:normAutofit/>
          </a:bodyPr>
          <a:lstStyle/>
          <a:p>
            <a:pPr marL="0" indent="0">
              <a:buNone/>
            </a:pPr>
            <a:r>
              <a:rPr lang="en-US" sz="3200" dirty="0">
                <a:latin typeface="+mj-lt"/>
              </a:rPr>
              <a:t>If a certain process has a branching possibilities (&gt;=2), then decision symbol must be used.</a:t>
            </a:r>
          </a:p>
          <a:p>
            <a:pPr marL="0" indent="0">
              <a:buNone/>
            </a:pPr>
            <a:r>
              <a:rPr lang="en-US" sz="3200" dirty="0">
                <a:latin typeface="+mj-lt"/>
              </a:rPr>
              <a:t>Diamond is used to represent decision. Inside, a condition must be presented.</a:t>
            </a:r>
          </a:p>
          <a:p>
            <a:pPr marL="0" indent="0">
              <a:buNone/>
            </a:pPr>
            <a:r>
              <a:rPr lang="en-US" sz="3200" dirty="0">
                <a:latin typeface="+mj-lt"/>
              </a:rPr>
              <a:t>Each line going out from the decision symbol must be labeled according to the branch value. This can be Boolean or switch case value but not condition.</a:t>
            </a:r>
          </a:p>
        </p:txBody>
      </p:sp>
      <p:sp>
        <p:nvSpPr>
          <p:cNvPr id="4" name="Rectangle: Rounded Corners 3">
            <a:extLst>
              <a:ext uri="{FF2B5EF4-FFF2-40B4-BE49-F238E27FC236}">
                <a16:creationId xmlns:a16="http://schemas.microsoft.com/office/drawing/2014/main" id="{8BD5E181-87E1-6B49-644D-9181468F5410}"/>
              </a:ext>
            </a:extLst>
          </p:cNvPr>
          <p:cNvSpPr/>
          <p:nvPr/>
        </p:nvSpPr>
        <p:spPr>
          <a:xfrm>
            <a:off x="15423487" y="4074813"/>
            <a:ext cx="3615996" cy="791628"/>
          </a:xfrm>
          <a:prstGeom prst="roundRect">
            <a:avLst>
              <a:gd name="adj" fmla="val 50000"/>
            </a:avLst>
          </a:prstGeom>
          <a:ln w="76200">
            <a:solidFill>
              <a:srgbClr val="254FA1">
                <a:alpha val="50000"/>
              </a:srgb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err="1">
                <a:solidFill>
                  <a:schemeClr val="tx1">
                    <a:lumMod val="50000"/>
                    <a:alpha val="50000"/>
                  </a:schemeClr>
                </a:solidFill>
                <a:latin typeface="+mj-lt"/>
                <a:sym typeface="Helvetica Neue Medium"/>
              </a:rPr>
              <a:t>teamDecider</a:t>
            </a:r>
            <a:r>
              <a:rPr lang="en-US" sz="3200" dirty="0">
                <a:solidFill>
                  <a:schemeClr val="tx1">
                    <a:lumMod val="50000"/>
                    <a:alpha val="50000"/>
                  </a:schemeClr>
                </a:solidFill>
                <a:latin typeface="+mj-lt"/>
                <a:sym typeface="Helvetica Neue Medium"/>
              </a:rPr>
              <a:t>(ID)</a:t>
            </a:r>
          </a:p>
        </p:txBody>
      </p:sp>
      <p:cxnSp>
        <p:nvCxnSpPr>
          <p:cNvPr id="6" name="Connector: Elbow 5">
            <a:extLst>
              <a:ext uri="{FF2B5EF4-FFF2-40B4-BE49-F238E27FC236}">
                <a16:creationId xmlns:a16="http://schemas.microsoft.com/office/drawing/2014/main" id="{E2ECBBF2-E269-09F5-03C9-C0BD8EA5A2AD}"/>
              </a:ext>
            </a:extLst>
          </p:cNvPr>
          <p:cNvCxnSpPr>
            <a:cxnSpLocks/>
            <a:stCxn id="4" idx="2"/>
            <a:endCxn id="11" idx="0"/>
          </p:cNvCxnSpPr>
          <p:nvPr/>
        </p:nvCxnSpPr>
        <p:spPr>
          <a:xfrm rot="5400000">
            <a:off x="16742200" y="5355724"/>
            <a:ext cx="978568" cy="2"/>
          </a:xfrm>
          <a:prstGeom prst="bentConnector3">
            <a:avLst>
              <a:gd name="adj1" fmla="val 50000"/>
            </a:avLst>
          </a:prstGeom>
          <a:ln w="76200" cap="flat">
            <a:solidFill>
              <a:srgbClr val="254FA1">
                <a:alpha val="50000"/>
              </a:srgbClr>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7" name="Arrow: Down 6">
            <a:extLst>
              <a:ext uri="{FF2B5EF4-FFF2-40B4-BE49-F238E27FC236}">
                <a16:creationId xmlns:a16="http://schemas.microsoft.com/office/drawing/2014/main" id="{3F99BD85-8697-2EEE-2A08-30A78A85F8F3}"/>
              </a:ext>
            </a:extLst>
          </p:cNvPr>
          <p:cNvSpPr/>
          <p:nvPr/>
        </p:nvSpPr>
        <p:spPr>
          <a:xfrm rot="2268579">
            <a:off x="20401245" y="4547170"/>
            <a:ext cx="830441" cy="1427272"/>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8" name="Rectangle: Rounded Corners 7">
            <a:extLst>
              <a:ext uri="{FF2B5EF4-FFF2-40B4-BE49-F238E27FC236}">
                <a16:creationId xmlns:a16="http://schemas.microsoft.com/office/drawing/2014/main" id="{852300B1-4459-87D5-1504-3C1B0FA126A3}"/>
              </a:ext>
            </a:extLst>
          </p:cNvPr>
          <p:cNvSpPr/>
          <p:nvPr/>
        </p:nvSpPr>
        <p:spPr>
          <a:xfrm>
            <a:off x="16149773" y="11944748"/>
            <a:ext cx="2163418" cy="791628"/>
          </a:xfrm>
          <a:prstGeom prst="roundRect">
            <a:avLst>
              <a:gd name="adj" fmla="val 50000"/>
            </a:avLst>
          </a:prstGeom>
          <a:ln w="76200">
            <a:solidFill>
              <a:srgbClr val="254FA1">
                <a:alpha val="50000"/>
              </a:srgb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alpha val="50000"/>
                  </a:schemeClr>
                </a:solidFill>
                <a:latin typeface="+mj-lt"/>
                <a:sym typeface="Helvetica Neue Medium"/>
              </a:rPr>
              <a:t>Return</a:t>
            </a:r>
          </a:p>
        </p:txBody>
      </p:sp>
      <p:cxnSp>
        <p:nvCxnSpPr>
          <p:cNvPr id="9" name="Connector: Elbow 8">
            <a:extLst>
              <a:ext uri="{FF2B5EF4-FFF2-40B4-BE49-F238E27FC236}">
                <a16:creationId xmlns:a16="http://schemas.microsoft.com/office/drawing/2014/main" id="{40DC6F60-F58F-EA6E-CDC1-CFE4995E5261}"/>
              </a:ext>
            </a:extLst>
          </p:cNvPr>
          <p:cNvCxnSpPr>
            <a:cxnSpLocks/>
            <a:stCxn id="13" idx="3"/>
            <a:endCxn id="8" idx="0"/>
          </p:cNvCxnSpPr>
          <p:nvPr/>
        </p:nvCxnSpPr>
        <p:spPr>
          <a:xfrm rot="5400000">
            <a:off x="17795130" y="8380958"/>
            <a:ext cx="3000143" cy="4127437"/>
          </a:xfrm>
          <a:prstGeom prst="bentConnector3">
            <a:avLst>
              <a:gd name="adj1" fmla="val 74129"/>
            </a:avLst>
          </a:prstGeom>
          <a:ln w="76200" cap="flat">
            <a:solidFill>
              <a:srgbClr val="254FA1">
                <a:alpha val="50000"/>
              </a:srgbClr>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0" name="Arrow: Down 9">
            <a:extLst>
              <a:ext uri="{FF2B5EF4-FFF2-40B4-BE49-F238E27FC236}">
                <a16:creationId xmlns:a16="http://schemas.microsoft.com/office/drawing/2014/main" id="{ABDDD206-475F-CFB1-35D7-BFAC4372784E}"/>
              </a:ext>
            </a:extLst>
          </p:cNvPr>
          <p:cNvSpPr/>
          <p:nvPr/>
        </p:nvSpPr>
        <p:spPr>
          <a:xfrm rot="12098863">
            <a:off x="16383746" y="7240639"/>
            <a:ext cx="830441" cy="1427272"/>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11" name="Flowchart: Decision 10">
            <a:extLst>
              <a:ext uri="{FF2B5EF4-FFF2-40B4-BE49-F238E27FC236}">
                <a16:creationId xmlns:a16="http://schemas.microsoft.com/office/drawing/2014/main" id="{E00C8F52-D60B-5BD9-8730-3A818B48CCCF}"/>
              </a:ext>
            </a:extLst>
          </p:cNvPr>
          <p:cNvSpPr/>
          <p:nvPr/>
        </p:nvSpPr>
        <p:spPr>
          <a:xfrm>
            <a:off x="14976996" y="5845009"/>
            <a:ext cx="4508973" cy="1182013"/>
          </a:xfrm>
          <a:prstGeom prst="flowChartDecision">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ID % 2 == 0</a:t>
            </a:r>
          </a:p>
        </p:txBody>
      </p:sp>
      <p:sp>
        <p:nvSpPr>
          <p:cNvPr id="12" name="Parallelogram 11">
            <a:extLst>
              <a:ext uri="{FF2B5EF4-FFF2-40B4-BE49-F238E27FC236}">
                <a16:creationId xmlns:a16="http://schemas.microsoft.com/office/drawing/2014/main" id="{8B5EDC91-C187-9083-D5F7-ECC6231B0245}"/>
              </a:ext>
            </a:extLst>
          </p:cNvPr>
          <p:cNvSpPr/>
          <p:nvPr/>
        </p:nvSpPr>
        <p:spPr>
          <a:xfrm>
            <a:off x="11074231" y="7583655"/>
            <a:ext cx="3902765" cy="1424027"/>
          </a:xfrm>
          <a:prstGeom prst="parallelogram">
            <a:avLst/>
          </a:prstGeom>
          <a:solidFill>
            <a:schemeClr val="lt1">
              <a:alpha val="50000"/>
            </a:schemeClr>
          </a:solidFill>
          <a:ln w="76200">
            <a:solidFill>
              <a:srgbClr val="254FA1">
                <a:alpha val="50000"/>
              </a:srgb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alpha val="50000"/>
                  </a:schemeClr>
                </a:solidFill>
                <a:latin typeface="+mj-lt"/>
                <a:sym typeface="Helvetica Neue Medium"/>
              </a:rPr>
              <a:t>Display “Team A”</a:t>
            </a:r>
          </a:p>
        </p:txBody>
      </p:sp>
      <p:sp>
        <p:nvSpPr>
          <p:cNvPr id="13" name="Parallelogram 12">
            <a:extLst>
              <a:ext uri="{FF2B5EF4-FFF2-40B4-BE49-F238E27FC236}">
                <a16:creationId xmlns:a16="http://schemas.microsoft.com/office/drawing/2014/main" id="{A483C14C-74EB-9217-45DC-18FE8E928F46}"/>
              </a:ext>
            </a:extLst>
          </p:cNvPr>
          <p:cNvSpPr/>
          <p:nvPr/>
        </p:nvSpPr>
        <p:spPr>
          <a:xfrm>
            <a:off x="19585540" y="7520578"/>
            <a:ext cx="3902765" cy="1424027"/>
          </a:xfrm>
          <a:prstGeom prst="parallelogram">
            <a:avLst/>
          </a:prstGeom>
          <a:solidFill>
            <a:schemeClr val="lt1">
              <a:alpha val="50000"/>
            </a:schemeClr>
          </a:solidFill>
          <a:ln w="76200">
            <a:solidFill>
              <a:srgbClr val="254FA1">
                <a:alpha val="50000"/>
              </a:srgb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alpha val="50000"/>
                  </a:schemeClr>
                </a:solidFill>
                <a:latin typeface="+mj-lt"/>
                <a:sym typeface="Helvetica Neue Medium"/>
              </a:rPr>
              <a:t>Display “Team B”</a:t>
            </a:r>
          </a:p>
        </p:txBody>
      </p:sp>
      <p:cxnSp>
        <p:nvCxnSpPr>
          <p:cNvPr id="14" name="Connector: Elbow 13">
            <a:extLst>
              <a:ext uri="{FF2B5EF4-FFF2-40B4-BE49-F238E27FC236}">
                <a16:creationId xmlns:a16="http://schemas.microsoft.com/office/drawing/2014/main" id="{A37E5328-0FDB-B6B7-17D2-AF445F2E58CE}"/>
              </a:ext>
            </a:extLst>
          </p:cNvPr>
          <p:cNvCxnSpPr>
            <a:cxnSpLocks/>
            <a:stCxn id="11" idx="1"/>
            <a:endCxn id="12" idx="1"/>
          </p:cNvCxnSpPr>
          <p:nvPr/>
        </p:nvCxnSpPr>
        <p:spPr>
          <a:xfrm rot="10800000" flipV="1">
            <a:off x="13203618" y="6436015"/>
            <a:ext cx="1773379" cy="1147639"/>
          </a:xfrm>
          <a:prstGeom prst="bentConnector2">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15" name="Connector: Elbow 14">
            <a:extLst>
              <a:ext uri="{FF2B5EF4-FFF2-40B4-BE49-F238E27FC236}">
                <a16:creationId xmlns:a16="http://schemas.microsoft.com/office/drawing/2014/main" id="{978770D8-CAFB-EE3E-2971-1AB6ABB71C71}"/>
              </a:ext>
            </a:extLst>
          </p:cNvPr>
          <p:cNvCxnSpPr>
            <a:cxnSpLocks/>
            <a:stCxn id="11" idx="3"/>
            <a:endCxn id="13" idx="1"/>
          </p:cNvCxnSpPr>
          <p:nvPr/>
        </p:nvCxnSpPr>
        <p:spPr>
          <a:xfrm>
            <a:off x="19485969" y="6436016"/>
            <a:ext cx="2228957" cy="1084562"/>
          </a:xfrm>
          <a:prstGeom prst="bentConnector2">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16" name="Connector: Elbow 15">
            <a:extLst>
              <a:ext uri="{FF2B5EF4-FFF2-40B4-BE49-F238E27FC236}">
                <a16:creationId xmlns:a16="http://schemas.microsoft.com/office/drawing/2014/main" id="{96988435-B49C-34A1-9A3C-C954E424552C}"/>
              </a:ext>
            </a:extLst>
          </p:cNvPr>
          <p:cNvCxnSpPr>
            <a:cxnSpLocks/>
            <a:stCxn id="12" idx="4"/>
            <a:endCxn id="8" idx="0"/>
          </p:cNvCxnSpPr>
          <p:nvPr/>
        </p:nvCxnSpPr>
        <p:spPr>
          <a:xfrm rot="16200000" flipH="1">
            <a:off x="13660015" y="8373281"/>
            <a:ext cx="2937066" cy="4205868"/>
          </a:xfrm>
          <a:prstGeom prst="bentConnector3">
            <a:avLst>
              <a:gd name="adj1" fmla="val 73998"/>
            </a:avLst>
          </a:prstGeom>
          <a:ln w="76200" cap="flat">
            <a:solidFill>
              <a:srgbClr val="254FA1">
                <a:alpha val="50000"/>
              </a:srgbClr>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7" name="TextBox 16">
            <a:extLst>
              <a:ext uri="{FF2B5EF4-FFF2-40B4-BE49-F238E27FC236}">
                <a16:creationId xmlns:a16="http://schemas.microsoft.com/office/drawing/2014/main" id="{4DFA18BD-727F-09EC-DFDA-775795CDFBBB}"/>
              </a:ext>
            </a:extLst>
          </p:cNvPr>
          <p:cNvSpPr txBox="1"/>
          <p:nvPr/>
        </p:nvSpPr>
        <p:spPr>
          <a:xfrm>
            <a:off x="13877761" y="5932266"/>
            <a:ext cx="759823"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chemeClr val="bg2">
                    <a:lumMod val="10000"/>
                  </a:schemeClr>
                </a:solidFill>
                <a:effectLst/>
                <a:uFillTx/>
                <a:latin typeface="+mn-lt"/>
                <a:ea typeface="+mn-ea"/>
                <a:cs typeface="+mn-cs"/>
                <a:sym typeface="Helvetica Neue"/>
              </a:rPr>
              <a:t>True</a:t>
            </a:r>
          </a:p>
        </p:txBody>
      </p:sp>
      <p:sp>
        <p:nvSpPr>
          <p:cNvPr id="18" name="TextBox 17">
            <a:extLst>
              <a:ext uri="{FF2B5EF4-FFF2-40B4-BE49-F238E27FC236}">
                <a16:creationId xmlns:a16="http://schemas.microsoft.com/office/drawing/2014/main" id="{43C04670-A7F0-7B89-D87A-DD50407E2BBB}"/>
              </a:ext>
            </a:extLst>
          </p:cNvPr>
          <p:cNvSpPr txBox="1"/>
          <p:nvPr/>
        </p:nvSpPr>
        <p:spPr>
          <a:xfrm>
            <a:off x="19587979" y="5905981"/>
            <a:ext cx="831959"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chemeClr val="bg2">
                    <a:lumMod val="10000"/>
                  </a:schemeClr>
                </a:solidFill>
                <a:effectLst/>
                <a:uFillTx/>
                <a:latin typeface="+mn-lt"/>
                <a:ea typeface="+mn-ea"/>
                <a:cs typeface="+mn-cs"/>
                <a:sym typeface="Helvetica Neue"/>
              </a:rPr>
              <a:t>False</a:t>
            </a:r>
          </a:p>
        </p:txBody>
      </p:sp>
      <p:sp>
        <p:nvSpPr>
          <p:cNvPr id="24" name="TextBox 23">
            <a:extLst>
              <a:ext uri="{FF2B5EF4-FFF2-40B4-BE49-F238E27FC236}">
                <a16:creationId xmlns:a16="http://schemas.microsoft.com/office/drawing/2014/main" id="{9797E96E-D0A1-977C-2294-F6636DAE9E96}"/>
              </a:ext>
            </a:extLst>
          </p:cNvPr>
          <p:cNvSpPr txBox="1"/>
          <p:nvPr/>
        </p:nvSpPr>
        <p:spPr>
          <a:xfrm>
            <a:off x="15184059" y="8782076"/>
            <a:ext cx="2428550" cy="7181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4000" b="0" i="0" u="none" strike="noStrike" cap="none" spc="0" normalizeH="0" baseline="0" dirty="0">
                <a:ln>
                  <a:noFill/>
                </a:ln>
                <a:solidFill>
                  <a:schemeClr val="bg2">
                    <a:lumMod val="10000"/>
                  </a:schemeClr>
                </a:solidFill>
                <a:effectLst/>
                <a:uFillTx/>
                <a:latin typeface="+mn-lt"/>
                <a:ea typeface="+mn-ea"/>
                <a:cs typeface="+mn-cs"/>
                <a:sym typeface="Helvetica Neue"/>
              </a:rPr>
              <a:t>Condition</a:t>
            </a:r>
          </a:p>
        </p:txBody>
      </p:sp>
      <p:sp>
        <p:nvSpPr>
          <p:cNvPr id="25" name="TextBox 24">
            <a:extLst>
              <a:ext uri="{FF2B5EF4-FFF2-40B4-BE49-F238E27FC236}">
                <a16:creationId xmlns:a16="http://schemas.microsoft.com/office/drawing/2014/main" id="{38442DA8-243B-89E8-8682-42049D9B3CC8}"/>
              </a:ext>
            </a:extLst>
          </p:cNvPr>
          <p:cNvSpPr txBox="1"/>
          <p:nvPr/>
        </p:nvSpPr>
        <p:spPr>
          <a:xfrm>
            <a:off x="20105512" y="3863849"/>
            <a:ext cx="3218831" cy="7181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4000" b="0" i="0" u="none" strike="noStrike" cap="none" spc="0" normalizeH="0" baseline="0" dirty="0">
                <a:ln>
                  <a:noFill/>
                </a:ln>
                <a:solidFill>
                  <a:schemeClr val="bg2">
                    <a:lumMod val="10000"/>
                  </a:schemeClr>
                </a:solidFill>
                <a:effectLst/>
                <a:uFillTx/>
                <a:latin typeface="+mn-lt"/>
                <a:ea typeface="+mn-ea"/>
                <a:cs typeface="+mn-cs"/>
                <a:sym typeface="Helvetica Neue"/>
              </a:rPr>
              <a:t>Branch Label</a:t>
            </a:r>
          </a:p>
        </p:txBody>
      </p:sp>
    </p:spTree>
    <p:extLst>
      <p:ext uri="{BB962C8B-B14F-4D97-AF65-F5344CB8AC3E}">
        <p14:creationId xmlns:p14="http://schemas.microsoft.com/office/powerpoint/2010/main" val="1975844188"/>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6880B0-1FFE-DA4D-3410-C79E5DD43E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DCCD4D-7054-B197-31F0-5AA558053860}"/>
              </a:ext>
            </a:extLst>
          </p:cNvPr>
          <p:cNvSpPr>
            <a:spLocks noGrp="1"/>
          </p:cNvSpPr>
          <p:nvPr>
            <p:ph type="title"/>
          </p:nvPr>
        </p:nvSpPr>
        <p:spPr/>
        <p:txBody>
          <a:bodyPr>
            <a:normAutofit fontScale="90000"/>
          </a:bodyPr>
          <a:lstStyle/>
          <a:p>
            <a:r>
              <a:rPr lang="en-US" dirty="0"/>
              <a:t>Decision Symbol</a:t>
            </a:r>
          </a:p>
        </p:txBody>
      </p:sp>
      <p:sp>
        <p:nvSpPr>
          <p:cNvPr id="3" name="Text Placeholder 2">
            <a:extLst>
              <a:ext uri="{FF2B5EF4-FFF2-40B4-BE49-F238E27FC236}">
                <a16:creationId xmlns:a16="http://schemas.microsoft.com/office/drawing/2014/main" id="{5F86841C-3289-8CC3-0000-37B894650CF0}"/>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E17AAD27-B13F-3AFB-A264-1CA51A324EF8}"/>
              </a:ext>
            </a:extLst>
          </p:cNvPr>
          <p:cNvSpPr>
            <a:spLocks noGrp="1"/>
          </p:cNvSpPr>
          <p:nvPr>
            <p:ph sz="quarter" idx="11"/>
          </p:nvPr>
        </p:nvSpPr>
        <p:spPr>
          <a:xfrm>
            <a:off x="2167376" y="3786631"/>
            <a:ext cx="13606023" cy="8729219"/>
          </a:xfrm>
        </p:spPr>
        <p:txBody>
          <a:bodyPr>
            <a:normAutofit/>
          </a:bodyPr>
          <a:lstStyle/>
          <a:p>
            <a:pPr marL="0" indent="0">
              <a:buNone/>
            </a:pPr>
            <a:r>
              <a:rPr lang="en-US" sz="3200" dirty="0">
                <a:latin typeface="+mj-lt"/>
              </a:rPr>
              <a:t>A condition can consist of multiple variables. See examples below.</a:t>
            </a:r>
          </a:p>
        </p:txBody>
      </p:sp>
      <p:sp>
        <p:nvSpPr>
          <p:cNvPr id="19" name="Flowchart: Decision 18">
            <a:extLst>
              <a:ext uri="{FF2B5EF4-FFF2-40B4-BE49-F238E27FC236}">
                <a16:creationId xmlns:a16="http://schemas.microsoft.com/office/drawing/2014/main" id="{C5E0006F-7488-77FD-7079-3A7E082DA133}"/>
              </a:ext>
            </a:extLst>
          </p:cNvPr>
          <p:cNvSpPr/>
          <p:nvPr/>
        </p:nvSpPr>
        <p:spPr>
          <a:xfrm>
            <a:off x="5692802" y="6520836"/>
            <a:ext cx="4327498" cy="2092632"/>
          </a:xfrm>
          <a:prstGeom prst="flowChartDecision">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larger &gt; smaller</a:t>
            </a:r>
          </a:p>
        </p:txBody>
      </p:sp>
      <p:sp>
        <p:nvSpPr>
          <p:cNvPr id="20" name="Flowchart: Decision 19">
            <a:extLst>
              <a:ext uri="{FF2B5EF4-FFF2-40B4-BE49-F238E27FC236}">
                <a16:creationId xmlns:a16="http://schemas.microsoft.com/office/drawing/2014/main" id="{020D8231-9137-A489-9E36-7BA97C6607AB}"/>
              </a:ext>
            </a:extLst>
          </p:cNvPr>
          <p:cNvSpPr/>
          <p:nvPr/>
        </p:nvSpPr>
        <p:spPr>
          <a:xfrm>
            <a:off x="13582650" y="6384618"/>
            <a:ext cx="4876799" cy="2228850"/>
          </a:xfrm>
          <a:prstGeom prst="flowChartDecision">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A &gt; 0 OR B &gt; 0</a:t>
            </a:r>
          </a:p>
          <a:p>
            <a:pPr defTabSz="825500"/>
            <a:r>
              <a:rPr lang="en-US" sz="3200" dirty="0">
                <a:solidFill>
                  <a:schemeClr val="tx1">
                    <a:lumMod val="50000"/>
                  </a:schemeClr>
                </a:solidFill>
                <a:latin typeface="+mj-lt"/>
                <a:sym typeface="Helvetica Neue Medium"/>
              </a:rPr>
              <a:t>OR C &gt; 0</a:t>
            </a:r>
          </a:p>
        </p:txBody>
      </p:sp>
      <p:sp>
        <p:nvSpPr>
          <p:cNvPr id="21" name="Content Placeholder 4">
            <a:extLst>
              <a:ext uri="{FF2B5EF4-FFF2-40B4-BE49-F238E27FC236}">
                <a16:creationId xmlns:a16="http://schemas.microsoft.com/office/drawing/2014/main" id="{90898E9D-0D81-BC37-F039-3B62421E8398}"/>
              </a:ext>
            </a:extLst>
          </p:cNvPr>
          <p:cNvSpPr txBox="1">
            <a:spLocks/>
          </p:cNvSpPr>
          <p:nvPr/>
        </p:nvSpPr>
        <p:spPr>
          <a:xfrm>
            <a:off x="5387833" y="8891075"/>
            <a:ext cx="5194861" cy="13606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buFontTx/>
              <a:buNone/>
            </a:pPr>
            <a:r>
              <a:rPr lang="en-US" sz="3200" dirty="0">
                <a:latin typeface="+mj-lt"/>
              </a:rPr>
              <a:t>Two variables used to compare to each other</a:t>
            </a:r>
          </a:p>
        </p:txBody>
      </p:sp>
      <p:sp>
        <p:nvSpPr>
          <p:cNvPr id="22" name="Content Placeholder 4">
            <a:extLst>
              <a:ext uri="{FF2B5EF4-FFF2-40B4-BE49-F238E27FC236}">
                <a16:creationId xmlns:a16="http://schemas.microsoft.com/office/drawing/2014/main" id="{3A47C258-E7BD-8E56-6B46-16DEE9C547F0}"/>
              </a:ext>
            </a:extLst>
          </p:cNvPr>
          <p:cNvSpPr txBox="1">
            <a:spLocks/>
          </p:cNvSpPr>
          <p:nvPr/>
        </p:nvSpPr>
        <p:spPr>
          <a:xfrm>
            <a:off x="13423618" y="8891075"/>
            <a:ext cx="5194861" cy="13606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buFontTx/>
              <a:buNone/>
            </a:pPr>
            <a:r>
              <a:rPr lang="en-US" sz="3200" dirty="0">
                <a:latin typeface="+mj-lt"/>
              </a:rPr>
              <a:t>Three variables used as the condition</a:t>
            </a:r>
          </a:p>
        </p:txBody>
      </p:sp>
    </p:spTree>
    <p:extLst>
      <p:ext uri="{BB962C8B-B14F-4D97-AF65-F5344CB8AC3E}">
        <p14:creationId xmlns:p14="http://schemas.microsoft.com/office/powerpoint/2010/main" val="3716451921"/>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C32C1-D94F-6953-9B3B-BE9729E197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35484E-A6AE-FE4A-5C11-E3E5390D367E}"/>
              </a:ext>
            </a:extLst>
          </p:cNvPr>
          <p:cNvSpPr>
            <a:spLocks noGrp="1"/>
          </p:cNvSpPr>
          <p:nvPr>
            <p:ph type="title"/>
          </p:nvPr>
        </p:nvSpPr>
        <p:spPr/>
        <p:txBody>
          <a:bodyPr>
            <a:normAutofit fontScale="90000"/>
          </a:bodyPr>
          <a:lstStyle/>
          <a:p>
            <a:r>
              <a:rPr lang="en-US" dirty="0"/>
              <a:t>Decision Symbol</a:t>
            </a:r>
          </a:p>
        </p:txBody>
      </p:sp>
      <p:sp>
        <p:nvSpPr>
          <p:cNvPr id="3" name="Text Placeholder 2">
            <a:extLst>
              <a:ext uri="{FF2B5EF4-FFF2-40B4-BE49-F238E27FC236}">
                <a16:creationId xmlns:a16="http://schemas.microsoft.com/office/drawing/2014/main" id="{CD126C30-72DE-D7E6-69F6-4A97D7681A31}"/>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49A83B61-6A6F-E4A8-F251-37DB2E299C1F}"/>
              </a:ext>
            </a:extLst>
          </p:cNvPr>
          <p:cNvSpPr>
            <a:spLocks noGrp="1"/>
          </p:cNvSpPr>
          <p:nvPr>
            <p:ph sz="quarter" idx="11"/>
          </p:nvPr>
        </p:nvSpPr>
        <p:spPr>
          <a:xfrm>
            <a:off x="2167377" y="3786631"/>
            <a:ext cx="7776724" cy="8729219"/>
          </a:xfrm>
        </p:spPr>
        <p:txBody>
          <a:bodyPr>
            <a:normAutofit/>
          </a:bodyPr>
          <a:lstStyle/>
          <a:p>
            <a:pPr marL="0" indent="0" algn="ctr">
              <a:buNone/>
            </a:pPr>
            <a:r>
              <a:rPr lang="en-US" sz="3200" dirty="0">
                <a:latin typeface="+mj-lt"/>
              </a:rPr>
              <a:t>It is possible that a branch does not execute anything.</a:t>
            </a:r>
          </a:p>
        </p:txBody>
      </p:sp>
      <p:sp>
        <p:nvSpPr>
          <p:cNvPr id="11" name="Flowchart: Decision 10">
            <a:extLst>
              <a:ext uri="{FF2B5EF4-FFF2-40B4-BE49-F238E27FC236}">
                <a16:creationId xmlns:a16="http://schemas.microsoft.com/office/drawing/2014/main" id="{178E701B-67F7-6EF6-178B-7CA9C3803BE4}"/>
              </a:ext>
            </a:extLst>
          </p:cNvPr>
          <p:cNvSpPr/>
          <p:nvPr/>
        </p:nvSpPr>
        <p:spPr>
          <a:xfrm>
            <a:off x="3730652" y="7053528"/>
            <a:ext cx="4777852" cy="1182013"/>
          </a:xfrm>
          <a:prstGeom prst="flowChartDecision">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err="1">
                <a:solidFill>
                  <a:schemeClr val="tx1">
                    <a:lumMod val="50000"/>
                  </a:schemeClr>
                </a:solidFill>
                <a:latin typeface="+mj-lt"/>
                <a:sym typeface="Helvetica Neue Medium"/>
              </a:rPr>
              <a:t>tax_paid</a:t>
            </a:r>
            <a:endParaRPr lang="en-US" sz="3200" dirty="0">
              <a:solidFill>
                <a:schemeClr val="tx1">
                  <a:lumMod val="50000"/>
                </a:schemeClr>
              </a:solidFill>
              <a:latin typeface="+mj-lt"/>
              <a:sym typeface="Helvetica Neue Medium"/>
            </a:endParaRPr>
          </a:p>
        </p:txBody>
      </p:sp>
      <p:cxnSp>
        <p:nvCxnSpPr>
          <p:cNvPr id="15" name="Connector: Elbow 14">
            <a:extLst>
              <a:ext uri="{FF2B5EF4-FFF2-40B4-BE49-F238E27FC236}">
                <a16:creationId xmlns:a16="http://schemas.microsoft.com/office/drawing/2014/main" id="{A85FA106-9378-912A-2FEC-8B407E003B65}"/>
              </a:ext>
            </a:extLst>
          </p:cNvPr>
          <p:cNvCxnSpPr>
            <a:cxnSpLocks/>
            <a:stCxn id="11" idx="3"/>
            <a:endCxn id="27" idx="0"/>
          </p:cNvCxnSpPr>
          <p:nvPr/>
        </p:nvCxnSpPr>
        <p:spPr>
          <a:xfrm>
            <a:off x="8508504" y="7644535"/>
            <a:ext cx="1377538" cy="888478"/>
          </a:xfrm>
          <a:prstGeom prst="bentConnector2">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7" name="TextBox 16">
            <a:extLst>
              <a:ext uri="{FF2B5EF4-FFF2-40B4-BE49-F238E27FC236}">
                <a16:creationId xmlns:a16="http://schemas.microsoft.com/office/drawing/2014/main" id="{D1194CF0-4559-9E4A-3E02-27D920441594}"/>
              </a:ext>
            </a:extLst>
          </p:cNvPr>
          <p:cNvSpPr txBox="1"/>
          <p:nvPr/>
        </p:nvSpPr>
        <p:spPr>
          <a:xfrm>
            <a:off x="5181752" y="8798898"/>
            <a:ext cx="759823"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chemeClr val="bg2">
                    <a:lumMod val="10000"/>
                  </a:schemeClr>
                </a:solidFill>
                <a:effectLst/>
                <a:uFillTx/>
                <a:latin typeface="+mn-lt"/>
                <a:ea typeface="+mn-ea"/>
                <a:cs typeface="+mn-cs"/>
                <a:sym typeface="Helvetica Neue"/>
              </a:rPr>
              <a:t>True</a:t>
            </a:r>
          </a:p>
        </p:txBody>
      </p:sp>
      <p:sp>
        <p:nvSpPr>
          <p:cNvPr id="18" name="TextBox 17">
            <a:extLst>
              <a:ext uri="{FF2B5EF4-FFF2-40B4-BE49-F238E27FC236}">
                <a16:creationId xmlns:a16="http://schemas.microsoft.com/office/drawing/2014/main" id="{5F126610-0002-0681-9E7F-D713ECACA117}"/>
              </a:ext>
            </a:extLst>
          </p:cNvPr>
          <p:cNvSpPr txBox="1"/>
          <p:nvPr/>
        </p:nvSpPr>
        <p:spPr>
          <a:xfrm>
            <a:off x="8758237" y="7081178"/>
            <a:ext cx="831959"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chemeClr val="bg2">
                    <a:lumMod val="10000"/>
                  </a:schemeClr>
                </a:solidFill>
                <a:effectLst/>
                <a:uFillTx/>
                <a:latin typeface="+mn-lt"/>
                <a:ea typeface="+mn-ea"/>
                <a:cs typeface="+mn-cs"/>
                <a:sym typeface="Helvetica Neue"/>
              </a:rPr>
              <a:t>False</a:t>
            </a:r>
          </a:p>
        </p:txBody>
      </p:sp>
      <p:sp>
        <p:nvSpPr>
          <p:cNvPr id="27" name="Parallelogram 26">
            <a:extLst>
              <a:ext uri="{FF2B5EF4-FFF2-40B4-BE49-F238E27FC236}">
                <a16:creationId xmlns:a16="http://schemas.microsoft.com/office/drawing/2014/main" id="{FBB82D4A-8978-604F-7A0A-8A6B9E588063}"/>
              </a:ext>
            </a:extLst>
          </p:cNvPr>
          <p:cNvSpPr/>
          <p:nvPr/>
        </p:nvSpPr>
        <p:spPr>
          <a:xfrm>
            <a:off x="7855055" y="8533013"/>
            <a:ext cx="4061974" cy="1424027"/>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Display “Please pay your tax”</a:t>
            </a:r>
          </a:p>
        </p:txBody>
      </p:sp>
      <p:cxnSp>
        <p:nvCxnSpPr>
          <p:cNvPr id="30" name="Connector: Elbow 29">
            <a:extLst>
              <a:ext uri="{FF2B5EF4-FFF2-40B4-BE49-F238E27FC236}">
                <a16:creationId xmlns:a16="http://schemas.microsoft.com/office/drawing/2014/main" id="{E002FE19-9E48-146E-1C03-B849BBD14587}"/>
              </a:ext>
            </a:extLst>
          </p:cNvPr>
          <p:cNvCxnSpPr>
            <a:cxnSpLocks/>
            <a:stCxn id="27" idx="4"/>
          </p:cNvCxnSpPr>
          <p:nvPr/>
        </p:nvCxnSpPr>
        <p:spPr>
          <a:xfrm rot="5400000">
            <a:off x="7790348" y="8312446"/>
            <a:ext cx="451101" cy="3740289"/>
          </a:xfrm>
          <a:prstGeom prst="bentConnector2">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38" name="Content Placeholder 4">
            <a:extLst>
              <a:ext uri="{FF2B5EF4-FFF2-40B4-BE49-F238E27FC236}">
                <a16:creationId xmlns:a16="http://schemas.microsoft.com/office/drawing/2014/main" id="{4B7E8C32-DD38-F39B-1EBA-726BAC8AC403}"/>
              </a:ext>
            </a:extLst>
          </p:cNvPr>
          <p:cNvSpPr txBox="1">
            <a:spLocks/>
          </p:cNvSpPr>
          <p:nvPr/>
        </p:nvSpPr>
        <p:spPr>
          <a:xfrm>
            <a:off x="14319664" y="3786631"/>
            <a:ext cx="7776724" cy="872921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buFontTx/>
              <a:buNone/>
            </a:pPr>
            <a:r>
              <a:rPr lang="en-US" sz="3200" dirty="0">
                <a:latin typeface="+mj-lt"/>
              </a:rPr>
              <a:t>The pathway from the branch can go back as well*.</a:t>
            </a:r>
          </a:p>
        </p:txBody>
      </p:sp>
      <p:sp>
        <p:nvSpPr>
          <p:cNvPr id="39" name="Flowchart: Decision 38">
            <a:extLst>
              <a:ext uri="{FF2B5EF4-FFF2-40B4-BE49-F238E27FC236}">
                <a16:creationId xmlns:a16="http://schemas.microsoft.com/office/drawing/2014/main" id="{E8756688-6529-D116-06FF-BD5AE206FE19}"/>
              </a:ext>
            </a:extLst>
          </p:cNvPr>
          <p:cNvSpPr/>
          <p:nvPr/>
        </p:nvSpPr>
        <p:spPr>
          <a:xfrm>
            <a:off x="14319664" y="11038054"/>
            <a:ext cx="5922536" cy="1182013"/>
          </a:xfrm>
          <a:prstGeom prst="flowChartDecision">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validator(code)</a:t>
            </a:r>
          </a:p>
        </p:txBody>
      </p:sp>
      <p:cxnSp>
        <p:nvCxnSpPr>
          <p:cNvPr id="41" name="Connector: Elbow 40">
            <a:extLst>
              <a:ext uri="{FF2B5EF4-FFF2-40B4-BE49-F238E27FC236}">
                <a16:creationId xmlns:a16="http://schemas.microsoft.com/office/drawing/2014/main" id="{C5179F0E-D0B8-4822-767D-2F0380E37119}"/>
              </a:ext>
            </a:extLst>
          </p:cNvPr>
          <p:cNvCxnSpPr>
            <a:cxnSpLocks/>
            <a:stCxn id="39" idx="3"/>
            <a:endCxn id="44" idx="4"/>
          </p:cNvCxnSpPr>
          <p:nvPr/>
        </p:nvCxnSpPr>
        <p:spPr>
          <a:xfrm flipV="1">
            <a:off x="20242200" y="10220939"/>
            <a:ext cx="1974423" cy="1408122"/>
          </a:xfrm>
          <a:prstGeom prst="bentConnector2">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42" name="TextBox 41">
            <a:extLst>
              <a:ext uri="{FF2B5EF4-FFF2-40B4-BE49-F238E27FC236}">
                <a16:creationId xmlns:a16="http://schemas.microsoft.com/office/drawing/2014/main" id="{1FEAAA76-9174-83B9-A634-083613B1884F}"/>
              </a:ext>
            </a:extLst>
          </p:cNvPr>
          <p:cNvSpPr txBox="1"/>
          <p:nvPr/>
        </p:nvSpPr>
        <p:spPr>
          <a:xfrm>
            <a:off x="16299284" y="12279888"/>
            <a:ext cx="759823"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chemeClr val="bg2">
                    <a:lumMod val="10000"/>
                  </a:schemeClr>
                </a:solidFill>
                <a:effectLst/>
                <a:uFillTx/>
                <a:latin typeface="+mn-lt"/>
                <a:ea typeface="+mn-ea"/>
                <a:cs typeface="+mn-cs"/>
                <a:sym typeface="Helvetica Neue"/>
              </a:rPr>
              <a:t>True</a:t>
            </a:r>
          </a:p>
        </p:txBody>
      </p:sp>
      <p:sp>
        <p:nvSpPr>
          <p:cNvPr id="43" name="TextBox 42">
            <a:extLst>
              <a:ext uri="{FF2B5EF4-FFF2-40B4-BE49-F238E27FC236}">
                <a16:creationId xmlns:a16="http://schemas.microsoft.com/office/drawing/2014/main" id="{D27D84C8-FE64-819C-3667-83E7723DFA5D}"/>
              </a:ext>
            </a:extLst>
          </p:cNvPr>
          <p:cNvSpPr txBox="1"/>
          <p:nvPr/>
        </p:nvSpPr>
        <p:spPr>
          <a:xfrm>
            <a:off x="20496118" y="11705274"/>
            <a:ext cx="831959"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chemeClr val="bg2">
                    <a:lumMod val="10000"/>
                  </a:schemeClr>
                </a:solidFill>
                <a:effectLst/>
                <a:uFillTx/>
                <a:latin typeface="+mn-lt"/>
                <a:ea typeface="+mn-ea"/>
                <a:cs typeface="+mn-cs"/>
                <a:sym typeface="Helvetica Neue"/>
              </a:rPr>
              <a:t>False</a:t>
            </a:r>
          </a:p>
        </p:txBody>
      </p:sp>
      <p:sp>
        <p:nvSpPr>
          <p:cNvPr id="44" name="Parallelogram 43">
            <a:extLst>
              <a:ext uri="{FF2B5EF4-FFF2-40B4-BE49-F238E27FC236}">
                <a16:creationId xmlns:a16="http://schemas.microsoft.com/office/drawing/2014/main" id="{389005A1-49DA-BE3C-E1E1-B68499FA14B7}"/>
              </a:ext>
            </a:extLst>
          </p:cNvPr>
          <p:cNvSpPr/>
          <p:nvPr/>
        </p:nvSpPr>
        <p:spPr>
          <a:xfrm>
            <a:off x="20185636" y="7186552"/>
            <a:ext cx="4061974" cy="3034387"/>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Display “Incorrect code. Try again.”</a:t>
            </a:r>
          </a:p>
        </p:txBody>
      </p:sp>
      <p:cxnSp>
        <p:nvCxnSpPr>
          <p:cNvPr id="45" name="Connector: Elbow 44">
            <a:extLst>
              <a:ext uri="{FF2B5EF4-FFF2-40B4-BE49-F238E27FC236}">
                <a16:creationId xmlns:a16="http://schemas.microsoft.com/office/drawing/2014/main" id="{A19522BA-2563-5552-C79B-E74BC38EF8CA}"/>
              </a:ext>
            </a:extLst>
          </p:cNvPr>
          <p:cNvCxnSpPr>
            <a:cxnSpLocks/>
            <a:stCxn id="44" idx="1"/>
          </p:cNvCxnSpPr>
          <p:nvPr/>
        </p:nvCxnSpPr>
        <p:spPr>
          <a:xfrm rot="16200000" flipV="1">
            <a:off x="19338965" y="3929595"/>
            <a:ext cx="1198928" cy="5314985"/>
          </a:xfrm>
          <a:prstGeom prst="bentConnector2">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64" name="Straight Arrow Connector 63">
            <a:extLst>
              <a:ext uri="{FF2B5EF4-FFF2-40B4-BE49-F238E27FC236}">
                <a16:creationId xmlns:a16="http://schemas.microsoft.com/office/drawing/2014/main" id="{540A8B4A-4C08-894D-D633-105CAC3EA967}"/>
              </a:ext>
            </a:extLst>
          </p:cNvPr>
          <p:cNvCxnSpPr>
            <a:cxnSpLocks/>
            <a:stCxn id="39" idx="2"/>
          </p:cNvCxnSpPr>
          <p:nvPr/>
        </p:nvCxnSpPr>
        <p:spPr>
          <a:xfrm>
            <a:off x="17280932" y="12220067"/>
            <a:ext cx="0" cy="920133"/>
          </a:xfrm>
          <a:prstGeom prst="straightConnector1">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70" name="Parallelogram 69">
            <a:extLst>
              <a:ext uri="{FF2B5EF4-FFF2-40B4-BE49-F238E27FC236}">
                <a16:creationId xmlns:a16="http://schemas.microsoft.com/office/drawing/2014/main" id="{0E5D25DB-D721-2E85-7872-7AD2210A3C5D}"/>
              </a:ext>
            </a:extLst>
          </p:cNvPr>
          <p:cNvSpPr/>
          <p:nvPr/>
        </p:nvSpPr>
        <p:spPr>
          <a:xfrm>
            <a:off x="15249945" y="6700329"/>
            <a:ext cx="4061974" cy="1424027"/>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Display “Input code”</a:t>
            </a:r>
          </a:p>
        </p:txBody>
      </p:sp>
      <p:sp>
        <p:nvSpPr>
          <p:cNvPr id="71" name="Parallelogram 70">
            <a:extLst>
              <a:ext uri="{FF2B5EF4-FFF2-40B4-BE49-F238E27FC236}">
                <a16:creationId xmlns:a16="http://schemas.microsoft.com/office/drawing/2014/main" id="{6B687E5D-F7B3-EE12-A2C7-489094DEF1DD}"/>
              </a:ext>
            </a:extLst>
          </p:cNvPr>
          <p:cNvSpPr/>
          <p:nvPr/>
        </p:nvSpPr>
        <p:spPr>
          <a:xfrm>
            <a:off x="15249945" y="9264164"/>
            <a:ext cx="4061974" cy="744657"/>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Input code</a:t>
            </a:r>
          </a:p>
        </p:txBody>
      </p:sp>
      <p:cxnSp>
        <p:nvCxnSpPr>
          <p:cNvPr id="73" name="Straight Arrow Connector 72">
            <a:extLst>
              <a:ext uri="{FF2B5EF4-FFF2-40B4-BE49-F238E27FC236}">
                <a16:creationId xmlns:a16="http://schemas.microsoft.com/office/drawing/2014/main" id="{1624C799-6C58-E836-766E-AE62197BF2ED}"/>
              </a:ext>
            </a:extLst>
          </p:cNvPr>
          <p:cNvCxnSpPr>
            <a:stCxn id="71" idx="4"/>
            <a:endCxn id="39" idx="0"/>
          </p:cNvCxnSpPr>
          <p:nvPr/>
        </p:nvCxnSpPr>
        <p:spPr>
          <a:xfrm>
            <a:off x="17280932" y="10008821"/>
            <a:ext cx="0" cy="1029233"/>
          </a:xfrm>
          <a:prstGeom prst="straightConnector1">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75" name="Straight Arrow Connector 74">
            <a:extLst>
              <a:ext uri="{FF2B5EF4-FFF2-40B4-BE49-F238E27FC236}">
                <a16:creationId xmlns:a16="http://schemas.microsoft.com/office/drawing/2014/main" id="{BDFA0765-4B16-D0FA-1FE6-0FD28B15A92D}"/>
              </a:ext>
            </a:extLst>
          </p:cNvPr>
          <p:cNvCxnSpPr>
            <a:cxnSpLocks/>
            <a:stCxn id="70" idx="4"/>
            <a:endCxn id="71" idx="0"/>
          </p:cNvCxnSpPr>
          <p:nvPr/>
        </p:nvCxnSpPr>
        <p:spPr>
          <a:xfrm>
            <a:off x="17280932" y="8124356"/>
            <a:ext cx="0" cy="1139808"/>
          </a:xfrm>
          <a:prstGeom prst="straightConnector1">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83" name="Straight Arrow Connector 82">
            <a:extLst>
              <a:ext uri="{FF2B5EF4-FFF2-40B4-BE49-F238E27FC236}">
                <a16:creationId xmlns:a16="http://schemas.microsoft.com/office/drawing/2014/main" id="{F724376E-BCAB-F09C-9144-A893C13C9E25}"/>
              </a:ext>
            </a:extLst>
          </p:cNvPr>
          <p:cNvCxnSpPr>
            <a:cxnSpLocks/>
            <a:endCxn id="70" idx="0"/>
          </p:cNvCxnSpPr>
          <p:nvPr/>
        </p:nvCxnSpPr>
        <p:spPr>
          <a:xfrm>
            <a:off x="17280932" y="5277180"/>
            <a:ext cx="0" cy="1423149"/>
          </a:xfrm>
          <a:prstGeom prst="straightConnector1">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91" name="Straight Arrow Connector 90">
            <a:extLst>
              <a:ext uri="{FF2B5EF4-FFF2-40B4-BE49-F238E27FC236}">
                <a16:creationId xmlns:a16="http://schemas.microsoft.com/office/drawing/2014/main" id="{CA846E5B-F615-44B8-F002-A030380A48D2}"/>
              </a:ext>
            </a:extLst>
          </p:cNvPr>
          <p:cNvCxnSpPr>
            <a:cxnSpLocks/>
            <a:stCxn id="11" idx="2"/>
          </p:cNvCxnSpPr>
          <p:nvPr/>
        </p:nvCxnSpPr>
        <p:spPr>
          <a:xfrm>
            <a:off x="6119578" y="8235541"/>
            <a:ext cx="26174" cy="3370750"/>
          </a:xfrm>
          <a:prstGeom prst="straightConnector1">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101" name="Straight Arrow Connector 100">
            <a:extLst>
              <a:ext uri="{FF2B5EF4-FFF2-40B4-BE49-F238E27FC236}">
                <a16:creationId xmlns:a16="http://schemas.microsoft.com/office/drawing/2014/main" id="{DAA2D1BD-6072-27C9-09F4-E57CABFBEF01}"/>
              </a:ext>
            </a:extLst>
          </p:cNvPr>
          <p:cNvCxnSpPr>
            <a:cxnSpLocks/>
          </p:cNvCxnSpPr>
          <p:nvPr/>
        </p:nvCxnSpPr>
        <p:spPr>
          <a:xfrm>
            <a:off x="6120192" y="5448822"/>
            <a:ext cx="12473" cy="1606256"/>
          </a:xfrm>
          <a:prstGeom prst="straightConnector1">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Tree>
    <p:extLst>
      <p:ext uri="{BB962C8B-B14F-4D97-AF65-F5344CB8AC3E}">
        <p14:creationId xmlns:p14="http://schemas.microsoft.com/office/powerpoint/2010/main" val="1023453331"/>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20350-55A6-392D-4861-2633E8C28F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64DB07-F844-C1EF-2BED-A81272A68E65}"/>
              </a:ext>
            </a:extLst>
          </p:cNvPr>
          <p:cNvSpPr>
            <a:spLocks noGrp="1"/>
          </p:cNvSpPr>
          <p:nvPr>
            <p:ph type="title"/>
          </p:nvPr>
        </p:nvSpPr>
        <p:spPr/>
        <p:txBody>
          <a:bodyPr>
            <a:normAutofit fontScale="90000"/>
          </a:bodyPr>
          <a:lstStyle/>
          <a:p>
            <a:r>
              <a:rPr lang="en-US" dirty="0"/>
              <a:t>Decision Symbol</a:t>
            </a:r>
          </a:p>
        </p:txBody>
      </p:sp>
      <p:sp>
        <p:nvSpPr>
          <p:cNvPr id="3" name="Text Placeholder 2">
            <a:extLst>
              <a:ext uri="{FF2B5EF4-FFF2-40B4-BE49-F238E27FC236}">
                <a16:creationId xmlns:a16="http://schemas.microsoft.com/office/drawing/2014/main" id="{9DC65D81-D92A-72D6-DF21-9166ACED8F96}"/>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51A023BA-E56B-4E26-BFE8-47551C112458}"/>
              </a:ext>
            </a:extLst>
          </p:cNvPr>
          <p:cNvSpPr>
            <a:spLocks noGrp="1"/>
          </p:cNvSpPr>
          <p:nvPr>
            <p:ph sz="quarter" idx="11"/>
          </p:nvPr>
        </p:nvSpPr>
        <p:spPr>
          <a:xfrm>
            <a:off x="2167376" y="3786632"/>
            <a:ext cx="19263874" cy="1953660"/>
          </a:xfrm>
        </p:spPr>
        <p:txBody>
          <a:bodyPr>
            <a:normAutofit/>
          </a:bodyPr>
          <a:lstStyle/>
          <a:p>
            <a:pPr marL="0" indent="0">
              <a:buNone/>
            </a:pPr>
            <a:r>
              <a:rPr lang="en-US" sz="3200" dirty="0">
                <a:latin typeface="+mj-lt"/>
              </a:rPr>
              <a:t>You can also “stack” decision symbol if it requires multiple decision making.</a:t>
            </a:r>
          </a:p>
        </p:txBody>
      </p:sp>
      <p:sp>
        <p:nvSpPr>
          <p:cNvPr id="19" name="Flowchart: Decision 18">
            <a:extLst>
              <a:ext uri="{FF2B5EF4-FFF2-40B4-BE49-F238E27FC236}">
                <a16:creationId xmlns:a16="http://schemas.microsoft.com/office/drawing/2014/main" id="{C5B6C095-DE66-90C7-A0B8-08CD8367328A}"/>
              </a:ext>
            </a:extLst>
          </p:cNvPr>
          <p:cNvSpPr/>
          <p:nvPr/>
        </p:nvSpPr>
        <p:spPr>
          <a:xfrm>
            <a:off x="3668865" y="6079818"/>
            <a:ext cx="4327498" cy="1593612"/>
          </a:xfrm>
          <a:prstGeom prst="flowChartDecision">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weather == “rain”</a:t>
            </a:r>
          </a:p>
        </p:txBody>
      </p:sp>
      <p:sp>
        <p:nvSpPr>
          <p:cNvPr id="20" name="Flowchart: Decision 19">
            <a:extLst>
              <a:ext uri="{FF2B5EF4-FFF2-40B4-BE49-F238E27FC236}">
                <a16:creationId xmlns:a16="http://schemas.microsoft.com/office/drawing/2014/main" id="{BDF9BA0F-7C15-6C33-48AE-51F77A5B2E72}"/>
              </a:ext>
            </a:extLst>
          </p:cNvPr>
          <p:cNvSpPr/>
          <p:nvPr/>
        </p:nvSpPr>
        <p:spPr>
          <a:xfrm>
            <a:off x="11391902" y="7673430"/>
            <a:ext cx="3457824" cy="1440613"/>
          </a:xfrm>
          <a:prstGeom prst="flowChartDecision">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lazy</a:t>
            </a:r>
          </a:p>
        </p:txBody>
      </p:sp>
      <p:cxnSp>
        <p:nvCxnSpPr>
          <p:cNvPr id="7" name="Straight Arrow Connector 6">
            <a:extLst>
              <a:ext uri="{FF2B5EF4-FFF2-40B4-BE49-F238E27FC236}">
                <a16:creationId xmlns:a16="http://schemas.microsoft.com/office/drawing/2014/main" id="{C96ECF7E-79DE-9C10-483B-690A31547DAC}"/>
              </a:ext>
            </a:extLst>
          </p:cNvPr>
          <p:cNvCxnSpPr>
            <a:cxnSpLocks/>
            <a:endCxn id="19" idx="0"/>
          </p:cNvCxnSpPr>
          <p:nvPr/>
        </p:nvCxnSpPr>
        <p:spPr>
          <a:xfrm>
            <a:off x="5832614" y="4819128"/>
            <a:ext cx="0" cy="1260690"/>
          </a:xfrm>
          <a:prstGeom prst="straightConnector1">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10" name="Connector: Elbow 9">
            <a:extLst>
              <a:ext uri="{FF2B5EF4-FFF2-40B4-BE49-F238E27FC236}">
                <a16:creationId xmlns:a16="http://schemas.microsoft.com/office/drawing/2014/main" id="{F6C8C748-D4CE-7D10-1E46-F66DD3BDA6FF}"/>
              </a:ext>
            </a:extLst>
          </p:cNvPr>
          <p:cNvCxnSpPr>
            <a:cxnSpLocks/>
            <a:stCxn id="19" idx="3"/>
            <a:endCxn id="20" idx="0"/>
          </p:cNvCxnSpPr>
          <p:nvPr/>
        </p:nvCxnSpPr>
        <p:spPr>
          <a:xfrm>
            <a:off x="7996363" y="6876624"/>
            <a:ext cx="5124451" cy="796806"/>
          </a:xfrm>
          <a:prstGeom prst="bentConnector2">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24" name="Parallelogram 23">
            <a:extLst>
              <a:ext uri="{FF2B5EF4-FFF2-40B4-BE49-F238E27FC236}">
                <a16:creationId xmlns:a16="http://schemas.microsoft.com/office/drawing/2014/main" id="{57637588-15DF-D270-52FE-3D33760574ED}"/>
              </a:ext>
            </a:extLst>
          </p:cNvPr>
          <p:cNvSpPr/>
          <p:nvPr/>
        </p:nvSpPr>
        <p:spPr>
          <a:xfrm>
            <a:off x="7114532" y="9606569"/>
            <a:ext cx="4061974" cy="1424027"/>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Display “Order takeaway”</a:t>
            </a:r>
          </a:p>
        </p:txBody>
      </p:sp>
      <p:sp>
        <p:nvSpPr>
          <p:cNvPr id="25" name="Parallelogram 24">
            <a:extLst>
              <a:ext uri="{FF2B5EF4-FFF2-40B4-BE49-F238E27FC236}">
                <a16:creationId xmlns:a16="http://schemas.microsoft.com/office/drawing/2014/main" id="{FFAE4C5C-F8AD-0A96-A960-9937D1A2132D}"/>
              </a:ext>
            </a:extLst>
          </p:cNvPr>
          <p:cNvSpPr/>
          <p:nvPr/>
        </p:nvSpPr>
        <p:spPr>
          <a:xfrm>
            <a:off x="15140427" y="9606568"/>
            <a:ext cx="4061974" cy="1424027"/>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Display “Dine out”</a:t>
            </a:r>
          </a:p>
        </p:txBody>
      </p:sp>
      <p:sp>
        <p:nvSpPr>
          <p:cNvPr id="26" name="Parallelogram 25">
            <a:extLst>
              <a:ext uri="{FF2B5EF4-FFF2-40B4-BE49-F238E27FC236}">
                <a16:creationId xmlns:a16="http://schemas.microsoft.com/office/drawing/2014/main" id="{52FFC996-B116-7CB9-0AAB-29BDDB7546E6}"/>
              </a:ext>
            </a:extLst>
          </p:cNvPr>
          <p:cNvSpPr/>
          <p:nvPr/>
        </p:nvSpPr>
        <p:spPr>
          <a:xfrm>
            <a:off x="1070598" y="9606567"/>
            <a:ext cx="4061974" cy="1424027"/>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Display “Cook instant ramen”</a:t>
            </a:r>
          </a:p>
        </p:txBody>
      </p:sp>
      <p:cxnSp>
        <p:nvCxnSpPr>
          <p:cNvPr id="28" name="Connector: Elbow 27">
            <a:extLst>
              <a:ext uri="{FF2B5EF4-FFF2-40B4-BE49-F238E27FC236}">
                <a16:creationId xmlns:a16="http://schemas.microsoft.com/office/drawing/2014/main" id="{5C69DC02-DCA6-3816-6B9A-235A9C8BC541}"/>
              </a:ext>
            </a:extLst>
          </p:cNvPr>
          <p:cNvCxnSpPr>
            <a:cxnSpLocks/>
            <a:stCxn id="19" idx="1"/>
            <a:endCxn id="26" idx="0"/>
          </p:cNvCxnSpPr>
          <p:nvPr/>
        </p:nvCxnSpPr>
        <p:spPr>
          <a:xfrm rot="10800000" flipV="1">
            <a:off x="3101585" y="6876623"/>
            <a:ext cx="567280" cy="2729943"/>
          </a:xfrm>
          <a:prstGeom prst="bentConnector2">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32" name="Connector: Elbow 31">
            <a:extLst>
              <a:ext uri="{FF2B5EF4-FFF2-40B4-BE49-F238E27FC236}">
                <a16:creationId xmlns:a16="http://schemas.microsoft.com/office/drawing/2014/main" id="{63C02B7F-2BE1-04CA-6A90-69ED5889B69B}"/>
              </a:ext>
            </a:extLst>
          </p:cNvPr>
          <p:cNvCxnSpPr>
            <a:cxnSpLocks/>
            <a:stCxn id="20" idx="1"/>
            <a:endCxn id="24" idx="1"/>
          </p:cNvCxnSpPr>
          <p:nvPr/>
        </p:nvCxnSpPr>
        <p:spPr>
          <a:xfrm rot="10800000" flipV="1">
            <a:off x="9323522" y="8393737"/>
            <a:ext cx="2068380" cy="1212832"/>
          </a:xfrm>
          <a:prstGeom prst="bentConnector2">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35" name="Connector: Elbow 34">
            <a:extLst>
              <a:ext uri="{FF2B5EF4-FFF2-40B4-BE49-F238E27FC236}">
                <a16:creationId xmlns:a16="http://schemas.microsoft.com/office/drawing/2014/main" id="{0D578276-DB2C-29E2-FF53-88356A49BF31}"/>
              </a:ext>
            </a:extLst>
          </p:cNvPr>
          <p:cNvCxnSpPr>
            <a:cxnSpLocks/>
            <a:stCxn id="20" idx="3"/>
            <a:endCxn id="25" idx="1"/>
          </p:cNvCxnSpPr>
          <p:nvPr/>
        </p:nvCxnSpPr>
        <p:spPr>
          <a:xfrm>
            <a:off x="14849726" y="8393737"/>
            <a:ext cx="2499691" cy="1212831"/>
          </a:xfrm>
          <a:prstGeom prst="bentConnector2">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45" name="Connector: Elbow 44">
            <a:extLst>
              <a:ext uri="{FF2B5EF4-FFF2-40B4-BE49-F238E27FC236}">
                <a16:creationId xmlns:a16="http://schemas.microsoft.com/office/drawing/2014/main" id="{CF72A6AB-0A59-BB9A-163A-97DA8D3C4DC5}"/>
              </a:ext>
            </a:extLst>
          </p:cNvPr>
          <p:cNvCxnSpPr>
            <a:cxnSpLocks/>
            <a:stCxn id="26" idx="4"/>
          </p:cNvCxnSpPr>
          <p:nvPr/>
        </p:nvCxnSpPr>
        <p:spPr>
          <a:xfrm rot="16200000" flipH="1">
            <a:off x="6221605" y="7910573"/>
            <a:ext cx="2214523" cy="8454563"/>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48" name="Connector: Elbow 47">
            <a:extLst>
              <a:ext uri="{FF2B5EF4-FFF2-40B4-BE49-F238E27FC236}">
                <a16:creationId xmlns:a16="http://schemas.microsoft.com/office/drawing/2014/main" id="{3419C7D8-DFB7-294D-4038-B87B4CAF6392}"/>
              </a:ext>
            </a:extLst>
          </p:cNvPr>
          <p:cNvCxnSpPr>
            <a:cxnSpLocks/>
            <a:stCxn id="24" idx="3"/>
          </p:cNvCxnSpPr>
          <p:nvPr/>
        </p:nvCxnSpPr>
        <p:spPr>
          <a:xfrm rot="16200000" flipH="1">
            <a:off x="9154572" y="10843540"/>
            <a:ext cx="2214521" cy="2588632"/>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51" name="Connector: Elbow 50">
            <a:extLst>
              <a:ext uri="{FF2B5EF4-FFF2-40B4-BE49-F238E27FC236}">
                <a16:creationId xmlns:a16="http://schemas.microsoft.com/office/drawing/2014/main" id="{01C255D8-5DE1-449E-85E0-FFA8E8FE9973}"/>
              </a:ext>
            </a:extLst>
          </p:cNvPr>
          <p:cNvCxnSpPr>
            <a:cxnSpLocks/>
            <a:stCxn id="25" idx="4"/>
          </p:cNvCxnSpPr>
          <p:nvPr/>
        </p:nvCxnSpPr>
        <p:spPr>
          <a:xfrm rot="5400000">
            <a:off x="13256520" y="9330223"/>
            <a:ext cx="2214522" cy="5615266"/>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54" name="TextBox 53">
            <a:extLst>
              <a:ext uri="{FF2B5EF4-FFF2-40B4-BE49-F238E27FC236}">
                <a16:creationId xmlns:a16="http://schemas.microsoft.com/office/drawing/2014/main" id="{F86202E9-3597-0935-693F-BB1A5B081460}"/>
              </a:ext>
            </a:extLst>
          </p:cNvPr>
          <p:cNvSpPr txBox="1"/>
          <p:nvPr/>
        </p:nvSpPr>
        <p:spPr>
          <a:xfrm>
            <a:off x="2909042" y="6359128"/>
            <a:ext cx="759823"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chemeClr val="bg2">
                    <a:lumMod val="10000"/>
                  </a:schemeClr>
                </a:solidFill>
                <a:effectLst/>
                <a:uFillTx/>
                <a:latin typeface="+mn-lt"/>
                <a:ea typeface="+mn-ea"/>
                <a:cs typeface="+mn-cs"/>
                <a:sym typeface="Helvetica Neue"/>
              </a:rPr>
              <a:t>True</a:t>
            </a:r>
          </a:p>
        </p:txBody>
      </p:sp>
      <p:sp>
        <p:nvSpPr>
          <p:cNvPr id="55" name="TextBox 54">
            <a:extLst>
              <a:ext uri="{FF2B5EF4-FFF2-40B4-BE49-F238E27FC236}">
                <a16:creationId xmlns:a16="http://schemas.microsoft.com/office/drawing/2014/main" id="{2E5B5967-75AF-E065-8016-93D45513DCAB}"/>
              </a:ext>
            </a:extLst>
          </p:cNvPr>
          <p:cNvSpPr txBox="1"/>
          <p:nvPr/>
        </p:nvSpPr>
        <p:spPr>
          <a:xfrm>
            <a:off x="10558588" y="7913517"/>
            <a:ext cx="759823"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chemeClr val="bg2">
                    <a:lumMod val="10000"/>
                  </a:schemeClr>
                </a:solidFill>
                <a:effectLst/>
                <a:uFillTx/>
                <a:latin typeface="+mn-lt"/>
                <a:ea typeface="+mn-ea"/>
                <a:cs typeface="+mn-cs"/>
                <a:sym typeface="Helvetica Neue"/>
              </a:rPr>
              <a:t>True</a:t>
            </a:r>
          </a:p>
        </p:txBody>
      </p:sp>
      <p:sp>
        <p:nvSpPr>
          <p:cNvPr id="56" name="TextBox 55">
            <a:extLst>
              <a:ext uri="{FF2B5EF4-FFF2-40B4-BE49-F238E27FC236}">
                <a16:creationId xmlns:a16="http://schemas.microsoft.com/office/drawing/2014/main" id="{89769045-D3F0-13F7-AD08-110CB5EA05D0}"/>
              </a:ext>
            </a:extLst>
          </p:cNvPr>
          <p:cNvSpPr txBox="1"/>
          <p:nvPr/>
        </p:nvSpPr>
        <p:spPr>
          <a:xfrm>
            <a:off x="8135557" y="6322398"/>
            <a:ext cx="831959"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chemeClr val="bg2">
                    <a:lumMod val="10000"/>
                  </a:schemeClr>
                </a:solidFill>
                <a:effectLst/>
                <a:uFillTx/>
                <a:latin typeface="+mn-lt"/>
                <a:ea typeface="+mn-ea"/>
                <a:cs typeface="+mn-cs"/>
                <a:sym typeface="Helvetica Neue"/>
              </a:rPr>
              <a:t>False</a:t>
            </a:r>
          </a:p>
        </p:txBody>
      </p:sp>
      <p:sp>
        <p:nvSpPr>
          <p:cNvPr id="57" name="TextBox 56">
            <a:extLst>
              <a:ext uri="{FF2B5EF4-FFF2-40B4-BE49-F238E27FC236}">
                <a16:creationId xmlns:a16="http://schemas.microsoft.com/office/drawing/2014/main" id="{887BC64C-8AC7-F6DC-6631-79F38EA586DA}"/>
              </a:ext>
            </a:extLst>
          </p:cNvPr>
          <p:cNvSpPr txBox="1"/>
          <p:nvPr/>
        </p:nvSpPr>
        <p:spPr>
          <a:xfrm>
            <a:off x="14851633" y="7875632"/>
            <a:ext cx="831959"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chemeClr val="bg2">
                    <a:lumMod val="10000"/>
                  </a:schemeClr>
                </a:solidFill>
                <a:effectLst/>
                <a:uFillTx/>
                <a:latin typeface="+mn-lt"/>
                <a:ea typeface="+mn-ea"/>
                <a:cs typeface="+mn-cs"/>
                <a:sym typeface="Helvetica Neue"/>
              </a:rPr>
              <a:t>False</a:t>
            </a:r>
          </a:p>
        </p:txBody>
      </p:sp>
    </p:spTree>
    <p:extLst>
      <p:ext uri="{BB962C8B-B14F-4D97-AF65-F5344CB8AC3E}">
        <p14:creationId xmlns:p14="http://schemas.microsoft.com/office/powerpoint/2010/main" val="2673478930"/>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BA2EB1-1C6E-45AA-7581-D91C7A28FD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36D29F-C600-AF6E-3720-42AA98C53DF1}"/>
              </a:ext>
            </a:extLst>
          </p:cNvPr>
          <p:cNvSpPr>
            <a:spLocks noGrp="1"/>
          </p:cNvSpPr>
          <p:nvPr>
            <p:ph type="title"/>
          </p:nvPr>
        </p:nvSpPr>
        <p:spPr/>
        <p:txBody>
          <a:bodyPr>
            <a:normAutofit fontScale="90000"/>
          </a:bodyPr>
          <a:lstStyle/>
          <a:p>
            <a:r>
              <a:rPr lang="en-US" dirty="0"/>
              <a:t>Decision Symbol</a:t>
            </a:r>
          </a:p>
        </p:txBody>
      </p:sp>
      <p:sp>
        <p:nvSpPr>
          <p:cNvPr id="3" name="Text Placeholder 2">
            <a:extLst>
              <a:ext uri="{FF2B5EF4-FFF2-40B4-BE49-F238E27FC236}">
                <a16:creationId xmlns:a16="http://schemas.microsoft.com/office/drawing/2014/main" id="{7F97EBB6-B62D-2FC0-A831-6E9E20E32AFD}"/>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F3287AFA-5CAC-670E-57E5-5C20AD40D7B1}"/>
              </a:ext>
            </a:extLst>
          </p:cNvPr>
          <p:cNvSpPr>
            <a:spLocks noGrp="1"/>
          </p:cNvSpPr>
          <p:nvPr>
            <p:ph sz="quarter" idx="11"/>
          </p:nvPr>
        </p:nvSpPr>
        <p:spPr>
          <a:xfrm>
            <a:off x="2167376" y="3786631"/>
            <a:ext cx="20136286" cy="8729219"/>
          </a:xfrm>
        </p:spPr>
        <p:txBody>
          <a:bodyPr>
            <a:normAutofit/>
          </a:bodyPr>
          <a:lstStyle/>
          <a:p>
            <a:pPr marL="0" indent="0">
              <a:buNone/>
            </a:pPr>
            <a:r>
              <a:rPr lang="en-US" sz="3200" dirty="0">
                <a:latin typeface="+mj-lt"/>
              </a:rPr>
              <a:t>Creating switch case is as easy as increasing the number of branches. Be sure to include Default (when variable does not contain the coded cases)</a:t>
            </a:r>
          </a:p>
        </p:txBody>
      </p:sp>
      <p:sp>
        <p:nvSpPr>
          <p:cNvPr id="11" name="Flowchart: Decision 10">
            <a:extLst>
              <a:ext uri="{FF2B5EF4-FFF2-40B4-BE49-F238E27FC236}">
                <a16:creationId xmlns:a16="http://schemas.microsoft.com/office/drawing/2014/main" id="{D915F2A0-90AC-7F0B-6837-70B6A52CD019}"/>
              </a:ext>
            </a:extLst>
          </p:cNvPr>
          <p:cNvSpPr/>
          <p:nvPr/>
        </p:nvSpPr>
        <p:spPr>
          <a:xfrm>
            <a:off x="10143893" y="5629501"/>
            <a:ext cx="4777852" cy="1182013"/>
          </a:xfrm>
          <a:prstGeom prst="flowChartDecision">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err="1">
                <a:solidFill>
                  <a:schemeClr val="tx1">
                    <a:lumMod val="50000"/>
                  </a:schemeClr>
                </a:solidFill>
                <a:latin typeface="+mj-lt"/>
                <a:sym typeface="Helvetica Neue Medium"/>
              </a:rPr>
              <a:t>team_name</a:t>
            </a:r>
            <a:endParaRPr lang="en-US" sz="3200" dirty="0">
              <a:solidFill>
                <a:schemeClr val="tx1">
                  <a:lumMod val="50000"/>
                </a:schemeClr>
              </a:solidFill>
              <a:latin typeface="+mj-lt"/>
              <a:sym typeface="Helvetica Neue Medium"/>
            </a:endParaRPr>
          </a:p>
        </p:txBody>
      </p:sp>
      <p:cxnSp>
        <p:nvCxnSpPr>
          <p:cNvPr id="15" name="Connector: Elbow 14">
            <a:extLst>
              <a:ext uri="{FF2B5EF4-FFF2-40B4-BE49-F238E27FC236}">
                <a16:creationId xmlns:a16="http://schemas.microsoft.com/office/drawing/2014/main" id="{D0881ABA-ECA0-70DC-73A6-A9968B22321D}"/>
              </a:ext>
            </a:extLst>
          </p:cNvPr>
          <p:cNvCxnSpPr>
            <a:cxnSpLocks/>
            <a:stCxn id="11" idx="2"/>
            <a:endCxn id="20" idx="0"/>
          </p:cNvCxnSpPr>
          <p:nvPr/>
        </p:nvCxnSpPr>
        <p:spPr>
          <a:xfrm rot="16200000" flipH="1">
            <a:off x="14915949" y="4428383"/>
            <a:ext cx="3003123" cy="7769383"/>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8" name="TextBox 17">
            <a:extLst>
              <a:ext uri="{FF2B5EF4-FFF2-40B4-BE49-F238E27FC236}">
                <a16:creationId xmlns:a16="http://schemas.microsoft.com/office/drawing/2014/main" id="{79A3548E-0B39-D6C3-38AD-AA60D1090C39}"/>
              </a:ext>
            </a:extLst>
          </p:cNvPr>
          <p:cNvSpPr txBox="1"/>
          <p:nvPr/>
        </p:nvSpPr>
        <p:spPr>
          <a:xfrm>
            <a:off x="3856160" y="8533136"/>
            <a:ext cx="601127" cy="7181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4000" b="0" i="0" u="none" strike="noStrike" cap="none" spc="0" normalizeH="0" baseline="0" dirty="0">
                <a:ln>
                  <a:noFill/>
                </a:ln>
                <a:solidFill>
                  <a:schemeClr val="bg2">
                    <a:lumMod val="10000"/>
                  </a:schemeClr>
                </a:solidFill>
                <a:effectLst/>
                <a:uFillTx/>
                <a:latin typeface="+mn-lt"/>
                <a:ea typeface="+mn-ea"/>
                <a:cs typeface="+mn-cs"/>
                <a:sym typeface="Helvetica Neue"/>
              </a:rPr>
              <a:t>‘A’</a:t>
            </a:r>
          </a:p>
        </p:txBody>
      </p:sp>
      <p:cxnSp>
        <p:nvCxnSpPr>
          <p:cNvPr id="101" name="Straight Arrow Connector 100">
            <a:extLst>
              <a:ext uri="{FF2B5EF4-FFF2-40B4-BE49-F238E27FC236}">
                <a16:creationId xmlns:a16="http://schemas.microsoft.com/office/drawing/2014/main" id="{F6D4D44F-0175-529D-27FB-4228A3B20D7B}"/>
              </a:ext>
            </a:extLst>
          </p:cNvPr>
          <p:cNvCxnSpPr>
            <a:cxnSpLocks/>
          </p:cNvCxnSpPr>
          <p:nvPr/>
        </p:nvCxnSpPr>
        <p:spPr>
          <a:xfrm>
            <a:off x="12539198" y="4767223"/>
            <a:ext cx="6708" cy="863828"/>
          </a:xfrm>
          <a:prstGeom prst="straightConnector1">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6" name="Connector: Elbow 5">
            <a:extLst>
              <a:ext uri="{FF2B5EF4-FFF2-40B4-BE49-F238E27FC236}">
                <a16:creationId xmlns:a16="http://schemas.microsoft.com/office/drawing/2014/main" id="{3378E32D-77EE-1127-0B9A-903DEF0B1DC9}"/>
              </a:ext>
            </a:extLst>
          </p:cNvPr>
          <p:cNvCxnSpPr>
            <a:cxnSpLocks/>
            <a:stCxn id="11" idx="2"/>
            <a:endCxn id="10" idx="0"/>
          </p:cNvCxnSpPr>
          <p:nvPr/>
        </p:nvCxnSpPr>
        <p:spPr>
          <a:xfrm rot="5400000">
            <a:off x="7114659" y="4396478"/>
            <a:ext cx="3003124" cy="7833196"/>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0" name="Rectangle 9">
            <a:extLst>
              <a:ext uri="{FF2B5EF4-FFF2-40B4-BE49-F238E27FC236}">
                <a16:creationId xmlns:a16="http://schemas.microsoft.com/office/drawing/2014/main" id="{50E75688-F92D-8D80-A078-24A15142F3FC}"/>
              </a:ext>
            </a:extLst>
          </p:cNvPr>
          <p:cNvSpPr/>
          <p:nvPr/>
        </p:nvSpPr>
        <p:spPr>
          <a:xfrm>
            <a:off x="2698163" y="9814638"/>
            <a:ext cx="4002920" cy="595035"/>
          </a:xfrm>
          <a:prstGeom prst="rect">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err="1">
                <a:solidFill>
                  <a:schemeClr val="tx1">
                    <a:lumMod val="50000"/>
                  </a:schemeClr>
                </a:solidFill>
                <a:latin typeface="+mj-lt"/>
                <a:sym typeface="Helvetica Neue Medium"/>
              </a:rPr>
              <a:t>id_head</a:t>
            </a:r>
            <a:r>
              <a:rPr lang="en-US" sz="3200" dirty="0">
                <a:solidFill>
                  <a:schemeClr val="tx1">
                    <a:lumMod val="50000"/>
                  </a:schemeClr>
                </a:solidFill>
                <a:latin typeface="+mj-lt"/>
                <a:sym typeface="Helvetica Neue Medium"/>
              </a:rPr>
              <a:t> = “001”</a:t>
            </a:r>
          </a:p>
        </p:txBody>
      </p:sp>
      <p:sp>
        <p:nvSpPr>
          <p:cNvPr id="14" name="Rectangle 13">
            <a:extLst>
              <a:ext uri="{FF2B5EF4-FFF2-40B4-BE49-F238E27FC236}">
                <a16:creationId xmlns:a16="http://schemas.microsoft.com/office/drawing/2014/main" id="{BC1213E0-6CBF-8A36-4277-A9EB9FBFF6F6}"/>
              </a:ext>
            </a:extLst>
          </p:cNvPr>
          <p:cNvSpPr/>
          <p:nvPr/>
        </p:nvSpPr>
        <p:spPr>
          <a:xfrm>
            <a:off x="8045227" y="9814639"/>
            <a:ext cx="4002920" cy="595035"/>
          </a:xfrm>
          <a:prstGeom prst="rect">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err="1">
                <a:solidFill>
                  <a:schemeClr val="tx1">
                    <a:lumMod val="50000"/>
                  </a:schemeClr>
                </a:solidFill>
                <a:latin typeface="+mj-lt"/>
                <a:sym typeface="Helvetica Neue Medium"/>
              </a:rPr>
              <a:t>id_head</a:t>
            </a:r>
            <a:r>
              <a:rPr lang="en-US" sz="3200" dirty="0">
                <a:solidFill>
                  <a:schemeClr val="tx1">
                    <a:lumMod val="50000"/>
                  </a:schemeClr>
                </a:solidFill>
                <a:latin typeface="+mj-lt"/>
                <a:sym typeface="Helvetica Neue Medium"/>
              </a:rPr>
              <a:t> = “002”</a:t>
            </a:r>
          </a:p>
        </p:txBody>
      </p:sp>
      <p:sp>
        <p:nvSpPr>
          <p:cNvPr id="16" name="Rectangle 15">
            <a:extLst>
              <a:ext uri="{FF2B5EF4-FFF2-40B4-BE49-F238E27FC236}">
                <a16:creationId xmlns:a16="http://schemas.microsoft.com/office/drawing/2014/main" id="{7885CFB9-EA66-4BD0-25F4-A0AF998A509B}"/>
              </a:ext>
            </a:extLst>
          </p:cNvPr>
          <p:cNvSpPr/>
          <p:nvPr/>
        </p:nvSpPr>
        <p:spPr>
          <a:xfrm>
            <a:off x="13132343" y="9814639"/>
            <a:ext cx="4002920" cy="595035"/>
          </a:xfrm>
          <a:prstGeom prst="rect">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err="1">
                <a:solidFill>
                  <a:schemeClr val="tx1">
                    <a:lumMod val="50000"/>
                  </a:schemeClr>
                </a:solidFill>
                <a:latin typeface="+mj-lt"/>
                <a:sym typeface="Helvetica Neue Medium"/>
              </a:rPr>
              <a:t>id_head</a:t>
            </a:r>
            <a:r>
              <a:rPr lang="en-US" sz="3200" dirty="0">
                <a:solidFill>
                  <a:schemeClr val="tx1">
                    <a:lumMod val="50000"/>
                  </a:schemeClr>
                </a:solidFill>
                <a:latin typeface="+mj-lt"/>
                <a:sym typeface="Helvetica Neue Medium"/>
              </a:rPr>
              <a:t> = “003”</a:t>
            </a:r>
          </a:p>
        </p:txBody>
      </p:sp>
      <p:sp>
        <p:nvSpPr>
          <p:cNvPr id="20" name="Rectangle 19">
            <a:extLst>
              <a:ext uri="{FF2B5EF4-FFF2-40B4-BE49-F238E27FC236}">
                <a16:creationId xmlns:a16="http://schemas.microsoft.com/office/drawing/2014/main" id="{B8A535F1-244A-0C25-ABD5-DAB28494BC4C}"/>
              </a:ext>
            </a:extLst>
          </p:cNvPr>
          <p:cNvSpPr/>
          <p:nvPr/>
        </p:nvSpPr>
        <p:spPr>
          <a:xfrm>
            <a:off x="18300742" y="9814637"/>
            <a:ext cx="4002920" cy="595035"/>
          </a:xfrm>
          <a:prstGeom prst="rect">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err="1">
                <a:solidFill>
                  <a:schemeClr val="tx1">
                    <a:lumMod val="50000"/>
                  </a:schemeClr>
                </a:solidFill>
                <a:latin typeface="+mj-lt"/>
                <a:sym typeface="Helvetica Neue Medium"/>
              </a:rPr>
              <a:t>id_head</a:t>
            </a:r>
            <a:r>
              <a:rPr lang="en-US" sz="3200" dirty="0">
                <a:solidFill>
                  <a:schemeClr val="tx1">
                    <a:lumMod val="50000"/>
                  </a:schemeClr>
                </a:solidFill>
                <a:latin typeface="+mj-lt"/>
                <a:sym typeface="Helvetica Neue Medium"/>
              </a:rPr>
              <a:t> = “000”</a:t>
            </a:r>
          </a:p>
        </p:txBody>
      </p:sp>
      <p:cxnSp>
        <p:nvCxnSpPr>
          <p:cNvPr id="22" name="Connector: Elbow 21">
            <a:extLst>
              <a:ext uri="{FF2B5EF4-FFF2-40B4-BE49-F238E27FC236}">
                <a16:creationId xmlns:a16="http://schemas.microsoft.com/office/drawing/2014/main" id="{B951C47B-BBD7-FD21-4F8E-49EA0BC25CF1}"/>
              </a:ext>
            </a:extLst>
          </p:cNvPr>
          <p:cNvCxnSpPr>
            <a:cxnSpLocks/>
            <a:stCxn id="11" idx="2"/>
            <a:endCxn id="14" idx="0"/>
          </p:cNvCxnSpPr>
          <p:nvPr/>
        </p:nvCxnSpPr>
        <p:spPr>
          <a:xfrm rot="5400000">
            <a:off x="9788191" y="7070010"/>
            <a:ext cx="3003125" cy="2486132"/>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26" name="Connector: Elbow 25">
            <a:extLst>
              <a:ext uri="{FF2B5EF4-FFF2-40B4-BE49-F238E27FC236}">
                <a16:creationId xmlns:a16="http://schemas.microsoft.com/office/drawing/2014/main" id="{DACE5550-BE71-F6D4-8E56-B368A570AE46}"/>
              </a:ext>
            </a:extLst>
          </p:cNvPr>
          <p:cNvCxnSpPr>
            <a:cxnSpLocks/>
            <a:stCxn id="11" idx="2"/>
            <a:endCxn id="16" idx="0"/>
          </p:cNvCxnSpPr>
          <p:nvPr/>
        </p:nvCxnSpPr>
        <p:spPr>
          <a:xfrm rot="16200000" flipH="1">
            <a:off x="12331749" y="7012584"/>
            <a:ext cx="3003125" cy="2600984"/>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40" name="TextBox 39">
            <a:extLst>
              <a:ext uri="{FF2B5EF4-FFF2-40B4-BE49-F238E27FC236}">
                <a16:creationId xmlns:a16="http://schemas.microsoft.com/office/drawing/2014/main" id="{340BB775-0BB5-7CC7-0314-816FDE78C250}"/>
              </a:ext>
            </a:extLst>
          </p:cNvPr>
          <p:cNvSpPr txBox="1"/>
          <p:nvPr/>
        </p:nvSpPr>
        <p:spPr>
          <a:xfrm>
            <a:off x="9196812" y="8515289"/>
            <a:ext cx="607539" cy="7181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4000" b="0" i="0" u="none" strike="noStrike" cap="none" spc="0" normalizeH="0" baseline="0" dirty="0">
                <a:ln>
                  <a:noFill/>
                </a:ln>
                <a:solidFill>
                  <a:schemeClr val="bg2">
                    <a:lumMod val="10000"/>
                  </a:schemeClr>
                </a:solidFill>
                <a:effectLst/>
                <a:uFillTx/>
                <a:latin typeface="+mn-lt"/>
                <a:ea typeface="+mn-ea"/>
                <a:cs typeface="+mn-cs"/>
                <a:sym typeface="Helvetica Neue"/>
              </a:rPr>
              <a:t>‘B’</a:t>
            </a:r>
          </a:p>
        </p:txBody>
      </p:sp>
      <p:sp>
        <p:nvSpPr>
          <p:cNvPr id="46" name="TextBox 45">
            <a:extLst>
              <a:ext uri="{FF2B5EF4-FFF2-40B4-BE49-F238E27FC236}">
                <a16:creationId xmlns:a16="http://schemas.microsoft.com/office/drawing/2014/main" id="{937D692C-C35E-4E92-08FC-DCF84AAB4C27}"/>
              </a:ext>
            </a:extLst>
          </p:cNvPr>
          <p:cNvSpPr txBox="1"/>
          <p:nvPr/>
        </p:nvSpPr>
        <p:spPr>
          <a:xfrm>
            <a:off x="14383335" y="8515288"/>
            <a:ext cx="599523" cy="7181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sz="4000" dirty="0">
                <a:solidFill>
                  <a:schemeClr val="bg2">
                    <a:lumMod val="10000"/>
                  </a:schemeClr>
                </a:solidFill>
              </a:rPr>
              <a:t>‘</a:t>
            </a:r>
            <a:r>
              <a:rPr kumimoji="0" lang="en-US" sz="4000" b="0" i="0" u="none" strike="noStrike" cap="none" spc="0" normalizeH="0" baseline="0" dirty="0">
                <a:ln>
                  <a:noFill/>
                </a:ln>
                <a:solidFill>
                  <a:schemeClr val="bg2">
                    <a:lumMod val="10000"/>
                  </a:schemeClr>
                </a:solidFill>
                <a:effectLst/>
                <a:uFillTx/>
                <a:latin typeface="+mn-lt"/>
                <a:ea typeface="+mn-ea"/>
                <a:cs typeface="+mn-cs"/>
                <a:sym typeface="Helvetica Neue"/>
              </a:rPr>
              <a:t>C’</a:t>
            </a:r>
          </a:p>
        </p:txBody>
      </p:sp>
      <p:sp>
        <p:nvSpPr>
          <p:cNvPr id="47" name="TextBox 46">
            <a:extLst>
              <a:ext uri="{FF2B5EF4-FFF2-40B4-BE49-F238E27FC236}">
                <a16:creationId xmlns:a16="http://schemas.microsoft.com/office/drawing/2014/main" id="{EA97DF68-A447-6936-D817-433316D33364}"/>
              </a:ext>
            </a:extLst>
          </p:cNvPr>
          <p:cNvSpPr txBox="1"/>
          <p:nvPr/>
        </p:nvSpPr>
        <p:spPr>
          <a:xfrm>
            <a:off x="18149798" y="8533135"/>
            <a:ext cx="1848263" cy="71814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sz="4000" dirty="0">
                <a:solidFill>
                  <a:schemeClr val="bg2">
                    <a:lumMod val="10000"/>
                  </a:schemeClr>
                </a:solidFill>
              </a:rPr>
              <a:t>Default</a:t>
            </a:r>
            <a:endParaRPr kumimoji="0" lang="en-US" sz="4000" b="0" i="0" u="none" strike="noStrike" cap="none" spc="0" normalizeH="0" baseline="0" dirty="0">
              <a:ln>
                <a:noFill/>
              </a:ln>
              <a:solidFill>
                <a:schemeClr val="bg2">
                  <a:lumMod val="10000"/>
                </a:schemeClr>
              </a:solidFill>
              <a:effectLst/>
              <a:uFillTx/>
              <a:latin typeface="+mn-lt"/>
              <a:ea typeface="+mn-ea"/>
              <a:cs typeface="+mn-cs"/>
              <a:sym typeface="Helvetica Neue"/>
            </a:endParaRPr>
          </a:p>
        </p:txBody>
      </p:sp>
      <p:cxnSp>
        <p:nvCxnSpPr>
          <p:cNvPr id="57" name="Connector: Elbow 56">
            <a:extLst>
              <a:ext uri="{FF2B5EF4-FFF2-40B4-BE49-F238E27FC236}">
                <a16:creationId xmlns:a16="http://schemas.microsoft.com/office/drawing/2014/main" id="{6F2BE341-4095-279D-910A-B40DDA6B7D56}"/>
              </a:ext>
            </a:extLst>
          </p:cNvPr>
          <p:cNvCxnSpPr>
            <a:cxnSpLocks/>
            <a:stCxn id="10" idx="2"/>
          </p:cNvCxnSpPr>
          <p:nvPr/>
        </p:nvCxnSpPr>
        <p:spPr>
          <a:xfrm rot="16200000" flipH="1">
            <a:off x="7482865" y="7626431"/>
            <a:ext cx="2266712" cy="7833196"/>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63" name="Connector: Elbow 62">
            <a:extLst>
              <a:ext uri="{FF2B5EF4-FFF2-40B4-BE49-F238E27FC236}">
                <a16:creationId xmlns:a16="http://schemas.microsoft.com/office/drawing/2014/main" id="{99896AFA-993D-4496-4268-69417B613480}"/>
              </a:ext>
            </a:extLst>
          </p:cNvPr>
          <p:cNvCxnSpPr>
            <a:cxnSpLocks/>
            <a:stCxn id="14" idx="2"/>
          </p:cNvCxnSpPr>
          <p:nvPr/>
        </p:nvCxnSpPr>
        <p:spPr>
          <a:xfrm rot="16200000" flipH="1">
            <a:off x="10156398" y="10299963"/>
            <a:ext cx="2266711" cy="2486132"/>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67" name="Connector: Elbow 66">
            <a:extLst>
              <a:ext uri="{FF2B5EF4-FFF2-40B4-BE49-F238E27FC236}">
                <a16:creationId xmlns:a16="http://schemas.microsoft.com/office/drawing/2014/main" id="{993E6AEC-02B2-77C5-F670-E0F1E1D343F3}"/>
              </a:ext>
            </a:extLst>
          </p:cNvPr>
          <p:cNvCxnSpPr>
            <a:cxnSpLocks/>
            <a:stCxn id="16" idx="2"/>
          </p:cNvCxnSpPr>
          <p:nvPr/>
        </p:nvCxnSpPr>
        <p:spPr>
          <a:xfrm rot="5400000">
            <a:off x="12699956" y="10242537"/>
            <a:ext cx="2266711" cy="2600984"/>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72" name="Connector: Elbow 71">
            <a:extLst>
              <a:ext uri="{FF2B5EF4-FFF2-40B4-BE49-F238E27FC236}">
                <a16:creationId xmlns:a16="http://schemas.microsoft.com/office/drawing/2014/main" id="{190F72D3-D10E-FF61-D391-AFB50D1C3287}"/>
              </a:ext>
            </a:extLst>
          </p:cNvPr>
          <p:cNvCxnSpPr>
            <a:cxnSpLocks/>
            <a:stCxn id="20" idx="2"/>
          </p:cNvCxnSpPr>
          <p:nvPr/>
        </p:nvCxnSpPr>
        <p:spPr>
          <a:xfrm rot="5400000">
            <a:off x="15284155" y="7658337"/>
            <a:ext cx="2266713" cy="7769383"/>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4" name="Arrow: Down 3">
            <a:extLst>
              <a:ext uri="{FF2B5EF4-FFF2-40B4-BE49-F238E27FC236}">
                <a16:creationId xmlns:a16="http://schemas.microsoft.com/office/drawing/2014/main" id="{D64C70AE-F12D-28B7-A676-3A2607F5E567}"/>
              </a:ext>
            </a:extLst>
          </p:cNvPr>
          <p:cNvSpPr/>
          <p:nvPr/>
        </p:nvSpPr>
        <p:spPr>
          <a:xfrm rot="598603">
            <a:off x="20788505" y="7816466"/>
            <a:ext cx="830441" cy="1828800"/>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j-lt"/>
              <a:ea typeface="Helvetica Neue Medium"/>
              <a:cs typeface="Helvetica Neue Medium"/>
              <a:sym typeface="Helvetica Neue Medium"/>
            </a:endParaRPr>
          </a:p>
        </p:txBody>
      </p:sp>
      <p:sp>
        <p:nvSpPr>
          <p:cNvPr id="7" name="Content Placeholder 4">
            <a:extLst>
              <a:ext uri="{FF2B5EF4-FFF2-40B4-BE49-F238E27FC236}">
                <a16:creationId xmlns:a16="http://schemas.microsoft.com/office/drawing/2014/main" id="{408C6408-40F7-04AB-E34E-44A86CD936BE}"/>
              </a:ext>
            </a:extLst>
          </p:cNvPr>
          <p:cNvSpPr txBox="1">
            <a:spLocks/>
          </p:cNvSpPr>
          <p:nvPr/>
        </p:nvSpPr>
        <p:spPr>
          <a:xfrm>
            <a:off x="19684377" y="6359762"/>
            <a:ext cx="3919777" cy="13606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fontScale="92500" lnSpcReduction="10000"/>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buFontTx/>
              <a:buNone/>
            </a:pPr>
            <a:r>
              <a:rPr lang="en-US" sz="3200" dirty="0">
                <a:latin typeface="+mj-lt"/>
              </a:rPr>
              <a:t>For example, </a:t>
            </a:r>
            <a:r>
              <a:rPr lang="en-US" sz="3200" dirty="0" err="1">
                <a:latin typeface="+mj-lt"/>
              </a:rPr>
              <a:t>team_name</a:t>
            </a:r>
            <a:r>
              <a:rPr lang="en-US" sz="3200" dirty="0">
                <a:latin typeface="+mj-lt"/>
              </a:rPr>
              <a:t> == ‘F’ will go to Default.</a:t>
            </a:r>
          </a:p>
        </p:txBody>
      </p:sp>
    </p:spTree>
    <p:extLst>
      <p:ext uri="{BB962C8B-B14F-4D97-AF65-F5344CB8AC3E}">
        <p14:creationId xmlns:p14="http://schemas.microsoft.com/office/powerpoint/2010/main" val="2636951891"/>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C5051-070D-1471-8FB9-DCAA86895F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02B156-E2A7-5FF3-D1DD-C883685DAEE4}"/>
              </a:ext>
            </a:extLst>
          </p:cNvPr>
          <p:cNvSpPr>
            <a:spLocks noGrp="1"/>
          </p:cNvSpPr>
          <p:nvPr>
            <p:ph type="title"/>
          </p:nvPr>
        </p:nvSpPr>
        <p:spPr/>
        <p:txBody>
          <a:bodyPr>
            <a:normAutofit fontScale="90000"/>
          </a:bodyPr>
          <a:lstStyle/>
          <a:p>
            <a:r>
              <a:rPr lang="en-US" dirty="0"/>
              <a:t>Going back to the asterisk</a:t>
            </a:r>
          </a:p>
        </p:txBody>
      </p:sp>
      <p:sp>
        <p:nvSpPr>
          <p:cNvPr id="3" name="Text Placeholder 2">
            <a:extLst>
              <a:ext uri="{FF2B5EF4-FFF2-40B4-BE49-F238E27FC236}">
                <a16:creationId xmlns:a16="http://schemas.microsoft.com/office/drawing/2014/main" id="{DF6C56C4-F39A-44CC-0A64-1A37E887BCFB}"/>
              </a:ext>
            </a:extLst>
          </p:cNvPr>
          <p:cNvSpPr>
            <a:spLocks noGrp="1"/>
          </p:cNvSpPr>
          <p:nvPr>
            <p:ph type="body" sz="quarter" idx="10"/>
          </p:nvPr>
        </p:nvSpPr>
        <p:spPr>
          <a:xfrm>
            <a:off x="2167377" y="2419728"/>
            <a:ext cx="10996173" cy="799722"/>
          </a:xfrm>
        </p:spPr>
        <p:txBody>
          <a:bodyPr/>
          <a:lstStyle/>
          <a:p>
            <a:endParaRPr lang="en-US" dirty="0"/>
          </a:p>
        </p:txBody>
      </p:sp>
      <p:sp>
        <p:nvSpPr>
          <p:cNvPr id="8" name="Flowchart: Decision 7">
            <a:extLst>
              <a:ext uri="{FF2B5EF4-FFF2-40B4-BE49-F238E27FC236}">
                <a16:creationId xmlns:a16="http://schemas.microsoft.com/office/drawing/2014/main" id="{CA041583-E74D-4E93-4491-0C89C87D3CFD}"/>
              </a:ext>
            </a:extLst>
          </p:cNvPr>
          <p:cNvSpPr/>
          <p:nvPr/>
        </p:nvSpPr>
        <p:spPr>
          <a:xfrm>
            <a:off x="14319665" y="10090086"/>
            <a:ext cx="5922536" cy="1182013"/>
          </a:xfrm>
          <a:prstGeom prst="flowChartDecision">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validator(code)</a:t>
            </a:r>
          </a:p>
        </p:txBody>
      </p:sp>
      <p:cxnSp>
        <p:nvCxnSpPr>
          <p:cNvPr id="9" name="Connector: Elbow 8">
            <a:extLst>
              <a:ext uri="{FF2B5EF4-FFF2-40B4-BE49-F238E27FC236}">
                <a16:creationId xmlns:a16="http://schemas.microsoft.com/office/drawing/2014/main" id="{6D8D17BE-ECBB-F6B8-813A-1274F5686153}"/>
              </a:ext>
            </a:extLst>
          </p:cNvPr>
          <p:cNvCxnSpPr>
            <a:cxnSpLocks/>
            <a:stCxn id="8" idx="3"/>
            <a:endCxn id="17" idx="4"/>
          </p:cNvCxnSpPr>
          <p:nvPr/>
        </p:nvCxnSpPr>
        <p:spPr>
          <a:xfrm flipV="1">
            <a:off x="20242201" y="9867807"/>
            <a:ext cx="1611150" cy="813286"/>
          </a:xfrm>
          <a:prstGeom prst="bentConnector2">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2" name="TextBox 11">
            <a:extLst>
              <a:ext uri="{FF2B5EF4-FFF2-40B4-BE49-F238E27FC236}">
                <a16:creationId xmlns:a16="http://schemas.microsoft.com/office/drawing/2014/main" id="{1DC4DAD1-D803-3927-94CA-C097B6E5613C}"/>
              </a:ext>
            </a:extLst>
          </p:cNvPr>
          <p:cNvSpPr txBox="1"/>
          <p:nvPr/>
        </p:nvSpPr>
        <p:spPr>
          <a:xfrm>
            <a:off x="16299285" y="11331920"/>
            <a:ext cx="759823"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chemeClr val="bg2">
                    <a:lumMod val="10000"/>
                  </a:schemeClr>
                </a:solidFill>
                <a:effectLst/>
                <a:uFillTx/>
                <a:latin typeface="+mn-lt"/>
                <a:ea typeface="+mn-ea"/>
                <a:cs typeface="+mn-cs"/>
                <a:sym typeface="Helvetica Neue"/>
              </a:rPr>
              <a:t>True</a:t>
            </a:r>
          </a:p>
        </p:txBody>
      </p:sp>
      <p:sp>
        <p:nvSpPr>
          <p:cNvPr id="13" name="TextBox 12">
            <a:extLst>
              <a:ext uri="{FF2B5EF4-FFF2-40B4-BE49-F238E27FC236}">
                <a16:creationId xmlns:a16="http://schemas.microsoft.com/office/drawing/2014/main" id="{5091CD66-E739-A074-FB38-963DFBDA0CE1}"/>
              </a:ext>
            </a:extLst>
          </p:cNvPr>
          <p:cNvSpPr txBox="1"/>
          <p:nvPr/>
        </p:nvSpPr>
        <p:spPr>
          <a:xfrm>
            <a:off x="20496119" y="10757306"/>
            <a:ext cx="831959"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chemeClr val="bg2">
                    <a:lumMod val="10000"/>
                  </a:schemeClr>
                </a:solidFill>
                <a:effectLst/>
                <a:uFillTx/>
                <a:latin typeface="+mn-lt"/>
                <a:ea typeface="+mn-ea"/>
                <a:cs typeface="+mn-cs"/>
                <a:sym typeface="Helvetica Neue"/>
              </a:rPr>
              <a:t>False</a:t>
            </a:r>
          </a:p>
        </p:txBody>
      </p:sp>
      <p:sp>
        <p:nvSpPr>
          <p:cNvPr id="17" name="Parallelogram 16">
            <a:extLst>
              <a:ext uri="{FF2B5EF4-FFF2-40B4-BE49-F238E27FC236}">
                <a16:creationId xmlns:a16="http://schemas.microsoft.com/office/drawing/2014/main" id="{9090CAF2-B3DA-E657-892F-F4A97BF3FDBC}"/>
              </a:ext>
            </a:extLst>
          </p:cNvPr>
          <p:cNvSpPr/>
          <p:nvPr/>
        </p:nvSpPr>
        <p:spPr>
          <a:xfrm>
            <a:off x="19822364" y="8443780"/>
            <a:ext cx="4061974" cy="1424027"/>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Display “Code incorrect”</a:t>
            </a:r>
          </a:p>
        </p:txBody>
      </p:sp>
      <p:cxnSp>
        <p:nvCxnSpPr>
          <p:cNvPr id="19" name="Connector: Elbow 18">
            <a:extLst>
              <a:ext uri="{FF2B5EF4-FFF2-40B4-BE49-F238E27FC236}">
                <a16:creationId xmlns:a16="http://schemas.microsoft.com/office/drawing/2014/main" id="{47B34C40-BF40-6E4A-0C6A-A96FA072862D}"/>
              </a:ext>
            </a:extLst>
          </p:cNvPr>
          <p:cNvCxnSpPr>
            <a:cxnSpLocks/>
            <a:stCxn id="17" idx="1"/>
          </p:cNvCxnSpPr>
          <p:nvPr/>
        </p:nvCxnSpPr>
        <p:spPr>
          <a:xfrm rot="16200000" flipV="1">
            <a:off x="17836451" y="4248876"/>
            <a:ext cx="3639386" cy="4750421"/>
          </a:xfrm>
          <a:prstGeom prst="bentConnector2">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21" name="Straight Arrow Connector 20">
            <a:extLst>
              <a:ext uri="{FF2B5EF4-FFF2-40B4-BE49-F238E27FC236}">
                <a16:creationId xmlns:a16="http://schemas.microsoft.com/office/drawing/2014/main" id="{ED088C2B-924D-8BAC-760F-42E3A51D3DBB}"/>
              </a:ext>
            </a:extLst>
          </p:cNvPr>
          <p:cNvCxnSpPr>
            <a:cxnSpLocks/>
            <a:stCxn id="8" idx="2"/>
          </p:cNvCxnSpPr>
          <p:nvPr/>
        </p:nvCxnSpPr>
        <p:spPr>
          <a:xfrm>
            <a:off x="17280933" y="11272099"/>
            <a:ext cx="0" cy="920133"/>
          </a:xfrm>
          <a:prstGeom prst="straightConnector1">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23" name="Parallelogram 22">
            <a:extLst>
              <a:ext uri="{FF2B5EF4-FFF2-40B4-BE49-F238E27FC236}">
                <a16:creationId xmlns:a16="http://schemas.microsoft.com/office/drawing/2014/main" id="{F92ECA19-078A-719F-B2FB-E032212D57B5}"/>
              </a:ext>
            </a:extLst>
          </p:cNvPr>
          <p:cNvSpPr/>
          <p:nvPr/>
        </p:nvSpPr>
        <p:spPr>
          <a:xfrm>
            <a:off x="15249946" y="5752361"/>
            <a:ext cx="4061974" cy="1424027"/>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Display “Input code”</a:t>
            </a:r>
          </a:p>
        </p:txBody>
      </p:sp>
      <p:sp>
        <p:nvSpPr>
          <p:cNvPr id="24" name="Parallelogram 23">
            <a:extLst>
              <a:ext uri="{FF2B5EF4-FFF2-40B4-BE49-F238E27FC236}">
                <a16:creationId xmlns:a16="http://schemas.microsoft.com/office/drawing/2014/main" id="{7EAB810F-D3B1-9345-294F-CE1F98AF0751}"/>
              </a:ext>
            </a:extLst>
          </p:cNvPr>
          <p:cNvSpPr/>
          <p:nvPr/>
        </p:nvSpPr>
        <p:spPr>
          <a:xfrm>
            <a:off x="15249946" y="8316196"/>
            <a:ext cx="4061974" cy="744657"/>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Input code</a:t>
            </a:r>
          </a:p>
        </p:txBody>
      </p:sp>
      <p:cxnSp>
        <p:nvCxnSpPr>
          <p:cNvPr id="25" name="Straight Arrow Connector 24">
            <a:extLst>
              <a:ext uri="{FF2B5EF4-FFF2-40B4-BE49-F238E27FC236}">
                <a16:creationId xmlns:a16="http://schemas.microsoft.com/office/drawing/2014/main" id="{1B1BD8AC-895D-7793-120A-1CDDC0560064}"/>
              </a:ext>
            </a:extLst>
          </p:cNvPr>
          <p:cNvCxnSpPr>
            <a:stCxn id="24" idx="4"/>
            <a:endCxn id="8" idx="0"/>
          </p:cNvCxnSpPr>
          <p:nvPr/>
        </p:nvCxnSpPr>
        <p:spPr>
          <a:xfrm>
            <a:off x="17280933" y="9060853"/>
            <a:ext cx="0" cy="1029233"/>
          </a:xfrm>
          <a:prstGeom prst="straightConnector1">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27" name="Straight Arrow Connector 26">
            <a:extLst>
              <a:ext uri="{FF2B5EF4-FFF2-40B4-BE49-F238E27FC236}">
                <a16:creationId xmlns:a16="http://schemas.microsoft.com/office/drawing/2014/main" id="{E0D345B1-1A43-6563-451D-B13646C176E9}"/>
              </a:ext>
            </a:extLst>
          </p:cNvPr>
          <p:cNvCxnSpPr>
            <a:cxnSpLocks/>
            <a:stCxn id="23" idx="4"/>
            <a:endCxn id="24" idx="0"/>
          </p:cNvCxnSpPr>
          <p:nvPr/>
        </p:nvCxnSpPr>
        <p:spPr>
          <a:xfrm>
            <a:off x="17280933" y="7176388"/>
            <a:ext cx="0" cy="1139808"/>
          </a:xfrm>
          <a:prstGeom prst="straightConnector1">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28" name="Straight Arrow Connector 27">
            <a:extLst>
              <a:ext uri="{FF2B5EF4-FFF2-40B4-BE49-F238E27FC236}">
                <a16:creationId xmlns:a16="http://schemas.microsoft.com/office/drawing/2014/main" id="{540C46D7-358E-05CA-9B1E-7791062B58BA}"/>
              </a:ext>
            </a:extLst>
          </p:cNvPr>
          <p:cNvCxnSpPr>
            <a:cxnSpLocks/>
            <a:endCxn id="23" idx="0"/>
          </p:cNvCxnSpPr>
          <p:nvPr/>
        </p:nvCxnSpPr>
        <p:spPr>
          <a:xfrm>
            <a:off x="17280933" y="4329212"/>
            <a:ext cx="0" cy="1423149"/>
          </a:xfrm>
          <a:prstGeom prst="straightConnector1">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29" name="Content Placeholder 4">
            <a:extLst>
              <a:ext uri="{FF2B5EF4-FFF2-40B4-BE49-F238E27FC236}">
                <a16:creationId xmlns:a16="http://schemas.microsoft.com/office/drawing/2014/main" id="{38E04C5B-412E-A6D8-0B45-AE3D28C2798D}"/>
              </a:ext>
            </a:extLst>
          </p:cNvPr>
          <p:cNvSpPr>
            <a:spLocks noGrp="1"/>
          </p:cNvSpPr>
          <p:nvPr>
            <p:ph sz="quarter" idx="11"/>
          </p:nvPr>
        </p:nvSpPr>
        <p:spPr>
          <a:xfrm>
            <a:off x="2167377" y="3786631"/>
            <a:ext cx="12152288" cy="9529319"/>
          </a:xfrm>
        </p:spPr>
        <p:txBody>
          <a:bodyPr>
            <a:normAutofit/>
          </a:bodyPr>
          <a:lstStyle/>
          <a:p>
            <a:pPr marL="0" indent="0">
              <a:buNone/>
            </a:pPr>
            <a:r>
              <a:rPr lang="en-US" sz="3200" dirty="0">
                <a:latin typeface="+mj-lt"/>
              </a:rPr>
              <a:t>It is possible for decision symbol to have a branch path that goes back. This have two implications:</a:t>
            </a:r>
          </a:p>
          <a:p>
            <a:pPr marL="514350" indent="-514350">
              <a:buSzPct val="100000"/>
              <a:buAutoNum type="arabicPeriod"/>
            </a:pPr>
            <a:r>
              <a:rPr lang="en-US" sz="3200" dirty="0">
                <a:latin typeface="+mj-lt"/>
              </a:rPr>
              <a:t>An intermediate process or input is utilized to determine the decision output.</a:t>
            </a:r>
          </a:p>
          <a:p>
            <a:pPr marL="514350" indent="-514350">
              <a:buSzPct val="100000"/>
              <a:buFontTx/>
              <a:buAutoNum type="arabicPeriod"/>
            </a:pPr>
            <a:r>
              <a:rPr lang="en-US" sz="3200" dirty="0">
                <a:latin typeface="+mj-lt"/>
              </a:rPr>
              <a:t>The decision symbol will be revisited until the other branch is accessed.</a:t>
            </a:r>
          </a:p>
          <a:p>
            <a:pPr marL="0" indent="0">
              <a:buNone/>
            </a:pPr>
            <a:r>
              <a:rPr lang="en-US" sz="3200" dirty="0">
                <a:latin typeface="+mj-lt"/>
              </a:rPr>
              <a:t>For example, when you are putting an authentication code, the code will be checked if it’s correct. If it’s not correct, then you must input it again until you input the correct one.</a:t>
            </a:r>
          </a:p>
          <a:p>
            <a:pPr marL="0" indent="0">
              <a:buNone/>
            </a:pPr>
            <a:endParaRPr lang="en-US" sz="3200" dirty="0">
              <a:latin typeface="+mj-lt"/>
            </a:endParaRPr>
          </a:p>
          <a:p>
            <a:pPr marL="0" indent="0">
              <a:buNone/>
            </a:pPr>
            <a:r>
              <a:rPr lang="en-US" sz="3200" dirty="0">
                <a:latin typeface="+mj-lt"/>
              </a:rPr>
              <a:t>This means </a:t>
            </a:r>
            <a:r>
              <a:rPr lang="en-US" sz="3200" b="1" dirty="0">
                <a:latin typeface="+mj-lt"/>
              </a:rPr>
              <a:t>routing back is a very specific case and must be used with care.</a:t>
            </a:r>
          </a:p>
        </p:txBody>
      </p:sp>
    </p:spTree>
    <p:extLst>
      <p:ext uri="{BB962C8B-B14F-4D97-AF65-F5344CB8AC3E}">
        <p14:creationId xmlns:p14="http://schemas.microsoft.com/office/powerpoint/2010/main" val="3273611306"/>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B6AC3-637C-9311-35CC-ECB310F396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B48C39-D825-F003-84D8-701BC1623877}"/>
              </a:ext>
            </a:extLst>
          </p:cNvPr>
          <p:cNvSpPr>
            <a:spLocks noGrp="1"/>
          </p:cNvSpPr>
          <p:nvPr>
            <p:ph type="title"/>
          </p:nvPr>
        </p:nvSpPr>
        <p:spPr/>
        <p:txBody>
          <a:bodyPr>
            <a:normAutofit fontScale="90000"/>
          </a:bodyPr>
          <a:lstStyle/>
          <a:p>
            <a:r>
              <a:rPr lang="en-US" dirty="0"/>
              <a:t>Iteration</a:t>
            </a:r>
          </a:p>
        </p:txBody>
      </p:sp>
      <p:sp>
        <p:nvSpPr>
          <p:cNvPr id="3" name="Text Placeholder 2">
            <a:extLst>
              <a:ext uri="{FF2B5EF4-FFF2-40B4-BE49-F238E27FC236}">
                <a16:creationId xmlns:a16="http://schemas.microsoft.com/office/drawing/2014/main" id="{DA07B285-7512-FCDB-44A4-69612D5C10C6}"/>
              </a:ext>
            </a:extLst>
          </p:cNvPr>
          <p:cNvSpPr>
            <a:spLocks noGrp="1"/>
          </p:cNvSpPr>
          <p:nvPr>
            <p:ph type="body" sz="quarter" idx="10"/>
          </p:nvPr>
        </p:nvSpPr>
        <p:spPr>
          <a:xfrm>
            <a:off x="2167377" y="2419728"/>
            <a:ext cx="10996173" cy="799722"/>
          </a:xfrm>
        </p:spPr>
        <p:txBody>
          <a:bodyPr/>
          <a:lstStyle/>
          <a:p>
            <a:endParaRPr lang="en-US" dirty="0"/>
          </a:p>
        </p:txBody>
      </p:sp>
      <p:sp>
        <p:nvSpPr>
          <p:cNvPr id="29" name="Content Placeholder 4">
            <a:extLst>
              <a:ext uri="{FF2B5EF4-FFF2-40B4-BE49-F238E27FC236}">
                <a16:creationId xmlns:a16="http://schemas.microsoft.com/office/drawing/2014/main" id="{B79A8FA2-9CE4-B619-D23E-C0D91A09BDD0}"/>
              </a:ext>
            </a:extLst>
          </p:cNvPr>
          <p:cNvSpPr>
            <a:spLocks noGrp="1"/>
          </p:cNvSpPr>
          <p:nvPr>
            <p:ph sz="quarter" idx="11"/>
          </p:nvPr>
        </p:nvSpPr>
        <p:spPr>
          <a:xfrm>
            <a:off x="2167376" y="3786631"/>
            <a:ext cx="18863823" cy="5966969"/>
          </a:xfrm>
        </p:spPr>
        <p:txBody>
          <a:bodyPr>
            <a:normAutofit/>
          </a:bodyPr>
          <a:lstStyle/>
          <a:p>
            <a:pPr marL="0" indent="0">
              <a:buNone/>
            </a:pPr>
            <a:r>
              <a:rPr lang="en-US" sz="3200" dirty="0">
                <a:latin typeface="+mj-lt"/>
              </a:rPr>
              <a:t>To achieve this action, you must consider three things:</a:t>
            </a:r>
          </a:p>
          <a:p>
            <a:pPr marL="514350" indent="-514350">
              <a:buSzPct val="100000"/>
              <a:buAutoNum type="arabicPeriod"/>
            </a:pPr>
            <a:r>
              <a:rPr lang="en-US" sz="3200" b="1" dirty="0">
                <a:solidFill>
                  <a:schemeClr val="accent5">
                    <a:lumMod val="75000"/>
                  </a:schemeClr>
                </a:solidFill>
                <a:latin typeface="+mj-lt"/>
              </a:rPr>
              <a:t>What am I observing?</a:t>
            </a:r>
          </a:p>
          <a:p>
            <a:pPr marL="514350" indent="-514350">
              <a:buSzPct val="100000"/>
              <a:buAutoNum type="arabicPeriod"/>
            </a:pPr>
            <a:r>
              <a:rPr lang="en-US" sz="3200" b="1" dirty="0">
                <a:solidFill>
                  <a:schemeClr val="accent1">
                    <a:lumMod val="75000"/>
                  </a:schemeClr>
                </a:solidFill>
                <a:latin typeface="+mj-lt"/>
              </a:rPr>
              <a:t>When do I stop observing?</a:t>
            </a:r>
          </a:p>
          <a:p>
            <a:pPr marL="514350" indent="-514350">
              <a:buSzPct val="100000"/>
              <a:buAutoNum type="arabicPeriod"/>
            </a:pPr>
            <a:r>
              <a:rPr lang="en-US" sz="3200" b="1" dirty="0">
                <a:solidFill>
                  <a:schemeClr val="accent3">
                    <a:lumMod val="75000"/>
                  </a:schemeClr>
                </a:solidFill>
                <a:latin typeface="+mj-lt"/>
              </a:rPr>
              <a:t>How to change the thing I’m observing?</a:t>
            </a:r>
            <a:endParaRPr lang="en-US" sz="3200" b="1" dirty="0">
              <a:latin typeface="+mj-lt"/>
            </a:endParaRPr>
          </a:p>
          <a:p>
            <a:pPr marL="0" indent="0">
              <a:buNone/>
            </a:pPr>
            <a:r>
              <a:rPr lang="en-US" sz="3200" dirty="0">
                <a:latin typeface="+mj-lt"/>
              </a:rPr>
              <a:t>You can, of course, observe </a:t>
            </a:r>
            <a:r>
              <a:rPr lang="en-US" sz="3200" b="1" dirty="0">
                <a:latin typeface="+mj-lt"/>
              </a:rPr>
              <a:t>more than one thing.</a:t>
            </a:r>
          </a:p>
        </p:txBody>
      </p:sp>
    </p:spTree>
    <p:extLst>
      <p:ext uri="{BB962C8B-B14F-4D97-AF65-F5344CB8AC3E}">
        <p14:creationId xmlns:p14="http://schemas.microsoft.com/office/powerpoint/2010/main" val="660365282"/>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F2DE7-7580-AE6C-33A2-53DACCDA35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936F86-F1F6-78D0-5857-BD3EA38CDFB8}"/>
              </a:ext>
            </a:extLst>
          </p:cNvPr>
          <p:cNvSpPr>
            <a:spLocks noGrp="1"/>
          </p:cNvSpPr>
          <p:nvPr>
            <p:ph type="title"/>
          </p:nvPr>
        </p:nvSpPr>
        <p:spPr/>
        <p:txBody>
          <a:bodyPr>
            <a:normAutofit fontScale="90000"/>
          </a:bodyPr>
          <a:lstStyle/>
          <a:p>
            <a:r>
              <a:rPr lang="en-US" dirty="0"/>
              <a:t>Iteration</a:t>
            </a:r>
          </a:p>
        </p:txBody>
      </p:sp>
      <p:sp>
        <p:nvSpPr>
          <p:cNvPr id="3" name="Text Placeholder 2">
            <a:extLst>
              <a:ext uri="{FF2B5EF4-FFF2-40B4-BE49-F238E27FC236}">
                <a16:creationId xmlns:a16="http://schemas.microsoft.com/office/drawing/2014/main" id="{F51451C2-E28C-00AE-0396-72B574200CB0}"/>
              </a:ext>
            </a:extLst>
          </p:cNvPr>
          <p:cNvSpPr>
            <a:spLocks noGrp="1"/>
          </p:cNvSpPr>
          <p:nvPr>
            <p:ph type="body" sz="quarter" idx="10"/>
          </p:nvPr>
        </p:nvSpPr>
        <p:spPr>
          <a:xfrm>
            <a:off x="2167377" y="2419728"/>
            <a:ext cx="10996173" cy="799722"/>
          </a:xfrm>
        </p:spPr>
        <p:txBody>
          <a:bodyPr/>
          <a:lstStyle/>
          <a:p>
            <a:endParaRPr lang="en-US" dirty="0"/>
          </a:p>
        </p:txBody>
      </p:sp>
      <p:sp>
        <p:nvSpPr>
          <p:cNvPr id="29" name="Content Placeholder 4">
            <a:extLst>
              <a:ext uri="{FF2B5EF4-FFF2-40B4-BE49-F238E27FC236}">
                <a16:creationId xmlns:a16="http://schemas.microsoft.com/office/drawing/2014/main" id="{5579CFDE-657F-57C5-57B3-F9738637B2F4}"/>
              </a:ext>
            </a:extLst>
          </p:cNvPr>
          <p:cNvSpPr>
            <a:spLocks noGrp="1"/>
          </p:cNvSpPr>
          <p:nvPr>
            <p:ph sz="quarter" idx="11"/>
          </p:nvPr>
        </p:nvSpPr>
        <p:spPr>
          <a:xfrm>
            <a:off x="2167376" y="3786631"/>
            <a:ext cx="19416273" cy="5014469"/>
          </a:xfrm>
        </p:spPr>
        <p:txBody>
          <a:bodyPr>
            <a:normAutofit/>
          </a:bodyPr>
          <a:lstStyle/>
          <a:p>
            <a:pPr marL="0" indent="0">
              <a:buNone/>
            </a:pPr>
            <a:r>
              <a:rPr lang="en-US" sz="3200" dirty="0">
                <a:latin typeface="+mj-lt"/>
              </a:rPr>
              <a:t>Let’s translate this to the most common example: </a:t>
            </a:r>
            <a:r>
              <a:rPr lang="en-US" sz="3200" b="1" dirty="0">
                <a:latin typeface="+mj-lt"/>
              </a:rPr>
              <a:t>eating food.</a:t>
            </a:r>
          </a:p>
          <a:p>
            <a:pPr marL="514350" indent="-514350">
              <a:buSzPct val="100000"/>
              <a:buAutoNum type="arabicPeriod"/>
            </a:pPr>
            <a:r>
              <a:rPr lang="en-US" sz="3200" b="1" dirty="0">
                <a:solidFill>
                  <a:schemeClr val="accent5">
                    <a:lumMod val="75000"/>
                  </a:schemeClr>
                </a:solidFill>
                <a:latin typeface="+mj-lt"/>
              </a:rPr>
              <a:t>What am I observing : </a:t>
            </a:r>
            <a:r>
              <a:rPr lang="en-US" sz="3200" dirty="0">
                <a:solidFill>
                  <a:schemeClr val="accent5">
                    <a:lumMod val="75000"/>
                  </a:schemeClr>
                </a:solidFill>
                <a:latin typeface="+mj-lt"/>
              </a:rPr>
              <a:t>The food</a:t>
            </a:r>
            <a:endParaRPr lang="en-US" sz="3200" b="1" dirty="0">
              <a:solidFill>
                <a:schemeClr val="accent5">
                  <a:lumMod val="75000"/>
                </a:schemeClr>
              </a:solidFill>
              <a:latin typeface="+mj-lt"/>
            </a:endParaRPr>
          </a:p>
          <a:p>
            <a:pPr marL="514350" indent="-514350">
              <a:buSzPct val="100000"/>
              <a:buAutoNum type="arabicPeriod"/>
            </a:pPr>
            <a:r>
              <a:rPr lang="en-US" sz="3200" b="1" dirty="0">
                <a:solidFill>
                  <a:schemeClr val="accent1">
                    <a:lumMod val="75000"/>
                  </a:schemeClr>
                </a:solidFill>
                <a:latin typeface="+mj-lt"/>
              </a:rPr>
              <a:t>When do I stop observing </a:t>
            </a:r>
            <a:r>
              <a:rPr lang="en-US" sz="3200" dirty="0">
                <a:solidFill>
                  <a:schemeClr val="accent1">
                    <a:lumMod val="75000"/>
                  </a:schemeClr>
                </a:solidFill>
                <a:latin typeface="+mj-lt"/>
              </a:rPr>
              <a:t>: When the food is all eaten</a:t>
            </a:r>
            <a:endParaRPr lang="en-US" sz="3200" b="1" dirty="0">
              <a:solidFill>
                <a:schemeClr val="accent1">
                  <a:lumMod val="75000"/>
                </a:schemeClr>
              </a:solidFill>
              <a:latin typeface="+mj-lt"/>
            </a:endParaRPr>
          </a:p>
          <a:p>
            <a:pPr marL="514350" indent="-514350">
              <a:buSzPct val="100000"/>
              <a:buAutoNum type="arabicPeriod"/>
            </a:pPr>
            <a:r>
              <a:rPr lang="en-US" sz="3200" b="1" dirty="0">
                <a:solidFill>
                  <a:schemeClr val="accent3">
                    <a:lumMod val="75000"/>
                  </a:schemeClr>
                </a:solidFill>
                <a:latin typeface="+mj-lt"/>
              </a:rPr>
              <a:t>How to change the thing I’m observing? </a:t>
            </a:r>
            <a:r>
              <a:rPr lang="en-US" sz="3200" dirty="0">
                <a:solidFill>
                  <a:schemeClr val="accent3">
                    <a:lumMod val="75000"/>
                  </a:schemeClr>
                </a:solidFill>
                <a:latin typeface="+mj-lt"/>
              </a:rPr>
              <a:t>: Reduce the amount of food by eating</a:t>
            </a:r>
          </a:p>
          <a:p>
            <a:pPr marL="0" indent="0">
              <a:buSzPct val="100000"/>
              <a:buNone/>
            </a:pPr>
            <a:r>
              <a:rPr lang="en-US" sz="3200" dirty="0">
                <a:latin typeface="+mj-lt"/>
              </a:rPr>
              <a:t>Once you have planned the steps, you can arrange the flowchart. Use all the steps to help you.</a:t>
            </a:r>
          </a:p>
        </p:txBody>
      </p:sp>
    </p:spTree>
    <p:extLst>
      <p:ext uri="{BB962C8B-B14F-4D97-AF65-F5344CB8AC3E}">
        <p14:creationId xmlns:p14="http://schemas.microsoft.com/office/powerpoint/2010/main" val="478103562"/>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63607-C7BA-2847-6D23-F60961579E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8FCE7C-292D-9DB9-A925-59709A56B81B}"/>
              </a:ext>
            </a:extLst>
          </p:cNvPr>
          <p:cNvSpPr>
            <a:spLocks noGrp="1"/>
          </p:cNvSpPr>
          <p:nvPr>
            <p:ph type="title"/>
          </p:nvPr>
        </p:nvSpPr>
        <p:spPr/>
        <p:txBody>
          <a:bodyPr>
            <a:normAutofit fontScale="90000"/>
          </a:bodyPr>
          <a:lstStyle/>
          <a:p>
            <a:r>
              <a:rPr lang="en-US" dirty="0"/>
              <a:t>Iteration</a:t>
            </a:r>
          </a:p>
        </p:txBody>
      </p:sp>
      <p:sp>
        <p:nvSpPr>
          <p:cNvPr id="3" name="Text Placeholder 2">
            <a:extLst>
              <a:ext uri="{FF2B5EF4-FFF2-40B4-BE49-F238E27FC236}">
                <a16:creationId xmlns:a16="http://schemas.microsoft.com/office/drawing/2014/main" id="{AEC932F2-7EF4-A81A-54C3-5CFA1B2ED1EA}"/>
              </a:ext>
            </a:extLst>
          </p:cNvPr>
          <p:cNvSpPr>
            <a:spLocks noGrp="1"/>
          </p:cNvSpPr>
          <p:nvPr>
            <p:ph type="body" sz="quarter" idx="10"/>
          </p:nvPr>
        </p:nvSpPr>
        <p:spPr>
          <a:xfrm>
            <a:off x="2167377" y="2419728"/>
            <a:ext cx="10996173" cy="799722"/>
          </a:xfrm>
        </p:spPr>
        <p:txBody>
          <a:bodyPr/>
          <a:lstStyle/>
          <a:p>
            <a:endParaRPr lang="en-US" dirty="0"/>
          </a:p>
        </p:txBody>
      </p:sp>
      <p:sp>
        <p:nvSpPr>
          <p:cNvPr id="6" name="Rectangle: Rounded Corners 5">
            <a:extLst>
              <a:ext uri="{FF2B5EF4-FFF2-40B4-BE49-F238E27FC236}">
                <a16:creationId xmlns:a16="http://schemas.microsoft.com/office/drawing/2014/main" id="{40188687-0348-EFF3-199C-425F6CDA8E72}"/>
              </a:ext>
            </a:extLst>
          </p:cNvPr>
          <p:cNvSpPr/>
          <p:nvPr/>
        </p:nvSpPr>
        <p:spPr>
          <a:xfrm>
            <a:off x="7849509" y="3381897"/>
            <a:ext cx="3615996" cy="791628"/>
          </a:xfrm>
          <a:prstGeom prst="roundRect">
            <a:avLst>
              <a:gd name="adj" fmla="val 50000"/>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Start</a:t>
            </a:r>
          </a:p>
        </p:txBody>
      </p:sp>
      <p:cxnSp>
        <p:nvCxnSpPr>
          <p:cNvPr id="7" name="Connector: Elbow 6">
            <a:extLst>
              <a:ext uri="{FF2B5EF4-FFF2-40B4-BE49-F238E27FC236}">
                <a16:creationId xmlns:a16="http://schemas.microsoft.com/office/drawing/2014/main" id="{D30CCD3E-FF87-21C0-A5FF-DB972714FFBE}"/>
              </a:ext>
            </a:extLst>
          </p:cNvPr>
          <p:cNvCxnSpPr>
            <a:cxnSpLocks/>
            <a:stCxn id="6" idx="2"/>
            <a:endCxn id="32" idx="0"/>
          </p:cNvCxnSpPr>
          <p:nvPr/>
        </p:nvCxnSpPr>
        <p:spPr>
          <a:xfrm rot="16200000" flipH="1">
            <a:off x="9194368" y="4636663"/>
            <a:ext cx="926279"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9" name="Rectangle: Rounded Corners 8">
            <a:extLst>
              <a:ext uri="{FF2B5EF4-FFF2-40B4-BE49-F238E27FC236}">
                <a16:creationId xmlns:a16="http://schemas.microsoft.com/office/drawing/2014/main" id="{41D40C62-22A0-E28F-BE63-9B0E19E3F69E}"/>
              </a:ext>
            </a:extLst>
          </p:cNvPr>
          <p:cNvSpPr/>
          <p:nvPr/>
        </p:nvSpPr>
        <p:spPr>
          <a:xfrm>
            <a:off x="8575800" y="12344720"/>
            <a:ext cx="2163418" cy="791628"/>
          </a:xfrm>
          <a:prstGeom prst="roundRect">
            <a:avLst>
              <a:gd name="adj" fmla="val 50000"/>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End</a:t>
            </a:r>
          </a:p>
        </p:txBody>
      </p:sp>
      <p:cxnSp>
        <p:nvCxnSpPr>
          <p:cNvPr id="10" name="Connector: Elbow 9">
            <a:extLst>
              <a:ext uri="{FF2B5EF4-FFF2-40B4-BE49-F238E27FC236}">
                <a16:creationId xmlns:a16="http://schemas.microsoft.com/office/drawing/2014/main" id="{BA2228DC-C209-6CDC-987E-0C7FB7D16032}"/>
              </a:ext>
            </a:extLst>
          </p:cNvPr>
          <p:cNvCxnSpPr>
            <a:cxnSpLocks/>
            <a:stCxn id="102" idx="0"/>
          </p:cNvCxnSpPr>
          <p:nvPr/>
        </p:nvCxnSpPr>
        <p:spPr>
          <a:xfrm rot="16200000" flipV="1">
            <a:off x="12103775" y="4330227"/>
            <a:ext cx="1078839" cy="5971373"/>
          </a:xfrm>
          <a:prstGeom prst="bentConnector2">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2" name="Flowchart: Decision 11">
            <a:extLst>
              <a:ext uri="{FF2B5EF4-FFF2-40B4-BE49-F238E27FC236}">
                <a16:creationId xmlns:a16="http://schemas.microsoft.com/office/drawing/2014/main" id="{56BEED33-2F39-E7EB-D066-34968AC0BBE8}"/>
              </a:ext>
            </a:extLst>
          </p:cNvPr>
          <p:cNvSpPr/>
          <p:nvPr/>
        </p:nvSpPr>
        <p:spPr>
          <a:xfrm>
            <a:off x="7728531" y="9236183"/>
            <a:ext cx="3857952" cy="1674222"/>
          </a:xfrm>
          <a:prstGeom prst="flowChartDecision">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Is there still food?</a:t>
            </a:r>
          </a:p>
        </p:txBody>
      </p:sp>
      <p:cxnSp>
        <p:nvCxnSpPr>
          <p:cNvPr id="15" name="Connector: Elbow 14">
            <a:extLst>
              <a:ext uri="{FF2B5EF4-FFF2-40B4-BE49-F238E27FC236}">
                <a16:creationId xmlns:a16="http://schemas.microsoft.com/office/drawing/2014/main" id="{C101BA02-4FCE-84CE-E716-4EA0C8906CD2}"/>
              </a:ext>
            </a:extLst>
          </p:cNvPr>
          <p:cNvCxnSpPr>
            <a:cxnSpLocks/>
            <a:stCxn id="12" idx="2"/>
            <a:endCxn id="9" idx="0"/>
          </p:cNvCxnSpPr>
          <p:nvPr/>
        </p:nvCxnSpPr>
        <p:spPr>
          <a:xfrm rot="16200000" flipH="1">
            <a:off x="8940351" y="11627561"/>
            <a:ext cx="1434315" cy="2"/>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16" name="Connector: Elbow 15">
            <a:extLst>
              <a:ext uri="{FF2B5EF4-FFF2-40B4-BE49-F238E27FC236}">
                <a16:creationId xmlns:a16="http://schemas.microsoft.com/office/drawing/2014/main" id="{19F6B69A-F2D9-068D-445C-C6B1F82FD5B5}"/>
              </a:ext>
            </a:extLst>
          </p:cNvPr>
          <p:cNvCxnSpPr>
            <a:cxnSpLocks/>
            <a:stCxn id="12" idx="3"/>
            <a:endCxn id="102" idx="2"/>
          </p:cNvCxnSpPr>
          <p:nvPr/>
        </p:nvCxnSpPr>
        <p:spPr>
          <a:xfrm flipV="1">
            <a:off x="11586483" y="8942810"/>
            <a:ext cx="4042397" cy="1130484"/>
          </a:xfrm>
          <a:prstGeom prst="bentConnector2">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8" name="TextBox 17">
            <a:extLst>
              <a:ext uri="{FF2B5EF4-FFF2-40B4-BE49-F238E27FC236}">
                <a16:creationId xmlns:a16="http://schemas.microsoft.com/office/drawing/2014/main" id="{D1F72372-05ED-FF93-DC4A-CB2DC8502938}"/>
              </a:ext>
            </a:extLst>
          </p:cNvPr>
          <p:cNvSpPr txBox="1"/>
          <p:nvPr/>
        </p:nvSpPr>
        <p:spPr>
          <a:xfrm>
            <a:off x="11812088" y="9603140"/>
            <a:ext cx="759823"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effectLst/>
                <a:uFillTx/>
                <a:latin typeface="+mn-lt"/>
                <a:ea typeface="+mn-ea"/>
                <a:cs typeface="+mn-cs"/>
                <a:sym typeface="Helvetica Neue"/>
              </a:rPr>
              <a:t>True</a:t>
            </a:r>
          </a:p>
        </p:txBody>
      </p:sp>
      <p:sp>
        <p:nvSpPr>
          <p:cNvPr id="19" name="TextBox 18">
            <a:extLst>
              <a:ext uri="{FF2B5EF4-FFF2-40B4-BE49-F238E27FC236}">
                <a16:creationId xmlns:a16="http://schemas.microsoft.com/office/drawing/2014/main" id="{74F7DA30-587C-1455-2A2F-C41F3FD523A8}"/>
              </a:ext>
            </a:extLst>
          </p:cNvPr>
          <p:cNvSpPr txBox="1"/>
          <p:nvPr/>
        </p:nvSpPr>
        <p:spPr>
          <a:xfrm>
            <a:off x="8693202" y="11241301"/>
            <a:ext cx="831959"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effectLst/>
                <a:uFillTx/>
                <a:latin typeface="+mn-lt"/>
                <a:ea typeface="+mn-ea"/>
                <a:cs typeface="+mn-cs"/>
                <a:sym typeface="Helvetica Neue"/>
              </a:rPr>
              <a:t>False</a:t>
            </a:r>
          </a:p>
        </p:txBody>
      </p:sp>
      <p:sp>
        <p:nvSpPr>
          <p:cNvPr id="32" name="Parallelogram 31">
            <a:extLst>
              <a:ext uri="{FF2B5EF4-FFF2-40B4-BE49-F238E27FC236}">
                <a16:creationId xmlns:a16="http://schemas.microsoft.com/office/drawing/2014/main" id="{257BBB28-67CA-662F-C2DF-DB7205E0B83F}"/>
              </a:ext>
            </a:extLst>
          </p:cNvPr>
          <p:cNvSpPr/>
          <p:nvPr/>
        </p:nvSpPr>
        <p:spPr>
          <a:xfrm>
            <a:off x="7728533" y="5099804"/>
            <a:ext cx="3857950" cy="750411"/>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Get food</a:t>
            </a:r>
          </a:p>
        </p:txBody>
      </p:sp>
      <p:cxnSp>
        <p:nvCxnSpPr>
          <p:cNvPr id="48" name="Connector: Elbow 47">
            <a:extLst>
              <a:ext uri="{FF2B5EF4-FFF2-40B4-BE49-F238E27FC236}">
                <a16:creationId xmlns:a16="http://schemas.microsoft.com/office/drawing/2014/main" id="{9A1B038F-62BC-70F4-4C64-11F74DA45767}"/>
              </a:ext>
            </a:extLst>
          </p:cNvPr>
          <p:cNvCxnSpPr>
            <a:cxnSpLocks/>
            <a:stCxn id="32" idx="4"/>
            <a:endCxn id="12" idx="0"/>
          </p:cNvCxnSpPr>
          <p:nvPr/>
        </p:nvCxnSpPr>
        <p:spPr>
          <a:xfrm rot="5400000">
            <a:off x="7964524" y="7543199"/>
            <a:ext cx="3385968"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02" name="Rectangle 101">
            <a:extLst>
              <a:ext uri="{FF2B5EF4-FFF2-40B4-BE49-F238E27FC236}">
                <a16:creationId xmlns:a16="http://schemas.microsoft.com/office/drawing/2014/main" id="{767354DA-280A-66B6-0673-A2E9E796036D}"/>
              </a:ext>
            </a:extLst>
          </p:cNvPr>
          <p:cNvSpPr/>
          <p:nvPr/>
        </p:nvSpPr>
        <p:spPr>
          <a:xfrm>
            <a:off x="12723017" y="7855333"/>
            <a:ext cx="5811726" cy="1087477"/>
          </a:xfrm>
          <a:prstGeom prst="rect">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Take part of the food out</a:t>
            </a:r>
          </a:p>
          <a:p>
            <a:pPr defTabSz="825500"/>
            <a:r>
              <a:rPr lang="en-US" sz="3200" dirty="0">
                <a:solidFill>
                  <a:schemeClr val="tx1">
                    <a:lumMod val="50000"/>
                  </a:schemeClr>
                </a:solidFill>
                <a:latin typeface="+mj-lt"/>
                <a:sym typeface="Helvetica Neue Medium"/>
              </a:rPr>
              <a:t>Put the food into the mouth</a:t>
            </a:r>
          </a:p>
        </p:txBody>
      </p:sp>
      <p:sp>
        <p:nvSpPr>
          <p:cNvPr id="113" name="TextBox 112">
            <a:extLst>
              <a:ext uri="{FF2B5EF4-FFF2-40B4-BE49-F238E27FC236}">
                <a16:creationId xmlns:a16="http://schemas.microsoft.com/office/drawing/2014/main" id="{E62CC67C-32D4-AFA9-9D6A-BF89D5AD9793}"/>
              </a:ext>
            </a:extLst>
          </p:cNvPr>
          <p:cNvSpPr txBox="1"/>
          <p:nvPr/>
        </p:nvSpPr>
        <p:spPr>
          <a:xfrm>
            <a:off x="16365038" y="5469740"/>
            <a:ext cx="7618912" cy="1754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SzPct val="100000"/>
            </a:pPr>
            <a:r>
              <a:rPr lang="en-US" sz="3600" b="1" dirty="0">
                <a:solidFill>
                  <a:schemeClr val="accent3">
                    <a:lumMod val="75000"/>
                  </a:schemeClr>
                </a:solidFill>
                <a:latin typeface="+mj-lt"/>
              </a:rPr>
              <a:t>How to change the thing I’m observing </a:t>
            </a:r>
            <a:r>
              <a:rPr lang="en-US" sz="3600" dirty="0">
                <a:solidFill>
                  <a:schemeClr val="accent3">
                    <a:lumMod val="75000"/>
                  </a:schemeClr>
                </a:solidFill>
                <a:latin typeface="+mj-lt"/>
              </a:rPr>
              <a:t>: Reduce the amount of food by eating</a:t>
            </a:r>
          </a:p>
        </p:txBody>
      </p:sp>
      <p:sp>
        <p:nvSpPr>
          <p:cNvPr id="114" name="Arrow: Down 113">
            <a:extLst>
              <a:ext uri="{FF2B5EF4-FFF2-40B4-BE49-F238E27FC236}">
                <a16:creationId xmlns:a16="http://schemas.microsoft.com/office/drawing/2014/main" id="{CCEF5EC6-EE45-D104-8E45-7F009CCDB9DA}"/>
              </a:ext>
            </a:extLst>
          </p:cNvPr>
          <p:cNvSpPr/>
          <p:nvPr/>
        </p:nvSpPr>
        <p:spPr>
          <a:xfrm rot="15099788">
            <a:off x="6336425" y="5291616"/>
            <a:ext cx="830441" cy="1427272"/>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116" name="TextBox 115">
            <a:extLst>
              <a:ext uri="{FF2B5EF4-FFF2-40B4-BE49-F238E27FC236}">
                <a16:creationId xmlns:a16="http://schemas.microsoft.com/office/drawing/2014/main" id="{B05B13E0-0D06-5B65-29CF-9C68E3A93467}"/>
              </a:ext>
            </a:extLst>
          </p:cNvPr>
          <p:cNvSpPr txBox="1"/>
          <p:nvPr/>
        </p:nvSpPr>
        <p:spPr>
          <a:xfrm>
            <a:off x="533400" y="6023737"/>
            <a:ext cx="5799080" cy="120032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SzPct val="100000"/>
            </a:pPr>
            <a:r>
              <a:rPr lang="en-US" sz="3600" b="1" dirty="0">
                <a:solidFill>
                  <a:schemeClr val="accent5">
                    <a:lumMod val="75000"/>
                  </a:schemeClr>
                </a:solidFill>
                <a:latin typeface="+mj-lt"/>
              </a:rPr>
              <a:t>What am I observing : </a:t>
            </a:r>
            <a:r>
              <a:rPr lang="en-US" sz="3600" dirty="0">
                <a:solidFill>
                  <a:schemeClr val="accent5">
                    <a:lumMod val="75000"/>
                  </a:schemeClr>
                </a:solidFill>
                <a:latin typeface="+mj-lt"/>
              </a:rPr>
              <a:t>The food</a:t>
            </a:r>
            <a:endParaRPr lang="en-US" sz="3600" b="1" dirty="0">
              <a:solidFill>
                <a:schemeClr val="accent5">
                  <a:lumMod val="75000"/>
                </a:schemeClr>
              </a:solidFill>
              <a:latin typeface="+mj-lt"/>
            </a:endParaRPr>
          </a:p>
        </p:txBody>
      </p:sp>
      <p:sp>
        <p:nvSpPr>
          <p:cNvPr id="118" name="TextBox 117">
            <a:extLst>
              <a:ext uri="{FF2B5EF4-FFF2-40B4-BE49-F238E27FC236}">
                <a16:creationId xmlns:a16="http://schemas.microsoft.com/office/drawing/2014/main" id="{46E81A73-3CCE-9262-CF0F-29353FC2924E}"/>
              </a:ext>
            </a:extLst>
          </p:cNvPr>
          <p:cNvSpPr txBox="1"/>
          <p:nvPr/>
        </p:nvSpPr>
        <p:spPr>
          <a:xfrm>
            <a:off x="950118" y="10696107"/>
            <a:ext cx="5894503" cy="1754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SzPct val="100000"/>
            </a:pPr>
            <a:r>
              <a:rPr lang="en-US" sz="3600" b="1" dirty="0">
                <a:solidFill>
                  <a:schemeClr val="accent1">
                    <a:lumMod val="75000"/>
                  </a:schemeClr>
                </a:solidFill>
                <a:latin typeface="+mj-lt"/>
              </a:rPr>
              <a:t>When do I stop observing </a:t>
            </a:r>
            <a:r>
              <a:rPr lang="en-US" sz="3600" dirty="0">
                <a:solidFill>
                  <a:schemeClr val="accent1">
                    <a:lumMod val="75000"/>
                  </a:schemeClr>
                </a:solidFill>
                <a:latin typeface="+mj-lt"/>
              </a:rPr>
              <a:t>: When the food is all eaten</a:t>
            </a:r>
            <a:endParaRPr lang="en-US" sz="3600" b="1" dirty="0">
              <a:solidFill>
                <a:schemeClr val="accent1">
                  <a:lumMod val="75000"/>
                </a:schemeClr>
              </a:solidFill>
              <a:latin typeface="+mj-lt"/>
            </a:endParaRPr>
          </a:p>
        </p:txBody>
      </p:sp>
      <p:sp>
        <p:nvSpPr>
          <p:cNvPr id="119" name="Arrow: Down 118">
            <a:extLst>
              <a:ext uri="{FF2B5EF4-FFF2-40B4-BE49-F238E27FC236}">
                <a16:creationId xmlns:a16="http://schemas.microsoft.com/office/drawing/2014/main" id="{101C105A-D471-F429-9E2C-1760CEE1A9C1}"/>
              </a:ext>
            </a:extLst>
          </p:cNvPr>
          <p:cNvSpPr/>
          <p:nvPr/>
        </p:nvSpPr>
        <p:spPr>
          <a:xfrm rot="15099788">
            <a:off x="6586041" y="10000956"/>
            <a:ext cx="830441" cy="1427272"/>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120" name="Arrow: Down 119">
            <a:extLst>
              <a:ext uri="{FF2B5EF4-FFF2-40B4-BE49-F238E27FC236}">
                <a16:creationId xmlns:a16="http://schemas.microsoft.com/office/drawing/2014/main" id="{F1B7C26D-885E-7D8C-86EA-3B75FA07D482}"/>
              </a:ext>
            </a:extLst>
          </p:cNvPr>
          <p:cNvSpPr/>
          <p:nvPr/>
        </p:nvSpPr>
        <p:spPr>
          <a:xfrm rot="3242289">
            <a:off x="19256056" y="7141697"/>
            <a:ext cx="830441" cy="1427272"/>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Tree>
    <p:extLst>
      <p:ext uri="{BB962C8B-B14F-4D97-AF65-F5344CB8AC3E}">
        <p14:creationId xmlns:p14="http://schemas.microsoft.com/office/powerpoint/2010/main" val="331315112"/>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B2893-5366-51FA-5F7A-05049684EF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6F36C6-029B-C206-B8BF-1F8008CC3AEE}"/>
              </a:ext>
            </a:extLst>
          </p:cNvPr>
          <p:cNvSpPr>
            <a:spLocks noGrp="1"/>
          </p:cNvSpPr>
          <p:nvPr>
            <p:ph type="title"/>
          </p:nvPr>
        </p:nvSpPr>
        <p:spPr/>
        <p:txBody>
          <a:bodyPr>
            <a:normAutofit fontScale="90000"/>
          </a:bodyPr>
          <a:lstStyle/>
          <a:p>
            <a:r>
              <a:rPr lang="en-US" dirty="0"/>
              <a:t>Iteration</a:t>
            </a:r>
          </a:p>
        </p:txBody>
      </p:sp>
      <p:sp>
        <p:nvSpPr>
          <p:cNvPr id="3" name="Text Placeholder 2">
            <a:extLst>
              <a:ext uri="{FF2B5EF4-FFF2-40B4-BE49-F238E27FC236}">
                <a16:creationId xmlns:a16="http://schemas.microsoft.com/office/drawing/2014/main" id="{B48AE18E-6809-2F45-E0EE-DF705C29554C}"/>
              </a:ext>
            </a:extLst>
          </p:cNvPr>
          <p:cNvSpPr>
            <a:spLocks noGrp="1"/>
          </p:cNvSpPr>
          <p:nvPr>
            <p:ph type="body" sz="quarter" idx="10"/>
          </p:nvPr>
        </p:nvSpPr>
        <p:spPr>
          <a:xfrm>
            <a:off x="2167377" y="2419728"/>
            <a:ext cx="10996173" cy="799722"/>
          </a:xfrm>
        </p:spPr>
        <p:txBody>
          <a:bodyPr/>
          <a:lstStyle/>
          <a:p>
            <a:endParaRPr lang="en-US" dirty="0"/>
          </a:p>
        </p:txBody>
      </p:sp>
      <p:sp>
        <p:nvSpPr>
          <p:cNvPr id="29" name="Content Placeholder 4">
            <a:extLst>
              <a:ext uri="{FF2B5EF4-FFF2-40B4-BE49-F238E27FC236}">
                <a16:creationId xmlns:a16="http://schemas.microsoft.com/office/drawing/2014/main" id="{E53F832B-2657-2CF3-D178-B493D4022F33}"/>
              </a:ext>
            </a:extLst>
          </p:cNvPr>
          <p:cNvSpPr>
            <a:spLocks noGrp="1"/>
          </p:cNvSpPr>
          <p:nvPr>
            <p:ph sz="quarter" idx="11"/>
          </p:nvPr>
        </p:nvSpPr>
        <p:spPr>
          <a:xfrm>
            <a:off x="2167376" y="3786631"/>
            <a:ext cx="18863823" cy="4385819"/>
          </a:xfrm>
        </p:spPr>
        <p:txBody>
          <a:bodyPr>
            <a:normAutofit/>
          </a:bodyPr>
          <a:lstStyle/>
          <a:p>
            <a:pPr marL="0" indent="0">
              <a:buNone/>
            </a:pPr>
            <a:r>
              <a:rPr lang="en-US" sz="3200" dirty="0">
                <a:latin typeface="+mj-lt"/>
              </a:rPr>
              <a:t>See another example using roguelike games, having lives and target score:</a:t>
            </a:r>
          </a:p>
          <a:p>
            <a:pPr marL="514350" indent="-514350">
              <a:buSzPct val="100000"/>
              <a:buAutoNum type="arabicPeriod"/>
            </a:pPr>
            <a:r>
              <a:rPr lang="en-US" sz="3200" b="1" dirty="0">
                <a:solidFill>
                  <a:schemeClr val="accent5">
                    <a:lumMod val="75000"/>
                  </a:schemeClr>
                </a:solidFill>
                <a:latin typeface="+mj-lt"/>
              </a:rPr>
              <a:t>What am I observing? : score and lives</a:t>
            </a:r>
          </a:p>
          <a:p>
            <a:pPr marL="514350" indent="-514350">
              <a:buSzPct val="100000"/>
              <a:buAutoNum type="arabicPeriod"/>
            </a:pPr>
            <a:r>
              <a:rPr lang="en-US" sz="3200" b="1" dirty="0">
                <a:solidFill>
                  <a:schemeClr val="accent1">
                    <a:lumMod val="75000"/>
                  </a:schemeClr>
                </a:solidFill>
                <a:latin typeface="+mj-lt"/>
              </a:rPr>
              <a:t>When do I stop observing? : when score exceeds or equal to target OR there is still lives</a:t>
            </a:r>
          </a:p>
          <a:p>
            <a:pPr marL="514350" indent="-514350">
              <a:buSzPct val="100000"/>
              <a:buAutoNum type="arabicPeriod"/>
            </a:pPr>
            <a:r>
              <a:rPr lang="en-US" sz="3200" b="1" dirty="0">
                <a:solidFill>
                  <a:schemeClr val="accent3">
                    <a:lumMod val="75000"/>
                  </a:schemeClr>
                </a:solidFill>
                <a:latin typeface="+mj-lt"/>
              </a:rPr>
              <a:t>How to change the thing I’m observing? : increase the score OR reduce the lives</a:t>
            </a:r>
          </a:p>
        </p:txBody>
      </p:sp>
    </p:spTree>
    <p:extLst>
      <p:ext uri="{BB962C8B-B14F-4D97-AF65-F5344CB8AC3E}">
        <p14:creationId xmlns:p14="http://schemas.microsoft.com/office/powerpoint/2010/main" val="3358295843"/>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E6A3E-D3A2-80F5-A634-928CB17133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A53840-DFE6-CBB7-B529-6CE0AD8E3073}"/>
              </a:ext>
            </a:extLst>
          </p:cNvPr>
          <p:cNvSpPr>
            <a:spLocks noGrp="1"/>
          </p:cNvSpPr>
          <p:nvPr>
            <p:ph type="title"/>
          </p:nvPr>
        </p:nvSpPr>
        <p:spPr/>
        <p:txBody>
          <a:bodyPr>
            <a:normAutofit fontScale="90000"/>
          </a:bodyPr>
          <a:lstStyle/>
          <a:p>
            <a:r>
              <a:rPr lang="en-US" dirty="0">
                <a:latin typeface="+mj-lt"/>
              </a:rPr>
              <a:t>Iteration</a:t>
            </a:r>
          </a:p>
        </p:txBody>
      </p:sp>
      <p:sp>
        <p:nvSpPr>
          <p:cNvPr id="6" name="Rectangle: Rounded Corners 5">
            <a:extLst>
              <a:ext uri="{FF2B5EF4-FFF2-40B4-BE49-F238E27FC236}">
                <a16:creationId xmlns:a16="http://schemas.microsoft.com/office/drawing/2014/main" id="{D371CAE7-0B6F-FBEE-4980-6C5DA687F194}"/>
              </a:ext>
            </a:extLst>
          </p:cNvPr>
          <p:cNvSpPr/>
          <p:nvPr/>
        </p:nvSpPr>
        <p:spPr>
          <a:xfrm>
            <a:off x="4596140" y="4269799"/>
            <a:ext cx="3615996" cy="791628"/>
          </a:xfrm>
          <a:prstGeom prst="roundRect">
            <a:avLst>
              <a:gd name="adj" fmla="val 50000"/>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Start</a:t>
            </a:r>
          </a:p>
        </p:txBody>
      </p:sp>
      <p:sp>
        <p:nvSpPr>
          <p:cNvPr id="9" name="Rectangle: Rounded Corners 8">
            <a:extLst>
              <a:ext uri="{FF2B5EF4-FFF2-40B4-BE49-F238E27FC236}">
                <a16:creationId xmlns:a16="http://schemas.microsoft.com/office/drawing/2014/main" id="{67774B49-9F6B-8843-4797-35E8F58B84A2}"/>
              </a:ext>
            </a:extLst>
          </p:cNvPr>
          <p:cNvSpPr/>
          <p:nvPr/>
        </p:nvSpPr>
        <p:spPr>
          <a:xfrm>
            <a:off x="18280328" y="12676366"/>
            <a:ext cx="2163418" cy="791628"/>
          </a:xfrm>
          <a:prstGeom prst="roundRect">
            <a:avLst>
              <a:gd name="adj" fmla="val 50000"/>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End</a:t>
            </a:r>
          </a:p>
        </p:txBody>
      </p:sp>
      <p:sp>
        <p:nvSpPr>
          <p:cNvPr id="12" name="Flowchart: Decision 11">
            <a:extLst>
              <a:ext uri="{FF2B5EF4-FFF2-40B4-BE49-F238E27FC236}">
                <a16:creationId xmlns:a16="http://schemas.microsoft.com/office/drawing/2014/main" id="{A531DC39-226F-1181-5C02-48D2A3B71E7B}"/>
              </a:ext>
            </a:extLst>
          </p:cNvPr>
          <p:cNvSpPr/>
          <p:nvPr/>
        </p:nvSpPr>
        <p:spPr>
          <a:xfrm>
            <a:off x="16751161" y="5420291"/>
            <a:ext cx="4871316" cy="1954120"/>
          </a:xfrm>
          <a:prstGeom prst="flowChartDecision">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score &lt; target</a:t>
            </a:r>
          </a:p>
          <a:p>
            <a:pPr defTabSz="825500"/>
            <a:r>
              <a:rPr lang="en-US" sz="3200" dirty="0">
                <a:solidFill>
                  <a:schemeClr val="tx1">
                    <a:lumMod val="50000"/>
                  </a:schemeClr>
                </a:solidFill>
                <a:latin typeface="+mj-lt"/>
                <a:sym typeface="Helvetica Neue Medium"/>
              </a:rPr>
              <a:t>AND lives &gt; 0</a:t>
            </a:r>
          </a:p>
        </p:txBody>
      </p:sp>
      <p:cxnSp>
        <p:nvCxnSpPr>
          <p:cNvPr id="15" name="Connector: Elbow 14">
            <a:extLst>
              <a:ext uri="{FF2B5EF4-FFF2-40B4-BE49-F238E27FC236}">
                <a16:creationId xmlns:a16="http://schemas.microsoft.com/office/drawing/2014/main" id="{5B0875CB-6F9D-4FA0-6A17-8E47E1AE0EE5}"/>
              </a:ext>
            </a:extLst>
          </p:cNvPr>
          <p:cNvCxnSpPr>
            <a:cxnSpLocks/>
            <a:stCxn id="12" idx="2"/>
            <a:endCxn id="94" idx="0"/>
          </p:cNvCxnSpPr>
          <p:nvPr/>
        </p:nvCxnSpPr>
        <p:spPr>
          <a:xfrm rot="5400000">
            <a:off x="18505382" y="8052836"/>
            <a:ext cx="1359863" cy="3012"/>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02" name="Rectangle 101">
            <a:extLst>
              <a:ext uri="{FF2B5EF4-FFF2-40B4-BE49-F238E27FC236}">
                <a16:creationId xmlns:a16="http://schemas.microsoft.com/office/drawing/2014/main" id="{672B025D-231B-62AF-5248-5D4CDDCA52A5}"/>
              </a:ext>
            </a:extLst>
          </p:cNvPr>
          <p:cNvSpPr/>
          <p:nvPr/>
        </p:nvSpPr>
        <p:spPr>
          <a:xfrm>
            <a:off x="2782228" y="5730101"/>
            <a:ext cx="7231120" cy="1579920"/>
          </a:xfrm>
          <a:prstGeom prst="rect">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Declare Integer score = 0</a:t>
            </a:r>
          </a:p>
          <a:p>
            <a:pPr defTabSz="825500"/>
            <a:r>
              <a:rPr lang="en-US" sz="3200" dirty="0">
                <a:solidFill>
                  <a:schemeClr val="tx1">
                    <a:lumMod val="50000"/>
                  </a:schemeClr>
                </a:solidFill>
                <a:latin typeface="+mj-lt"/>
                <a:sym typeface="Helvetica Neue Medium"/>
              </a:rPr>
              <a:t>Declare Integer lives = 3</a:t>
            </a:r>
          </a:p>
          <a:p>
            <a:pPr defTabSz="825500"/>
            <a:r>
              <a:rPr lang="en-US" sz="3200" dirty="0">
                <a:solidFill>
                  <a:schemeClr val="tx1">
                    <a:lumMod val="50000"/>
                  </a:schemeClr>
                </a:solidFill>
                <a:latin typeface="+mj-lt"/>
                <a:sym typeface="Helvetica Neue Medium"/>
              </a:rPr>
              <a:t>Declare Constant Integer target = 10</a:t>
            </a:r>
          </a:p>
        </p:txBody>
      </p:sp>
      <p:sp>
        <p:nvSpPr>
          <p:cNvPr id="4" name="Content Placeholder 4">
            <a:extLst>
              <a:ext uri="{FF2B5EF4-FFF2-40B4-BE49-F238E27FC236}">
                <a16:creationId xmlns:a16="http://schemas.microsoft.com/office/drawing/2014/main" id="{C145FE62-FC29-A1F4-D36E-06F87DE8ECC2}"/>
              </a:ext>
            </a:extLst>
          </p:cNvPr>
          <p:cNvSpPr>
            <a:spLocks noGrp="1"/>
          </p:cNvSpPr>
          <p:nvPr>
            <p:ph sz="quarter" idx="11"/>
          </p:nvPr>
        </p:nvSpPr>
        <p:spPr>
          <a:xfrm>
            <a:off x="2167377" y="2522653"/>
            <a:ext cx="12776332" cy="791628"/>
          </a:xfrm>
        </p:spPr>
        <p:txBody>
          <a:bodyPr>
            <a:normAutofit/>
          </a:bodyPr>
          <a:lstStyle/>
          <a:p>
            <a:pPr marL="0" indent="0">
              <a:buNone/>
            </a:pPr>
            <a:r>
              <a:rPr lang="en-US" sz="3200" dirty="0">
                <a:latin typeface="+mj-lt"/>
              </a:rPr>
              <a:t>Here’s the example of observing two things (using conjunction)</a:t>
            </a:r>
            <a:endParaRPr lang="en-US" sz="3200" b="1" dirty="0">
              <a:latin typeface="+mj-lt"/>
            </a:endParaRPr>
          </a:p>
        </p:txBody>
      </p:sp>
      <p:sp>
        <p:nvSpPr>
          <p:cNvPr id="13" name="Parallelogram 12">
            <a:extLst>
              <a:ext uri="{FF2B5EF4-FFF2-40B4-BE49-F238E27FC236}">
                <a16:creationId xmlns:a16="http://schemas.microsoft.com/office/drawing/2014/main" id="{2D9FA0CB-F7B0-67C6-D685-963D5A6C601E}"/>
              </a:ext>
            </a:extLst>
          </p:cNvPr>
          <p:cNvSpPr/>
          <p:nvPr/>
        </p:nvSpPr>
        <p:spPr>
          <a:xfrm>
            <a:off x="4475163" y="8359695"/>
            <a:ext cx="3857950" cy="750411"/>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Input </a:t>
            </a:r>
            <a:r>
              <a:rPr lang="en-US" sz="3200" dirty="0" err="1">
                <a:solidFill>
                  <a:schemeClr val="tx1">
                    <a:lumMod val="50000"/>
                  </a:schemeClr>
                </a:solidFill>
                <a:latin typeface="+mj-lt"/>
                <a:sym typeface="Helvetica Neue Medium"/>
              </a:rPr>
              <a:t>user_turn</a:t>
            </a:r>
            <a:endParaRPr lang="en-US" sz="3200" dirty="0">
              <a:solidFill>
                <a:schemeClr val="tx1">
                  <a:lumMod val="50000"/>
                </a:schemeClr>
              </a:solidFill>
              <a:latin typeface="+mj-lt"/>
              <a:sym typeface="Helvetica Neue Medium"/>
            </a:endParaRPr>
          </a:p>
        </p:txBody>
      </p:sp>
      <p:sp>
        <p:nvSpPr>
          <p:cNvPr id="21" name="Flowchart: Decision 20">
            <a:extLst>
              <a:ext uri="{FF2B5EF4-FFF2-40B4-BE49-F238E27FC236}">
                <a16:creationId xmlns:a16="http://schemas.microsoft.com/office/drawing/2014/main" id="{085C49D5-3A54-2B36-D707-7888B9A12C80}"/>
              </a:ext>
            </a:extLst>
          </p:cNvPr>
          <p:cNvSpPr/>
          <p:nvPr/>
        </p:nvSpPr>
        <p:spPr>
          <a:xfrm>
            <a:off x="4307925" y="9819182"/>
            <a:ext cx="4205126" cy="1510328"/>
          </a:xfrm>
          <a:prstGeom prst="flowChartDecision">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valid(</a:t>
            </a:r>
            <a:r>
              <a:rPr lang="en-US" sz="3200" dirty="0" err="1">
                <a:solidFill>
                  <a:schemeClr val="tx1">
                    <a:lumMod val="50000"/>
                  </a:schemeClr>
                </a:solidFill>
                <a:latin typeface="+mj-lt"/>
                <a:sym typeface="Helvetica Neue Medium"/>
              </a:rPr>
              <a:t>user_turn</a:t>
            </a:r>
            <a:r>
              <a:rPr lang="en-US" sz="3200" dirty="0">
                <a:solidFill>
                  <a:schemeClr val="tx1">
                    <a:lumMod val="50000"/>
                  </a:schemeClr>
                </a:solidFill>
                <a:latin typeface="+mj-lt"/>
                <a:sym typeface="Helvetica Neue Medium"/>
              </a:rPr>
              <a:t>)</a:t>
            </a:r>
          </a:p>
        </p:txBody>
      </p:sp>
      <p:sp>
        <p:nvSpPr>
          <p:cNvPr id="22" name="Rectangle 21">
            <a:extLst>
              <a:ext uri="{FF2B5EF4-FFF2-40B4-BE49-F238E27FC236}">
                <a16:creationId xmlns:a16="http://schemas.microsoft.com/office/drawing/2014/main" id="{8654EE12-184E-5F60-D3A4-D9C94BCA48BC}"/>
              </a:ext>
            </a:extLst>
          </p:cNvPr>
          <p:cNvSpPr/>
          <p:nvPr/>
        </p:nvSpPr>
        <p:spPr>
          <a:xfrm>
            <a:off x="7190568" y="12038076"/>
            <a:ext cx="4064268" cy="595035"/>
          </a:xfrm>
          <a:prstGeom prst="rect">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lives = lives - 1</a:t>
            </a:r>
          </a:p>
        </p:txBody>
      </p:sp>
      <p:sp>
        <p:nvSpPr>
          <p:cNvPr id="23" name="TextBox 22">
            <a:extLst>
              <a:ext uri="{FF2B5EF4-FFF2-40B4-BE49-F238E27FC236}">
                <a16:creationId xmlns:a16="http://schemas.microsoft.com/office/drawing/2014/main" id="{697B2C11-6A84-58BC-ADB0-3F9C6E2090BD}"/>
              </a:ext>
            </a:extLst>
          </p:cNvPr>
          <p:cNvSpPr txBox="1"/>
          <p:nvPr/>
        </p:nvSpPr>
        <p:spPr>
          <a:xfrm>
            <a:off x="2630828" y="10601087"/>
            <a:ext cx="981038"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effectLst/>
                <a:uFillTx/>
                <a:latin typeface="+mj-lt"/>
                <a:ea typeface="+mn-ea"/>
                <a:cs typeface="+mn-cs"/>
                <a:sym typeface="Helvetica Neue"/>
              </a:rPr>
              <a:t>True</a:t>
            </a:r>
          </a:p>
        </p:txBody>
      </p:sp>
      <p:sp>
        <p:nvSpPr>
          <p:cNvPr id="24" name="TextBox 23">
            <a:extLst>
              <a:ext uri="{FF2B5EF4-FFF2-40B4-BE49-F238E27FC236}">
                <a16:creationId xmlns:a16="http://schemas.microsoft.com/office/drawing/2014/main" id="{BF07A272-4E59-BA8C-B7FF-8307A97C9EC3}"/>
              </a:ext>
            </a:extLst>
          </p:cNvPr>
          <p:cNvSpPr txBox="1"/>
          <p:nvPr/>
        </p:nvSpPr>
        <p:spPr>
          <a:xfrm>
            <a:off x="9317528" y="10609070"/>
            <a:ext cx="1072409"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effectLst/>
                <a:uFillTx/>
                <a:latin typeface="+mj-lt"/>
                <a:ea typeface="+mn-ea"/>
                <a:cs typeface="+mn-cs"/>
                <a:sym typeface="Helvetica Neue"/>
              </a:rPr>
              <a:t>False</a:t>
            </a:r>
          </a:p>
        </p:txBody>
      </p:sp>
      <p:sp>
        <p:nvSpPr>
          <p:cNvPr id="25" name="Arrow: Down 24">
            <a:extLst>
              <a:ext uri="{FF2B5EF4-FFF2-40B4-BE49-F238E27FC236}">
                <a16:creationId xmlns:a16="http://schemas.microsoft.com/office/drawing/2014/main" id="{C72A9034-6BE4-A350-9B3D-DEE46A79C134}"/>
              </a:ext>
            </a:extLst>
          </p:cNvPr>
          <p:cNvSpPr/>
          <p:nvPr/>
        </p:nvSpPr>
        <p:spPr>
          <a:xfrm rot="1561267">
            <a:off x="10939203" y="10508682"/>
            <a:ext cx="830441" cy="1463040"/>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26" name="TextBox 25">
            <a:extLst>
              <a:ext uri="{FF2B5EF4-FFF2-40B4-BE49-F238E27FC236}">
                <a16:creationId xmlns:a16="http://schemas.microsoft.com/office/drawing/2014/main" id="{8BCB7256-F24C-6A3E-6C7E-11635F8900EB}"/>
              </a:ext>
            </a:extLst>
          </p:cNvPr>
          <p:cNvSpPr txBox="1"/>
          <p:nvPr/>
        </p:nvSpPr>
        <p:spPr>
          <a:xfrm>
            <a:off x="8843265" y="3759725"/>
            <a:ext cx="4143274" cy="1754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SzPct val="100000"/>
            </a:pPr>
            <a:r>
              <a:rPr lang="en-US" sz="3600" b="1" dirty="0">
                <a:solidFill>
                  <a:srgbClr val="FF0000"/>
                </a:solidFill>
                <a:latin typeface="+mj-lt"/>
              </a:rPr>
              <a:t>What am I observing </a:t>
            </a:r>
            <a:r>
              <a:rPr lang="en-US" sz="3600" dirty="0">
                <a:solidFill>
                  <a:srgbClr val="FF0000"/>
                </a:solidFill>
                <a:latin typeface="+mj-lt"/>
              </a:rPr>
              <a:t>: score and lives</a:t>
            </a:r>
          </a:p>
        </p:txBody>
      </p:sp>
      <p:sp>
        <p:nvSpPr>
          <p:cNvPr id="27" name="TextBox 26">
            <a:extLst>
              <a:ext uri="{FF2B5EF4-FFF2-40B4-BE49-F238E27FC236}">
                <a16:creationId xmlns:a16="http://schemas.microsoft.com/office/drawing/2014/main" id="{51E8F2F7-8E77-E7DA-B9BC-3F0CA5DDC64D}"/>
              </a:ext>
            </a:extLst>
          </p:cNvPr>
          <p:cNvSpPr txBox="1"/>
          <p:nvPr/>
        </p:nvSpPr>
        <p:spPr>
          <a:xfrm>
            <a:off x="17376486" y="2437118"/>
            <a:ext cx="6665826" cy="175432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SzPct val="100000"/>
            </a:pPr>
            <a:r>
              <a:rPr lang="en-US" sz="3600" b="1" dirty="0">
                <a:solidFill>
                  <a:schemeClr val="accent3">
                    <a:lumMod val="75000"/>
                  </a:schemeClr>
                </a:solidFill>
                <a:latin typeface="+mj-lt"/>
              </a:rPr>
              <a:t>When do I stop observing :</a:t>
            </a:r>
            <a:r>
              <a:rPr lang="en-US" sz="3600" dirty="0">
                <a:solidFill>
                  <a:schemeClr val="accent3">
                    <a:lumMod val="75000"/>
                  </a:schemeClr>
                </a:solidFill>
                <a:latin typeface="+mj-lt"/>
              </a:rPr>
              <a:t> when score exceeds or equal to target OR no lives left</a:t>
            </a:r>
            <a:endParaRPr lang="en-US" sz="3600" b="1" dirty="0">
              <a:solidFill>
                <a:schemeClr val="accent3">
                  <a:lumMod val="75000"/>
                </a:schemeClr>
              </a:solidFill>
              <a:latin typeface="+mj-lt"/>
            </a:endParaRPr>
          </a:p>
        </p:txBody>
      </p:sp>
      <p:sp>
        <p:nvSpPr>
          <p:cNvPr id="28" name="Arrow: Down 27">
            <a:extLst>
              <a:ext uri="{FF2B5EF4-FFF2-40B4-BE49-F238E27FC236}">
                <a16:creationId xmlns:a16="http://schemas.microsoft.com/office/drawing/2014/main" id="{644BA7B7-EF1B-1372-6B63-8BE05B25C356}"/>
              </a:ext>
            </a:extLst>
          </p:cNvPr>
          <p:cNvSpPr/>
          <p:nvPr/>
        </p:nvSpPr>
        <p:spPr>
          <a:xfrm rot="776301">
            <a:off x="20190972" y="4253862"/>
            <a:ext cx="830441" cy="1463040"/>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29" name="Arrow: Down 28">
            <a:extLst>
              <a:ext uri="{FF2B5EF4-FFF2-40B4-BE49-F238E27FC236}">
                <a16:creationId xmlns:a16="http://schemas.microsoft.com/office/drawing/2014/main" id="{AB8875D4-8CBD-F807-E049-545925D9FF09}"/>
              </a:ext>
            </a:extLst>
          </p:cNvPr>
          <p:cNvSpPr/>
          <p:nvPr/>
        </p:nvSpPr>
        <p:spPr>
          <a:xfrm rot="2499443">
            <a:off x="10094195" y="5574740"/>
            <a:ext cx="686668" cy="761921"/>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30" name="Rectangle 29">
            <a:extLst>
              <a:ext uri="{FF2B5EF4-FFF2-40B4-BE49-F238E27FC236}">
                <a16:creationId xmlns:a16="http://schemas.microsoft.com/office/drawing/2014/main" id="{9F9D7927-8F3D-2A5A-45DE-7F43DF09EC51}"/>
              </a:ext>
            </a:extLst>
          </p:cNvPr>
          <p:cNvSpPr/>
          <p:nvPr/>
        </p:nvSpPr>
        <p:spPr>
          <a:xfrm>
            <a:off x="1647720" y="12060341"/>
            <a:ext cx="4064268" cy="595035"/>
          </a:xfrm>
          <a:prstGeom prst="rect">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score = score + 1</a:t>
            </a:r>
          </a:p>
        </p:txBody>
      </p:sp>
      <p:cxnSp>
        <p:nvCxnSpPr>
          <p:cNvPr id="31" name="Connector: Elbow 30">
            <a:extLst>
              <a:ext uri="{FF2B5EF4-FFF2-40B4-BE49-F238E27FC236}">
                <a16:creationId xmlns:a16="http://schemas.microsoft.com/office/drawing/2014/main" id="{142728D4-7971-0B1A-9BB8-D1230288A973}"/>
              </a:ext>
            </a:extLst>
          </p:cNvPr>
          <p:cNvCxnSpPr>
            <a:cxnSpLocks/>
            <a:stCxn id="6" idx="2"/>
            <a:endCxn id="102" idx="0"/>
          </p:cNvCxnSpPr>
          <p:nvPr/>
        </p:nvCxnSpPr>
        <p:spPr>
          <a:xfrm rot="5400000">
            <a:off x="6066626" y="5392589"/>
            <a:ext cx="668674" cy="6350"/>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38" name="Connector: Elbow 37">
            <a:extLst>
              <a:ext uri="{FF2B5EF4-FFF2-40B4-BE49-F238E27FC236}">
                <a16:creationId xmlns:a16="http://schemas.microsoft.com/office/drawing/2014/main" id="{2304C28B-A1A8-30C4-5F3B-EBD4E5618FEB}"/>
              </a:ext>
            </a:extLst>
          </p:cNvPr>
          <p:cNvCxnSpPr>
            <a:cxnSpLocks/>
            <a:stCxn id="102" idx="2"/>
            <a:endCxn id="13" idx="0"/>
          </p:cNvCxnSpPr>
          <p:nvPr/>
        </p:nvCxnSpPr>
        <p:spPr>
          <a:xfrm rot="16200000" flipH="1">
            <a:off x="5876126" y="7831683"/>
            <a:ext cx="1049674" cy="6350"/>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42" name="Connector: Elbow 41">
            <a:extLst>
              <a:ext uri="{FF2B5EF4-FFF2-40B4-BE49-F238E27FC236}">
                <a16:creationId xmlns:a16="http://schemas.microsoft.com/office/drawing/2014/main" id="{43A6EA91-63AE-4209-5345-D1D7771FFFCB}"/>
              </a:ext>
            </a:extLst>
          </p:cNvPr>
          <p:cNvCxnSpPr>
            <a:cxnSpLocks/>
            <a:stCxn id="13" idx="4"/>
            <a:endCxn id="21" idx="0"/>
          </p:cNvCxnSpPr>
          <p:nvPr/>
        </p:nvCxnSpPr>
        <p:spPr>
          <a:xfrm rot="16200000" flipH="1">
            <a:off x="6052775" y="9461469"/>
            <a:ext cx="709076" cy="6350"/>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47" name="Connector: Elbow 46">
            <a:extLst>
              <a:ext uri="{FF2B5EF4-FFF2-40B4-BE49-F238E27FC236}">
                <a16:creationId xmlns:a16="http://schemas.microsoft.com/office/drawing/2014/main" id="{1EF93AAE-C20D-FB78-33BB-7F3140CC8A58}"/>
              </a:ext>
            </a:extLst>
          </p:cNvPr>
          <p:cNvCxnSpPr>
            <a:cxnSpLocks/>
            <a:stCxn id="21" idx="3"/>
          </p:cNvCxnSpPr>
          <p:nvPr/>
        </p:nvCxnSpPr>
        <p:spPr>
          <a:xfrm>
            <a:off x="8513051" y="10574346"/>
            <a:ext cx="709651" cy="1463730"/>
          </a:xfrm>
          <a:prstGeom prst="bentConnector2">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51" name="Connector: Elbow 50">
            <a:extLst>
              <a:ext uri="{FF2B5EF4-FFF2-40B4-BE49-F238E27FC236}">
                <a16:creationId xmlns:a16="http://schemas.microsoft.com/office/drawing/2014/main" id="{9AF63A18-8465-82DE-9693-A70DDBD1370F}"/>
              </a:ext>
            </a:extLst>
          </p:cNvPr>
          <p:cNvCxnSpPr>
            <a:cxnSpLocks/>
            <a:stCxn id="21" idx="1"/>
            <a:endCxn id="30" idx="0"/>
          </p:cNvCxnSpPr>
          <p:nvPr/>
        </p:nvCxnSpPr>
        <p:spPr>
          <a:xfrm rot="10800000" flipV="1">
            <a:off x="3679855" y="10574345"/>
            <a:ext cx="628071" cy="1485995"/>
          </a:xfrm>
          <a:prstGeom prst="bentConnector2">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60" name="Connector: Elbow 59">
            <a:extLst>
              <a:ext uri="{FF2B5EF4-FFF2-40B4-BE49-F238E27FC236}">
                <a16:creationId xmlns:a16="http://schemas.microsoft.com/office/drawing/2014/main" id="{F6C64813-6182-5E20-775C-9494FF2238B1}"/>
              </a:ext>
            </a:extLst>
          </p:cNvPr>
          <p:cNvCxnSpPr>
            <a:cxnSpLocks/>
            <a:stCxn id="22" idx="2"/>
            <a:endCxn id="12" idx="1"/>
          </p:cNvCxnSpPr>
          <p:nvPr/>
        </p:nvCxnSpPr>
        <p:spPr>
          <a:xfrm rot="5400000" flipH="1" flipV="1">
            <a:off x="9869051" y="5751001"/>
            <a:ext cx="6235760" cy="7528459"/>
          </a:xfrm>
          <a:prstGeom prst="bentConnector4">
            <a:avLst>
              <a:gd name="adj1" fmla="val -7637"/>
              <a:gd name="adj2" fmla="val 63496"/>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64" name="Connector: Elbow 63">
            <a:extLst>
              <a:ext uri="{FF2B5EF4-FFF2-40B4-BE49-F238E27FC236}">
                <a16:creationId xmlns:a16="http://schemas.microsoft.com/office/drawing/2014/main" id="{852F7726-1682-A7B3-CAC0-B0A40389C9AB}"/>
              </a:ext>
            </a:extLst>
          </p:cNvPr>
          <p:cNvCxnSpPr>
            <a:cxnSpLocks/>
            <a:stCxn id="30" idx="2"/>
            <a:endCxn id="12" idx="1"/>
          </p:cNvCxnSpPr>
          <p:nvPr/>
        </p:nvCxnSpPr>
        <p:spPr>
          <a:xfrm rot="5400000" flipH="1" flipV="1">
            <a:off x="7086494" y="2990710"/>
            <a:ext cx="6258025" cy="13071307"/>
          </a:xfrm>
          <a:prstGeom prst="bentConnector4">
            <a:avLst>
              <a:gd name="adj1" fmla="val -7306"/>
              <a:gd name="adj2" fmla="val 79051"/>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73" name="Connector: Elbow 72">
            <a:extLst>
              <a:ext uri="{FF2B5EF4-FFF2-40B4-BE49-F238E27FC236}">
                <a16:creationId xmlns:a16="http://schemas.microsoft.com/office/drawing/2014/main" id="{5097521F-B481-B4DB-E02B-AEE31F8DDF64}"/>
              </a:ext>
            </a:extLst>
          </p:cNvPr>
          <p:cNvCxnSpPr>
            <a:cxnSpLocks/>
            <a:stCxn id="12" idx="0"/>
          </p:cNvCxnSpPr>
          <p:nvPr/>
        </p:nvCxnSpPr>
        <p:spPr>
          <a:xfrm rot="16200000" flipH="1" flipV="1">
            <a:off x="11646797" y="183982"/>
            <a:ext cx="2303714" cy="12776331"/>
          </a:xfrm>
          <a:prstGeom prst="bentConnector4">
            <a:avLst>
              <a:gd name="adj1" fmla="val -17365"/>
              <a:gd name="adj2" fmla="val 48051"/>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77" name="TextBox 76">
            <a:extLst>
              <a:ext uri="{FF2B5EF4-FFF2-40B4-BE49-F238E27FC236}">
                <a16:creationId xmlns:a16="http://schemas.microsoft.com/office/drawing/2014/main" id="{24D40269-6EE6-16CD-E557-07A2B004D9EC}"/>
              </a:ext>
            </a:extLst>
          </p:cNvPr>
          <p:cNvSpPr txBox="1"/>
          <p:nvPr/>
        </p:nvSpPr>
        <p:spPr>
          <a:xfrm>
            <a:off x="9877429" y="8159223"/>
            <a:ext cx="3976696" cy="23083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SzPct val="100000"/>
            </a:pPr>
            <a:r>
              <a:rPr lang="en-US" sz="3600" b="1" dirty="0">
                <a:solidFill>
                  <a:schemeClr val="accent1">
                    <a:lumMod val="75000"/>
                  </a:schemeClr>
                </a:solidFill>
                <a:latin typeface="+mj-lt"/>
              </a:rPr>
              <a:t>How to change the thing I’m observing </a:t>
            </a:r>
            <a:r>
              <a:rPr lang="en-US" sz="3600" dirty="0">
                <a:solidFill>
                  <a:schemeClr val="accent1">
                    <a:lumMod val="75000"/>
                  </a:schemeClr>
                </a:solidFill>
                <a:latin typeface="+mj-lt"/>
              </a:rPr>
              <a:t>: Reduce the lives</a:t>
            </a:r>
          </a:p>
        </p:txBody>
      </p:sp>
      <p:sp>
        <p:nvSpPr>
          <p:cNvPr id="91" name="TextBox 90">
            <a:extLst>
              <a:ext uri="{FF2B5EF4-FFF2-40B4-BE49-F238E27FC236}">
                <a16:creationId xmlns:a16="http://schemas.microsoft.com/office/drawing/2014/main" id="{C406068C-845A-9054-3688-1C18AAE88089}"/>
              </a:ext>
            </a:extLst>
          </p:cNvPr>
          <p:cNvSpPr txBox="1"/>
          <p:nvPr/>
        </p:nvSpPr>
        <p:spPr>
          <a:xfrm>
            <a:off x="19360264" y="7537340"/>
            <a:ext cx="1072409"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effectLst/>
                <a:uFillTx/>
                <a:latin typeface="+mj-lt"/>
                <a:ea typeface="+mn-ea"/>
                <a:cs typeface="+mn-cs"/>
                <a:sym typeface="Helvetica Neue"/>
              </a:rPr>
              <a:t>False</a:t>
            </a:r>
          </a:p>
        </p:txBody>
      </p:sp>
      <p:sp>
        <p:nvSpPr>
          <p:cNvPr id="92" name="TextBox 91">
            <a:extLst>
              <a:ext uri="{FF2B5EF4-FFF2-40B4-BE49-F238E27FC236}">
                <a16:creationId xmlns:a16="http://schemas.microsoft.com/office/drawing/2014/main" id="{77BE3F57-AAE7-E349-D36F-4BA20447EFD7}"/>
              </a:ext>
            </a:extLst>
          </p:cNvPr>
          <p:cNvSpPr txBox="1"/>
          <p:nvPr/>
        </p:nvSpPr>
        <p:spPr>
          <a:xfrm>
            <a:off x="17901272" y="4447240"/>
            <a:ext cx="981038"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effectLst/>
                <a:uFillTx/>
                <a:latin typeface="+mj-lt"/>
                <a:ea typeface="+mn-ea"/>
                <a:cs typeface="+mn-cs"/>
                <a:sym typeface="Helvetica Neue"/>
              </a:rPr>
              <a:t>True</a:t>
            </a:r>
          </a:p>
        </p:txBody>
      </p:sp>
      <p:sp>
        <p:nvSpPr>
          <p:cNvPr id="94" name="Flowchart: Decision 93">
            <a:extLst>
              <a:ext uri="{FF2B5EF4-FFF2-40B4-BE49-F238E27FC236}">
                <a16:creationId xmlns:a16="http://schemas.microsoft.com/office/drawing/2014/main" id="{3BAB2C7A-0A9B-9173-23A1-85CE01100A70}"/>
              </a:ext>
            </a:extLst>
          </p:cNvPr>
          <p:cNvSpPr/>
          <p:nvPr/>
        </p:nvSpPr>
        <p:spPr>
          <a:xfrm>
            <a:off x="16748149" y="8734274"/>
            <a:ext cx="4871316" cy="1954120"/>
          </a:xfrm>
          <a:prstGeom prst="flowChartDecision">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score &gt;= target</a:t>
            </a:r>
          </a:p>
        </p:txBody>
      </p:sp>
      <p:sp>
        <p:nvSpPr>
          <p:cNvPr id="103" name="Arrow: Down 102">
            <a:extLst>
              <a:ext uri="{FF2B5EF4-FFF2-40B4-BE49-F238E27FC236}">
                <a16:creationId xmlns:a16="http://schemas.microsoft.com/office/drawing/2014/main" id="{2118AC88-90AE-F85A-13D6-68195771ECD5}"/>
              </a:ext>
            </a:extLst>
          </p:cNvPr>
          <p:cNvSpPr/>
          <p:nvPr/>
        </p:nvSpPr>
        <p:spPr>
          <a:xfrm rot="20701891">
            <a:off x="1651690" y="10483100"/>
            <a:ext cx="830441" cy="1463040"/>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104" name="TextBox 103">
            <a:extLst>
              <a:ext uri="{FF2B5EF4-FFF2-40B4-BE49-F238E27FC236}">
                <a16:creationId xmlns:a16="http://schemas.microsoft.com/office/drawing/2014/main" id="{46F2FF30-C2ED-B8BE-80D6-C5A41FA99561}"/>
              </a:ext>
            </a:extLst>
          </p:cNvPr>
          <p:cNvSpPr txBox="1"/>
          <p:nvPr/>
        </p:nvSpPr>
        <p:spPr>
          <a:xfrm>
            <a:off x="70582" y="8009212"/>
            <a:ext cx="4330408" cy="23083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buSzPct val="100000"/>
            </a:pPr>
            <a:r>
              <a:rPr lang="en-US" sz="3600" b="1" dirty="0">
                <a:solidFill>
                  <a:schemeClr val="accent1">
                    <a:lumMod val="75000"/>
                  </a:schemeClr>
                </a:solidFill>
                <a:latin typeface="+mj-lt"/>
              </a:rPr>
              <a:t>How to change the thing I’m observing </a:t>
            </a:r>
            <a:r>
              <a:rPr lang="en-US" sz="3600" dirty="0">
                <a:solidFill>
                  <a:schemeClr val="accent1">
                    <a:lumMod val="75000"/>
                  </a:schemeClr>
                </a:solidFill>
                <a:latin typeface="+mj-lt"/>
              </a:rPr>
              <a:t>: Increase the score</a:t>
            </a:r>
          </a:p>
        </p:txBody>
      </p:sp>
      <p:sp>
        <p:nvSpPr>
          <p:cNvPr id="105" name="Parallelogram 104">
            <a:extLst>
              <a:ext uri="{FF2B5EF4-FFF2-40B4-BE49-F238E27FC236}">
                <a16:creationId xmlns:a16="http://schemas.microsoft.com/office/drawing/2014/main" id="{5EC6B7C5-9ACD-194A-6957-0DA1DC1E7C9D}"/>
              </a:ext>
            </a:extLst>
          </p:cNvPr>
          <p:cNvSpPr/>
          <p:nvPr/>
        </p:nvSpPr>
        <p:spPr>
          <a:xfrm>
            <a:off x="14511533" y="11003041"/>
            <a:ext cx="3857950" cy="750411"/>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Display “WIN!”</a:t>
            </a:r>
          </a:p>
        </p:txBody>
      </p:sp>
      <p:sp>
        <p:nvSpPr>
          <p:cNvPr id="106" name="Parallelogram 105">
            <a:extLst>
              <a:ext uri="{FF2B5EF4-FFF2-40B4-BE49-F238E27FC236}">
                <a16:creationId xmlns:a16="http://schemas.microsoft.com/office/drawing/2014/main" id="{F4A22B3C-8979-61CA-8333-EA206C7F575C}"/>
              </a:ext>
            </a:extLst>
          </p:cNvPr>
          <p:cNvSpPr/>
          <p:nvPr/>
        </p:nvSpPr>
        <p:spPr>
          <a:xfrm>
            <a:off x="19921375" y="11001399"/>
            <a:ext cx="3857950" cy="750411"/>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Display “LOSE”</a:t>
            </a:r>
          </a:p>
        </p:txBody>
      </p:sp>
      <p:cxnSp>
        <p:nvCxnSpPr>
          <p:cNvPr id="107" name="Connector: Elbow 106">
            <a:extLst>
              <a:ext uri="{FF2B5EF4-FFF2-40B4-BE49-F238E27FC236}">
                <a16:creationId xmlns:a16="http://schemas.microsoft.com/office/drawing/2014/main" id="{9615369A-B07E-2ECA-BF7A-0B8768799C31}"/>
              </a:ext>
            </a:extLst>
          </p:cNvPr>
          <p:cNvCxnSpPr>
            <a:cxnSpLocks/>
            <a:stCxn id="94" idx="3"/>
            <a:endCxn id="106" idx="0"/>
          </p:cNvCxnSpPr>
          <p:nvPr/>
        </p:nvCxnSpPr>
        <p:spPr>
          <a:xfrm>
            <a:off x="21619465" y="9711334"/>
            <a:ext cx="230885" cy="1290065"/>
          </a:xfrm>
          <a:prstGeom prst="bentConnector2">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110" name="Connector: Elbow 109">
            <a:extLst>
              <a:ext uri="{FF2B5EF4-FFF2-40B4-BE49-F238E27FC236}">
                <a16:creationId xmlns:a16="http://schemas.microsoft.com/office/drawing/2014/main" id="{FDF7255D-FAE0-120E-2B05-64E279FBE87C}"/>
              </a:ext>
            </a:extLst>
          </p:cNvPr>
          <p:cNvCxnSpPr>
            <a:cxnSpLocks/>
            <a:stCxn id="94" idx="1"/>
            <a:endCxn id="105" idx="1"/>
          </p:cNvCxnSpPr>
          <p:nvPr/>
        </p:nvCxnSpPr>
        <p:spPr>
          <a:xfrm rot="10800000" flipV="1">
            <a:off x="16534309" y="9711333"/>
            <a:ext cx="213840" cy="1291707"/>
          </a:xfrm>
          <a:prstGeom prst="bentConnector2">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133" name="Connector: Elbow 132">
            <a:extLst>
              <a:ext uri="{FF2B5EF4-FFF2-40B4-BE49-F238E27FC236}">
                <a16:creationId xmlns:a16="http://schemas.microsoft.com/office/drawing/2014/main" id="{42DA65AA-DFB5-9697-1CC6-9AD4F0B4A39E}"/>
              </a:ext>
            </a:extLst>
          </p:cNvPr>
          <p:cNvCxnSpPr>
            <a:cxnSpLocks/>
            <a:stCxn id="105" idx="4"/>
            <a:endCxn id="9" idx="0"/>
          </p:cNvCxnSpPr>
          <p:nvPr/>
        </p:nvCxnSpPr>
        <p:spPr>
          <a:xfrm rot="16200000" flipH="1">
            <a:off x="17439815" y="10754144"/>
            <a:ext cx="922914" cy="2921529"/>
          </a:xfrm>
          <a:prstGeom prst="bentConnector3">
            <a:avLst>
              <a:gd name="adj1" fmla="val 37615"/>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139" name="Connector: Elbow 138">
            <a:extLst>
              <a:ext uri="{FF2B5EF4-FFF2-40B4-BE49-F238E27FC236}">
                <a16:creationId xmlns:a16="http://schemas.microsoft.com/office/drawing/2014/main" id="{89EE7AF5-C5B5-C8DF-F51D-35749742A180}"/>
              </a:ext>
            </a:extLst>
          </p:cNvPr>
          <p:cNvCxnSpPr>
            <a:cxnSpLocks/>
            <a:stCxn id="106" idx="4"/>
            <a:endCxn id="9" idx="0"/>
          </p:cNvCxnSpPr>
          <p:nvPr/>
        </p:nvCxnSpPr>
        <p:spPr>
          <a:xfrm rot="5400000">
            <a:off x="20143916" y="10969932"/>
            <a:ext cx="924556" cy="2488313"/>
          </a:xfrm>
          <a:prstGeom prst="bentConnector3">
            <a:avLst>
              <a:gd name="adj1" fmla="val 37637"/>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51" name="TextBox 150">
            <a:extLst>
              <a:ext uri="{FF2B5EF4-FFF2-40B4-BE49-F238E27FC236}">
                <a16:creationId xmlns:a16="http://schemas.microsoft.com/office/drawing/2014/main" id="{9EC9DCF9-9636-E567-6ED6-5393EEAAA1CE}"/>
              </a:ext>
            </a:extLst>
          </p:cNvPr>
          <p:cNvSpPr txBox="1"/>
          <p:nvPr/>
        </p:nvSpPr>
        <p:spPr>
          <a:xfrm>
            <a:off x="15392035" y="9919476"/>
            <a:ext cx="981038"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effectLst/>
                <a:uFillTx/>
                <a:latin typeface="+mj-lt"/>
                <a:ea typeface="+mn-ea"/>
                <a:cs typeface="+mn-cs"/>
                <a:sym typeface="Helvetica Neue"/>
              </a:rPr>
              <a:t>True</a:t>
            </a:r>
          </a:p>
        </p:txBody>
      </p:sp>
      <p:sp>
        <p:nvSpPr>
          <p:cNvPr id="152" name="TextBox 151">
            <a:extLst>
              <a:ext uri="{FF2B5EF4-FFF2-40B4-BE49-F238E27FC236}">
                <a16:creationId xmlns:a16="http://schemas.microsoft.com/office/drawing/2014/main" id="{145B4F72-D073-9087-8EE8-5322E02604AE}"/>
              </a:ext>
            </a:extLst>
          </p:cNvPr>
          <p:cNvSpPr txBox="1"/>
          <p:nvPr/>
        </p:nvSpPr>
        <p:spPr>
          <a:xfrm>
            <a:off x="21916966" y="9949948"/>
            <a:ext cx="1072409"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effectLst/>
                <a:uFillTx/>
                <a:latin typeface="+mj-lt"/>
                <a:ea typeface="+mn-ea"/>
                <a:cs typeface="+mn-cs"/>
                <a:sym typeface="Helvetica Neue"/>
              </a:rPr>
              <a:t>False</a:t>
            </a:r>
          </a:p>
        </p:txBody>
      </p:sp>
    </p:spTree>
    <p:extLst>
      <p:ext uri="{BB962C8B-B14F-4D97-AF65-F5344CB8AC3E}">
        <p14:creationId xmlns:p14="http://schemas.microsoft.com/office/powerpoint/2010/main" val="4289708790"/>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3D1D89-3DD2-99C7-D50B-C48D983E7B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AD10BA-0CA6-5F58-0773-37FA145131E5}"/>
              </a:ext>
            </a:extLst>
          </p:cNvPr>
          <p:cNvSpPr>
            <a:spLocks noGrp="1"/>
          </p:cNvSpPr>
          <p:nvPr>
            <p:ph type="title"/>
          </p:nvPr>
        </p:nvSpPr>
        <p:spPr/>
        <p:txBody>
          <a:bodyPr>
            <a:normAutofit fontScale="90000"/>
          </a:bodyPr>
          <a:lstStyle/>
          <a:p>
            <a:r>
              <a:rPr lang="en-US" dirty="0"/>
              <a:t>Iteration</a:t>
            </a:r>
          </a:p>
        </p:txBody>
      </p:sp>
      <p:sp>
        <p:nvSpPr>
          <p:cNvPr id="3" name="Text Placeholder 2">
            <a:extLst>
              <a:ext uri="{FF2B5EF4-FFF2-40B4-BE49-F238E27FC236}">
                <a16:creationId xmlns:a16="http://schemas.microsoft.com/office/drawing/2014/main" id="{DBEFC725-FEB4-FF26-C780-03F8972C7D45}"/>
              </a:ext>
            </a:extLst>
          </p:cNvPr>
          <p:cNvSpPr>
            <a:spLocks noGrp="1"/>
          </p:cNvSpPr>
          <p:nvPr>
            <p:ph type="body" sz="quarter" idx="10"/>
          </p:nvPr>
        </p:nvSpPr>
        <p:spPr>
          <a:xfrm>
            <a:off x="2167377" y="2419728"/>
            <a:ext cx="10996173" cy="799722"/>
          </a:xfrm>
        </p:spPr>
        <p:txBody>
          <a:bodyPr/>
          <a:lstStyle/>
          <a:p>
            <a:endParaRPr lang="en-US" dirty="0"/>
          </a:p>
        </p:txBody>
      </p:sp>
      <p:sp>
        <p:nvSpPr>
          <p:cNvPr id="6" name="Rectangle: Rounded Corners 5">
            <a:extLst>
              <a:ext uri="{FF2B5EF4-FFF2-40B4-BE49-F238E27FC236}">
                <a16:creationId xmlns:a16="http://schemas.microsoft.com/office/drawing/2014/main" id="{82D487AE-A0C2-E38D-F937-BECB5B5A98DB}"/>
              </a:ext>
            </a:extLst>
          </p:cNvPr>
          <p:cNvSpPr/>
          <p:nvPr/>
        </p:nvSpPr>
        <p:spPr>
          <a:xfrm>
            <a:off x="1558934" y="3572397"/>
            <a:ext cx="3615996" cy="791628"/>
          </a:xfrm>
          <a:prstGeom prst="roundRect">
            <a:avLst>
              <a:gd name="adj" fmla="val 50000"/>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Start</a:t>
            </a:r>
          </a:p>
        </p:txBody>
      </p:sp>
      <p:cxnSp>
        <p:nvCxnSpPr>
          <p:cNvPr id="7" name="Connector: Elbow 6">
            <a:extLst>
              <a:ext uri="{FF2B5EF4-FFF2-40B4-BE49-F238E27FC236}">
                <a16:creationId xmlns:a16="http://schemas.microsoft.com/office/drawing/2014/main" id="{E060A864-17F5-6D45-3FD7-CA51F2D72F5C}"/>
              </a:ext>
            </a:extLst>
          </p:cNvPr>
          <p:cNvCxnSpPr>
            <a:cxnSpLocks/>
            <a:stCxn id="6" idx="2"/>
            <a:endCxn id="32" idx="0"/>
          </p:cNvCxnSpPr>
          <p:nvPr/>
        </p:nvCxnSpPr>
        <p:spPr>
          <a:xfrm rot="16200000" flipH="1">
            <a:off x="2903793" y="4827163"/>
            <a:ext cx="926279"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9" name="Rectangle: Rounded Corners 8">
            <a:extLst>
              <a:ext uri="{FF2B5EF4-FFF2-40B4-BE49-F238E27FC236}">
                <a16:creationId xmlns:a16="http://schemas.microsoft.com/office/drawing/2014/main" id="{EFFEE0BF-DD65-1E3C-BAE1-BFED5CA312C2}"/>
              </a:ext>
            </a:extLst>
          </p:cNvPr>
          <p:cNvSpPr/>
          <p:nvPr/>
        </p:nvSpPr>
        <p:spPr>
          <a:xfrm>
            <a:off x="2285225" y="12535220"/>
            <a:ext cx="2163418" cy="791628"/>
          </a:xfrm>
          <a:prstGeom prst="roundRect">
            <a:avLst>
              <a:gd name="adj" fmla="val 50000"/>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End</a:t>
            </a:r>
          </a:p>
        </p:txBody>
      </p:sp>
      <p:cxnSp>
        <p:nvCxnSpPr>
          <p:cNvPr id="10" name="Connector: Elbow 9">
            <a:extLst>
              <a:ext uri="{FF2B5EF4-FFF2-40B4-BE49-F238E27FC236}">
                <a16:creationId xmlns:a16="http://schemas.microsoft.com/office/drawing/2014/main" id="{1FF6320D-8150-7500-89CD-E44C6E45B7E9}"/>
              </a:ext>
            </a:extLst>
          </p:cNvPr>
          <p:cNvCxnSpPr>
            <a:cxnSpLocks/>
            <a:stCxn id="102" idx="0"/>
          </p:cNvCxnSpPr>
          <p:nvPr/>
        </p:nvCxnSpPr>
        <p:spPr>
          <a:xfrm rot="16200000" flipV="1">
            <a:off x="5179092" y="5088750"/>
            <a:ext cx="1144927" cy="4769240"/>
          </a:xfrm>
          <a:prstGeom prst="bentConnector2">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2" name="Flowchart: Decision 11">
            <a:extLst>
              <a:ext uri="{FF2B5EF4-FFF2-40B4-BE49-F238E27FC236}">
                <a16:creationId xmlns:a16="http://schemas.microsoft.com/office/drawing/2014/main" id="{61B0A206-ADE6-4A45-8BC6-B9B1E6564B84}"/>
              </a:ext>
            </a:extLst>
          </p:cNvPr>
          <p:cNvSpPr/>
          <p:nvPr/>
        </p:nvSpPr>
        <p:spPr>
          <a:xfrm>
            <a:off x="1437956" y="9426683"/>
            <a:ext cx="3857952" cy="1674222"/>
          </a:xfrm>
          <a:prstGeom prst="flowChartDecision">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Is there still food?</a:t>
            </a:r>
          </a:p>
        </p:txBody>
      </p:sp>
      <p:cxnSp>
        <p:nvCxnSpPr>
          <p:cNvPr id="15" name="Connector: Elbow 14">
            <a:extLst>
              <a:ext uri="{FF2B5EF4-FFF2-40B4-BE49-F238E27FC236}">
                <a16:creationId xmlns:a16="http://schemas.microsoft.com/office/drawing/2014/main" id="{0FEBAA99-AF8F-6878-5FF1-39F71590160A}"/>
              </a:ext>
            </a:extLst>
          </p:cNvPr>
          <p:cNvCxnSpPr>
            <a:cxnSpLocks/>
            <a:stCxn id="12" idx="2"/>
            <a:endCxn id="9" idx="0"/>
          </p:cNvCxnSpPr>
          <p:nvPr/>
        </p:nvCxnSpPr>
        <p:spPr>
          <a:xfrm rot="16200000" flipH="1">
            <a:off x="2649776" y="11818061"/>
            <a:ext cx="1434315" cy="2"/>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16" name="Connector: Elbow 15">
            <a:extLst>
              <a:ext uri="{FF2B5EF4-FFF2-40B4-BE49-F238E27FC236}">
                <a16:creationId xmlns:a16="http://schemas.microsoft.com/office/drawing/2014/main" id="{C7A790B3-A8CB-1EC0-43B8-E1A922879008}"/>
              </a:ext>
            </a:extLst>
          </p:cNvPr>
          <p:cNvCxnSpPr>
            <a:cxnSpLocks/>
            <a:stCxn id="12" idx="3"/>
            <a:endCxn id="102" idx="2"/>
          </p:cNvCxnSpPr>
          <p:nvPr/>
        </p:nvCxnSpPr>
        <p:spPr>
          <a:xfrm flipV="1">
            <a:off x="5295908" y="9133310"/>
            <a:ext cx="2840267" cy="1130484"/>
          </a:xfrm>
          <a:prstGeom prst="bentConnector2">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8" name="TextBox 17">
            <a:extLst>
              <a:ext uri="{FF2B5EF4-FFF2-40B4-BE49-F238E27FC236}">
                <a16:creationId xmlns:a16="http://schemas.microsoft.com/office/drawing/2014/main" id="{677E274A-3C49-36A1-EBF6-503EF4CD1F62}"/>
              </a:ext>
            </a:extLst>
          </p:cNvPr>
          <p:cNvSpPr txBox="1"/>
          <p:nvPr/>
        </p:nvSpPr>
        <p:spPr>
          <a:xfrm>
            <a:off x="5521513" y="9793640"/>
            <a:ext cx="759823"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effectLst/>
                <a:uFillTx/>
                <a:latin typeface="+mn-lt"/>
                <a:ea typeface="+mn-ea"/>
                <a:cs typeface="+mn-cs"/>
                <a:sym typeface="Helvetica Neue"/>
              </a:rPr>
              <a:t>True</a:t>
            </a:r>
          </a:p>
        </p:txBody>
      </p:sp>
      <p:sp>
        <p:nvSpPr>
          <p:cNvPr id="19" name="TextBox 18">
            <a:extLst>
              <a:ext uri="{FF2B5EF4-FFF2-40B4-BE49-F238E27FC236}">
                <a16:creationId xmlns:a16="http://schemas.microsoft.com/office/drawing/2014/main" id="{9466C7D8-F23A-06E0-6CA7-06313C0CAC45}"/>
              </a:ext>
            </a:extLst>
          </p:cNvPr>
          <p:cNvSpPr txBox="1"/>
          <p:nvPr/>
        </p:nvSpPr>
        <p:spPr>
          <a:xfrm>
            <a:off x="2402627" y="11431801"/>
            <a:ext cx="831959"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effectLst/>
                <a:uFillTx/>
                <a:latin typeface="+mn-lt"/>
                <a:ea typeface="+mn-ea"/>
                <a:cs typeface="+mn-cs"/>
                <a:sym typeface="Helvetica Neue"/>
              </a:rPr>
              <a:t>False</a:t>
            </a:r>
          </a:p>
        </p:txBody>
      </p:sp>
      <p:sp>
        <p:nvSpPr>
          <p:cNvPr id="32" name="Parallelogram 31">
            <a:extLst>
              <a:ext uri="{FF2B5EF4-FFF2-40B4-BE49-F238E27FC236}">
                <a16:creationId xmlns:a16="http://schemas.microsoft.com/office/drawing/2014/main" id="{2F9D962F-5516-9C54-3283-93B5B5DA684D}"/>
              </a:ext>
            </a:extLst>
          </p:cNvPr>
          <p:cNvSpPr/>
          <p:nvPr/>
        </p:nvSpPr>
        <p:spPr>
          <a:xfrm>
            <a:off x="1437958" y="5290304"/>
            <a:ext cx="3857950" cy="750411"/>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Get food</a:t>
            </a:r>
          </a:p>
        </p:txBody>
      </p:sp>
      <p:cxnSp>
        <p:nvCxnSpPr>
          <p:cNvPr id="48" name="Connector: Elbow 47">
            <a:extLst>
              <a:ext uri="{FF2B5EF4-FFF2-40B4-BE49-F238E27FC236}">
                <a16:creationId xmlns:a16="http://schemas.microsoft.com/office/drawing/2014/main" id="{3643912A-E63B-1F44-E0E3-BF6AFC24612E}"/>
              </a:ext>
            </a:extLst>
          </p:cNvPr>
          <p:cNvCxnSpPr>
            <a:cxnSpLocks/>
            <a:stCxn id="32" idx="4"/>
            <a:endCxn id="12" idx="0"/>
          </p:cNvCxnSpPr>
          <p:nvPr/>
        </p:nvCxnSpPr>
        <p:spPr>
          <a:xfrm rot="5400000">
            <a:off x="1673949" y="7733699"/>
            <a:ext cx="3385968"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02" name="Rectangle 101">
            <a:extLst>
              <a:ext uri="{FF2B5EF4-FFF2-40B4-BE49-F238E27FC236}">
                <a16:creationId xmlns:a16="http://schemas.microsoft.com/office/drawing/2014/main" id="{5CB1A6DA-7CA5-472C-27DD-1F750E9CF2BE}"/>
              </a:ext>
            </a:extLst>
          </p:cNvPr>
          <p:cNvSpPr/>
          <p:nvPr/>
        </p:nvSpPr>
        <p:spPr>
          <a:xfrm>
            <a:off x="5230312" y="8045833"/>
            <a:ext cx="5811726" cy="1087477"/>
          </a:xfrm>
          <a:prstGeom prst="rect">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Take part of the food out</a:t>
            </a:r>
          </a:p>
          <a:p>
            <a:pPr defTabSz="825500"/>
            <a:r>
              <a:rPr lang="en-US" sz="3200" dirty="0">
                <a:solidFill>
                  <a:schemeClr val="tx1">
                    <a:lumMod val="50000"/>
                  </a:schemeClr>
                </a:solidFill>
                <a:latin typeface="+mj-lt"/>
                <a:sym typeface="Helvetica Neue Medium"/>
              </a:rPr>
              <a:t>Put the food into the mouth</a:t>
            </a:r>
          </a:p>
        </p:txBody>
      </p:sp>
      <p:sp>
        <p:nvSpPr>
          <p:cNvPr id="8" name="Content Placeholder 4">
            <a:extLst>
              <a:ext uri="{FF2B5EF4-FFF2-40B4-BE49-F238E27FC236}">
                <a16:creationId xmlns:a16="http://schemas.microsoft.com/office/drawing/2014/main" id="{67E418BC-A501-C50D-A64B-FBCF253751FE}"/>
              </a:ext>
            </a:extLst>
          </p:cNvPr>
          <p:cNvSpPr txBox="1">
            <a:spLocks/>
          </p:cNvSpPr>
          <p:nvPr/>
        </p:nvSpPr>
        <p:spPr>
          <a:xfrm>
            <a:off x="5713667" y="4208745"/>
            <a:ext cx="5717987" cy="1463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buFontTx/>
              <a:buNone/>
            </a:pPr>
            <a:r>
              <a:rPr lang="en-US" sz="4000" i="1" dirty="0">
                <a:latin typeface="+mj-lt"/>
              </a:rPr>
              <a:t>You can set the process after the condition… </a:t>
            </a:r>
          </a:p>
        </p:txBody>
      </p:sp>
      <p:sp>
        <p:nvSpPr>
          <p:cNvPr id="14" name="Arrow: Down 13">
            <a:extLst>
              <a:ext uri="{FF2B5EF4-FFF2-40B4-BE49-F238E27FC236}">
                <a16:creationId xmlns:a16="http://schemas.microsoft.com/office/drawing/2014/main" id="{DB1B588F-592A-4543-F917-3AB18D201BC8}"/>
              </a:ext>
            </a:extLst>
          </p:cNvPr>
          <p:cNvSpPr/>
          <p:nvPr/>
        </p:nvSpPr>
        <p:spPr>
          <a:xfrm rot="20060101">
            <a:off x="8570452" y="5658259"/>
            <a:ext cx="830441" cy="2194560"/>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17" name="Rectangle: Rounded Corners 16">
            <a:extLst>
              <a:ext uri="{FF2B5EF4-FFF2-40B4-BE49-F238E27FC236}">
                <a16:creationId xmlns:a16="http://schemas.microsoft.com/office/drawing/2014/main" id="{A4012AD7-E549-3712-3712-513E4EDB86A7}"/>
              </a:ext>
            </a:extLst>
          </p:cNvPr>
          <p:cNvSpPr/>
          <p:nvPr/>
        </p:nvSpPr>
        <p:spPr>
          <a:xfrm>
            <a:off x="17240063" y="3398145"/>
            <a:ext cx="3615996" cy="791628"/>
          </a:xfrm>
          <a:prstGeom prst="roundRect">
            <a:avLst>
              <a:gd name="adj" fmla="val 50000"/>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Start</a:t>
            </a:r>
          </a:p>
        </p:txBody>
      </p:sp>
      <p:cxnSp>
        <p:nvCxnSpPr>
          <p:cNvPr id="20" name="Connector: Elbow 19">
            <a:extLst>
              <a:ext uri="{FF2B5EF4-FFF2-40B4-BE49-F238E27FC236}">
                <a16:creationId xmlns:a16="http://schemas.microsoft.com/office/drawing/2014/main" id="{6C4C1CD1-091F-0C42-8DD4-CE334972F249}"/>
              </a:ext>
            </a:extLst>
          </p:cNvPr>
          <p:cNvCxnSpPr>
            <a:cxnSpLocks/>
            <a:stCxn id="17" idx="2"/>
            <a:endCxn id="28" idx="0"/>
          </p:cNvCxnSpPr>
          <p:nvPr/>
        </p:nvCxnSpPr>
        <p:spPr>
          <a:xfrm rot="5400000">
            <a:off x="18577284" y="4645274"/>
            <a:ext cx="926279" cy="15277"/>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21" name="Rectangle: Rounded Corners 20">
            <a:extLst>
              <a:ext uri="{FF2B5EF4-FFF2-40B4-BE49-F238E27FC236}">
                <a16:creationId xmlns:a16="http://schemas.microsoft.com/office/drawing/2014/main" id="{8DD4698A-0533-30AB-CE63-576203F926DC}"/>
              </a:ext>
            </a:extLst>
          </p:cNvPr>
          <p:cNvSpPr/>
          <p:nvPr/>
        </p:nvSpPr>
        <p:spPr>
          <a:xfrm>
            <a:off x="17966354" y="12360968"/>
            <a:ext cx="2163418" cy="791628"/>
          </a:xfrm>
          <a:prstGeom prst="roundRect">
            <a:avLst>
              <a:gd name="adj" fmla="val 50000"/>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End</a:t>
            </a:r>
          </a:p>
        </p:txBody>
      </p:sp>
      <p:cxnSp>
        <p:nvCxnSpPr>
          <p:cNvPr id="22" name="Connector: Elbow 21">
            <a:extLst>
              <a:ext uri="{FF2B5EF4-FFF2-40B4-BE49-F238E27FC236}">
                <a16:creationId xmlns:a16="http://schemas.microsoft.com/office/drawing/2014/main" id="{7D035BC2-6733-FF98-26E0-26E74320971C}"/>
              </a:ext>
            </a:extLst>
          </p:cNvPr>
          <p:cNvCxnSpPr>
            <a:cxnSpLocks/>
            <a:stCxn id="30" idx="2"/>
            <a:endCxn id="23" idx="0"/>
          </p:cNvCxnSpPr>
          <p:nvPr/>
        </p:nvCxnSpPr>
        <p:spPr>
          <a:xfrm rot="5400000">
            <a:off x="18621882" y="8809310"/>
            <a:ext cx="869301" cy="1694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23" name="Flowchart: Decision 22">
            <a:extLst>
              <a:ext uri="{FF2B5EF4-FFF2-40B4-BE49-F238E27FC236}">
                <a16:creationId xmlns:a16="http://schemas.microsoft.com/office/drawing/2014/main" id="{74A98AF7-D158-2F5A-9430-A0D50C4845BF}"/>
              </a:ext>
            </a:extLst>
          </p:cNvPr>
          <p:cNvSpPr/>
          <p:nvPr/>
        </p:nvSpPr>
        <p:spPr>
          <a:xfrm>
            <a:off x="17119085" y="9252431"/>
            <a:ext cx="3857952" cy="1674222"/>
          </a:xfrm>
          <a:prstGeom prst="flowChartDecision">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Is there still food?</a:t>
            </a:r>
          </a:p>
        </p:txBody>
      </p:sp>
      <p:cxnSp>
        <p:nvCxnSpPr>
          <p:cNvPr id="24" name="Connector: Elbow 23">
            <a:extLst>
              <a:ext uri="{FF2B5EF4-FFF2-40B4-BE49-F238E27FC236}">
                <a16:creationId xmlns:a16="http://schemas.microsoft.com/office/drawing/2014/main" id="{6A9F0990-FA09-F36C-3738-E2FAF8B164BA}"/>
              </a:ext>
            </a:extLst>
          </p:cNvPr>
          <p:cNvCxnSpPr>
            <a:cxnSpLocks/>
            <a:stCxn id="23" idx="2"/>
            <a:endCxn id="21" idx="0"/>
          </p:cNvCxnSpPr>
          <p:nvPr/>
        </p:nvCxnSpPr>
        <p:spPr>
          <a:xfrm rot="16200000" flipH="1">
            <a:off x="18330905" y="11643809"/>
            <a:ext cx="1434315" cy="2"/>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25" name="Connector: Elbow 24">
            <a:extLst>
              <a:ext uri="{FF2B5EF4-FFF2-40B4-BE49-F238E27FC236}">
                <a16:creationId xmlns:a16="http://schemas.microsoft.com/office/drawing/2014/main" id="{98C001B5-7FFC-C455-A3D4-47F9D3561AC2}"/>
              </a:ext>
            </a:extLst>
          </p:cNvPr>
          <p:cNvCxnSpPr>
            <a:cxnSpLocks/>
            <a:stCxn id="23" idx="3"/>
          </p:cNvCxnSpPr>
          <p:nvPr/>
        </p:nvCxnSpPr>
        <p:spPr>
          <a:xfrm flipH="1" flipV="1">
            <a:off x="19032785" y="6502066"/>
            <a:ext cx="1944252" cy="3587476"/>
          </a:xfrm>
          <a:prstGeom prst="bentConnector4">
            <a:avLst>
              <a:gd name="adj1" fmla="val -125416"/>
              <a:gd name="adj2" fmla="val 97776"/>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26" name="TextBox 25">
            <a:extLst>
              <a:ext uri="{FF2B5EF4-FFF2-40B4-BE49-F238E27FC236}">
                <a16:creationId xmlns:a16="http://schemas.microsoft.com/office/drawing/2014/main" id="{221800C2-BA77-CE57-E99D-1F1F1DEF5388}"/>
              </a:ext>
            </a:extLst>
          </p:cNvPr>
          <p:cNvSpPr txBox="1"/>
          <p:nvPr/>
        </p:nvSpPr>
        <p:spPr>
          <a:xfrm>
            <a:off x="21202642" y="9619388"/>
            <a:ext cx="759823"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effectLst/>
                <a:uFillTx/>
                <a:latin typeface="+mn-lt"/>
                <a:ea typeface="+mn-ea"/>
                <a:cs typeface="+mn-cs"/>
                <a:sym typeface="Helvetica Neue"/>
              </a:rPr>
              <a:t>True</a:t>
            </a:r>
          </a:p>
        </p:txBody>
      </p:sp>
      <p:sp>
        <p:nvSpPr>
          <p:cNvPr id="27" name="TextBox 26">
            <a:extLst>
              <a:ext uri="{FF2B5EF4-FFF2-40B4-BE49-F238E27FC236}">
                <a16:creationId xmlns:a16="http://schemas.microsoft.com/office/drawing/2014/main" id="{86DB3B63-7A11-4728-41C4-3EB686C9ED42}"/>
              </a:ext>
            </a:extLst>
          </p:cNvPr>
          <p:cNvSpPr txBox="1"/>
          <p:nvPr/>
        </p:nvSpPr>
        <p:spPr>
          <a:xfrm>
            <a:off x="18083756" y="11257549"/>
            <a:ext cx="831959"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effectLst/>
                <a:uFillTx/>
                <a:latin typeface="+mn-lt"/>
                <a:ea typeface="+mn-ea"/>
                <a:cs typeface="+mn-cs"/>
                <a:sym typeface="Helvetica Neue"/>
              </a:rPr>
              <a:t>False</a:t>
            </a:r>
          </a:p>
        </p:txBody>
      </p:sp>
      <p:sp>
        <p:nvSpPr>
          <p:cNvPr id="28" name="Parallelogram 27">
            <a:extLst>
              <a:ext uri="{FF2B5EF4-FFF2-40B4-BE49-F238E27FC236}">
                <a16:creationId xmlns:a16="http://schemas.microsoft.com/office/drawing/2014/main" id="{5EF92443-E8B9-24F1-09D6-369A7F0BA7F0}"/>
              </a:ext>
            </a:extLst>
          </p:cNvPr>
          <p:cNvSpPr/>
          <p:nvPr/>
        </p:nvSpPr>
        <p:spPr>
          <a:xfrm>
            <a:off x="17103809" y="5116052"/>
            <a:ext cx="3857950" cy="750411"/>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Get food</a:t>
            </a:r>
          </a:p>
        </p:txBody>
      </p:sp>
      <p:cxnSp>
        <p:nvCxnSpPr>
          <p:cNvPr id="29" name="Connector: Elbow 28">
            <a:extLst>
              <a:ext uri="{FF2B5EF4-FFF2-40B4-BE49-F238E27FC236}">
                <a16:creationId xmlns:a16="http://schemas.microsoft.com/office/drawing/2014/main" id="{B1877FD1-F809-03B1-E41E-978033BD8848}"/>
              </a:ext>
            </a:extLst>
          </p:cNvPr>
          <p:cNvCxnSpPr>
            <a:cxnSpLocks/>
            <a:stCxn id="28" idx="4"/>
            <a:endCxn id="30" idx="0"/>
          </p:cNvCxnSpPr>
          <p:nvPr/>
        </p:nvCxnSpPr>
        <p:spPr>
          <a:xfrm rot="16200000" flipH="1">
            <a:off x="18334298" y="6564949"/>
            <a:ext cx="1429190" cy="32218"/>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30" name="Rectangle 29">
            <a:extLst>
              <a:ext uri="{FF2B5EF4-FFF2-40B4-BE49-F238E27FC236}">
                <a16:creationId xmlns:a16="http://schemas.microsoft.com/office/drawing/2014/main" id="{29018E35-CCBC-023B-8400-5CC39679C7B1}"/>
              </a:ext>
            </a:extLst>
          </p:cNvPr>
          <p:cNvSpPr/>
          <p:nvPr/>
        </p:nvSpPr>
        <p:spPr>
          <a:xfrm>
            <a:off x="16159139" y="7295653"/>
            <a:ext cx="5811726" cy="1087477"/>
          </a:xfrm>
          <a:prstGeom prst="rect">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Take part of the food out</a:t>
            </a:r>
          </a:p>
          <a:p>
            <a:pPr defTabSz="825500"/>
            <a:r>
              <a:rPr lang="en-US" sz="3200" dirty="0">
                <a:solidFill>
                  <a:schemeClr val="tx1">
                    <a:lumMod val="50000"/>
                  </a:schemeClr>
                </a:solidFill>
                <a:latin typeface="+mj-lt"/>
                <a:sym typeface="Helvetica Neue Medium"/>
              </a:rPr>
              <a:t>Put the food into the mouth</a:t>
            </a:r>
          </a:p>
        </p:txBody>
      </p:sp>
      <p:sp>
        <p:nvSpPr>
          <p:cNvPr id="31" name="Content Placeholder 4">
            <a:extLst>
              <a:ext uri="{FF2B5EF4-FFF2-40B4-BE49-F238E27FC236}">
                <a16:creationId xmlns:a16="http://schemas.microsoft.com/office/drawing/2014/main" id="{06D48DD1-70BA-1DB1-C58C-23B736EE4DC8}"/>
              </a:ext>
            </a:extLst>
          </p:cNvPr>
          <p:cNvSpPr txBox="1">
            <a:spLocks/>
          </p:cNvSpPr>
          <p:nvPr/>
        </p:nvSpPr>
        <p:spPr>
          <a:xfrm>
            <a:off x="12248367" y="10355022"/>
            <a:ext cx="5717987" cy="146304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buFontTx/>
              <a:buNone/>
            </a:pPr>
            <a:r>
              <a:rPr lang="en-US" sz="4000" i="1" dirty="0">
                <a:latin typeface="+mj-lt"/>
              </a:rPr>
              <a:t>… or before the condition</a:t>
            </a:r>
          </a:p>
        </p:txBody>
      </p:sp>
      <p:sp>
        <p:nvSpPr>
          <p:cNvPr id="33" name="Arrow: Down 32">
            <a:extLst>
              <a:ext uri="{FF2B5EF4-FFF2-40B4-BE49-F238E27FC236}">
                <a16:creationId xmlns:a16="http://schemas.microsoft.com/office/drawing/2014/main" id="{F163EE82-8A6C-AF3D-10FC-C2CA5E809B9A}"/>
              </a:ext>
            </a:extLst>
          </p:cNvPr>
          <p:cNvSpPr/>
          <p:nvPr/>
        </p:nvSpPr>
        <p:spPr>
          <a:xfrm rot="12744478">
            <a:off x="15615509" y="8422085"/>
            <a:ext cx="830441" cy="1828800"/>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Tree>
    <p:extLst>
      <p:ext uri="{BB962C8B-B14F-4D97-AF65-F5344CB8AC3E}">
        <p14:creationId xmlns:p14="http://schemas.microsoft.com/office/powerpoint/2010/main" val="3131581801"/>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84EF3-6072-A1EB-01FC-F6840A5577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FE5E4D-A83B-5473-4DFC-BCA5493CE8AA}"/>
              </a:ext>
            </a:extLst>
          </p:cNvPr>
          <p:cNvSpPr>
            <a:spLocks noGrp="1"/>
          </p:cNvSpPr>
          <p:nvPr>
            <p:ph type="title"/>
          </p:nvPr>
        </p:nvSpPr>
        <p:spPr/>
        <p:txBody>
          <a:bodyPr>
            <a:normAutofit fontScale="90000"/>
          </a:bodyPr>
          <a:lstStyle/>
          <a:p>
            <a:r>
              <a:rPr lang="en-US" dirty="0"/>
              <a:t>Iteration</a:t>
            </a:r>
          </a:p>
        </p:txBody>
      </p:sp>
      <p:sp>
        <p:nvSpPr>
          <p:cNvPr id="3" name="Text Placeholder 2">
            <a:extLst>
              <a:ext uri="{FF2B5EF4-FFF2-40B4-BE49-F238E27FC236}">
                <a16:creationId xmlns:a16="http://schemas.microsoft.com/office/drawing/2014/main" id="{24D158C6-829D-679A-7CC0-7E3C0ED81165}"/>
              </a:ext>
            </a:extLst>
          </p:cNvPr>
          <p:cNvSpPr>
            <a:spLocks noGrp="1"/>
          </p:cNvSpPr>
          <p:nvPr>
            <p:ph type="body" sz="quarter" idx="10"/>
          </p:nvPr>
        </p:nvSpPr>
        <p:spPr>
          <a:xfrm>
            <a:off x="2167377" y="2419728"/>
            <a:ext cx="10996173" cy="799722"/>
          </a:xfrm>
        </p:spPr>
        <p:txBody>
          <a:bodyPr/>
          <a:lstStyle/>
          <a:p>
            <a:endParaRPr lang="en-US" dirty="0"/>
          </a:p>
        </p:txBody>
      </p:sp>
      <p:cxnSp>
        <p:nvCxnSpPr>
          <p:cNvPr id="7" name="Connector: Elbow 6">
            <a:extLst>
              <a:ext uri="{FF2B5EF4-FFF2-40B4-BE49-F238E27FC236}">
                <a16:creationId xmlns:a16="http://schemas.microsoft.com/office/drawing/2014/main" id="{C9959F37-CF79-8088-63D1-E066D39F2203}"/>
              </a:ext>
            </a:extLst>
          </p:cNvPr>
          <p:cNvCxnSpPr>
            <a:cxnSpLocks/>
            <a:endCxn id="32" idx="0"/>
          </p:cNvCxnSpPr>
          <p:nvPr/>
        </p:nvCxnSpPr>
        <p:spPr>
          <a:xfrm rot="16200000" flipH="1">
            <a:off x="18965240" y="3273146"/>
            <a:ext cx="926279"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2" name="Flowchart: Decision 11">
            <a:extLst>
              <a:ext uri="{FF2B5EF4-FFF2-40B4-BE49-F238E27FC236}">
                <a16:creationId xmlns:a16="http://schemas.microsoft.com/office/drawing/2014/main" id="{FE49FEAC-00F4-DFFF-36FE-BB2451B41416}"/>
              </a:ext>
            </a:extLst>
          </p:cNvPr>
          <p:cNvSpPr/>
          <p:nvPr/>
        </p:nvSpPr>
        <p:spPr>
          <a:xfrm>
            <a:off x="17499403" y="7872666"/>
            <a:ext cx="3857952" cy="1674222"/>
          </a:xfrm>
          <a:prstGeom prst="flowChartDecision">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Is there still food?</a:t>
            </a:r>
          </a:p>
        </p:txBody>
      </p:sp>
      <p:cxnSp>
        <p:nvCxnSpPr>
          <p:cNvPr id="16" name="Connector: Elbow 15">
            <a:extLst>
              <a:ext uri="{FF2B5EF4-FFF2-40B4-BE49-F238E27FC236}">
                <a16:creationId xmlns:a16="http://schemas.microsoft.com/office/drawing/2014/main" id="{52E9DF91-3AB1-A3CE-7E6F-EFEA657D5D25}"/>
              </a:ext>
            </a:extLst>
          </p:cNvPr>
          <p:cNvCxnSpPr>
            <a:cxnSpLocks/>
            <a:stCxn id="12" idx="3"/>
          </p:cNvCxnSpPr>
          <p:nvPr/>
        </p:nvCxnSpPr>
        <p:spPr>
          <a:xfrm flipH="1" flipV="1">
            <a:off x="19428382" y="5303983"/>
            <a:ext cx="1928973" cy="3405794"/>
          </a:xfrm>
          <a:prstGeom prst="bentConnector4">
            <a:avLst>
              <a:gd name="adj1" fmla="val -106658"/>
              <a:gd name="adj2" fmla="val 100324"/>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8" name="TextBox 17">
            <a:extLst>
              <a:ext uri="{FF2B5EF4-FFF2-40B4-BE49-F238E27FC236}">
                <a16:creationId xmlns:a16="http://schemas.microsoft.com/office/drawing/2014/main" id="{6C183E15-4C8F-5CB9-78ED-9DF6B743DC23}"/>
              </a:ext>
            </a:extLst>
          </p:cNvPr>
          <p:cNvSpPr txBox="1"/>
          <p:nvPr/>
        </p:nvSpPr>
        <p:spPr>
          <a:xfrm>
            <a:off x="21582960" y="8239623"/>
            <a:ext cx="759823"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effectLst/>
                <a:uFillTx/>
                <a:latin typeface="+mn-lt"/>
                <a:ea typeface="+mn-ea"/>
                <a:cs typeface="+mn-cs"/>
                <a:sym typeface="Helvetica Neue"/>
              </a:rPr>
              <a:t>True</a:t>
            </a:r>
          </a:p>
        </p:txBody>
      </p:sp>
      <p:sp>
        <p:nvSpPr>
          <p:cNvPr id="19" name="TextBox 18">
            <a:extLst>
              <a:ext uri="{FF2B5EF4-FFF2-40B4-BE49-F238E27FC236}">
                <a16:creationId xmlns:a16="http://schemas.microsoft.com/office/drawing/2014/main" id="{BCE2F678-787E-A40D-118C-8E8DE23DBF53}"/>
              </a:ext>
            </a:extLst>
          </p:cNvPr>
          <p:cNvSpPr txBox="1"/>
          <p:nvPr/>
        </p:nvSpPr>
        <p:spPr>
          <a:xfrm>
            <a:off x="18414381" y="9634174"/>
            <a:ext cx="831959"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effectLst/>
                <a:uFillTx/>
                <a:latin typeface="+mn-lt"/>
                <a:ea typeface="+mn-ea"/>
                <a:cs typeface="+mn-cs"/>
                <a:sym typeface="Helvetica Neue"/>
              </a:rPr>
              <a:t>False</a:t>
            </a:r>
          </a:p>
        </p:txBody>
      </p:sp>
      <p:sp>
        <p:nvSpPr>
          <p:cNvPr id="32" name="Parallelogram 31">
            <a:extLst>
              <a:ext uri="{FF2B5EF4-FFF2-40B4-BE49-F238E27FC236}">
                <a16:creationId xmlns:a16="http://schemas.microsoft.com/office/drawing/2014/main" id="{241E8E81-AFFB-9CB3-5933-0C844DC82EC7}"/>
              </a:ext>
            </a:extLst>
          </p:cNvPr>
          <p:cNvSpPr/>
          <p:nvPr/>
        </p:nvSpPr>
        <p:spPr>
          <a:xfrm>
            <a:off x="17499405" y="3736287"/>
            <a:ext cx="3857950" cy="750411"/>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Get food</a:t>
            </a:r>
          </a:p>
        </p:txBody>
      </p:sp>
      <p:cxnSp>
        <p:nvCxnSpPr>
          <p:cNvPr id="48" name="Connector: Elbow 47">
            <a:extLst>
              <a:ext uri="{FF2B5EF4-FFF2-40B4-BE49-F238E27FC236}">
                <a16:creationId xmlns:a16="http://schemas.microsoft.com/office/drawing/2014/main" id="{628B7D5B-041E-A96B-C775-A106B29DA011}"/>
              </a:ext>
            </a:extLst>
          </p:cNvPr>
          <p:cNvCxnSpPr>
            <a:cxnSpLocks/>
            <a:stCxn id="32" idx="4"/>
            <a:endCxn id="12" idx="0"/>
          </p:cNvCxnSpPr>
          <p:nvPr/>
        </p:nvCxnSpPr>
        <p:spPr>
          <a:xfrm rot="5400000">
            <a:off x="17735396" y="6179682"/>
            <a:ext cx="3385968"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3" name="Content Placeholder 4">
            <a:extLst>
              <a:ext uri="{FF2B5EF4-FFF2-40B4-BE49-F238E27FC236}">
                <a16:creationId xmlns:a16="http://schemas.microsoft.com/office/drawing/2014/main" id="{449F0C7D-087B-035D-878E-B311E212381A}"/>
              </a:ext>
            </a:extLst>
          </p:cNvPr>
          <p:cNvSpPr>
            <a:spLocks noGrp="1"/>
          </p:cNvSpPr>
          <p:nvPr>
            <p:ph sz="quarter" idx="11"/>
          </p:nvPr>
        </p:nvSpPr>
        <p:spPr>
          <a:xfrm>
            <a:off x="1350948" y="3786631"/>
            <a:ext cx="7867686" cy="9529319"/>
          </a:xfrm>
        </p:spPr>
        <p:txBody>
          <a:bodyPr>
            <a:normAutofit/>
          </a:bodyPr>
          <a:lstStyle/>
          <a:p>
            <a:pPr marL="0" indent="0">
              <a:lnSpc>
                <a:spcPct val="150000"/>
              </a:lnSpc>
              <a:buNone/>
            </a:pPr>
            <a:r>
              <a:rPr lang="en-US" sz="3200" dirty="0">
                <a:latin typeface="+mj-lt"/>
              </a:rPr>
              <a:t>Nevertheless, it is </a:t>
            </a:r>
            <a:r>
              <a:rPr lang="en-US" sz="3200" b="1" dirty="0">
                <a:latin typeface="+mj-lt"/>
              </a:rPr>
              <a:t>CRITICAL</a:t>
            </a:r>
            <a:r>
              <a:rPr lang="en-US" sz="3200" dirty="0">
                <a:latin typeface="+mj-lt"/>
              </a:rPr>
              <a:t> for the process to exist. If the same flowchart is created without the process, then we can think of it as just letting the food there without eating. Since we will always check if the food still there and it always will be there, we will get stuck in an </a:t>
            </a:r>
            <a:r>
              <a:rPr lang="en-US" sz="3200" b="1" dirty="0">
                <a:latin typeface="+mj-lt"/>
              </a:rPr>
              <a:t>infinite loop</a:t>
            </a:r>
            <a:r>
              <a:rPr lang="en-US" sz="3200" dirty="0">
                <a:latin typeface="+mj-lt"/>
              </a:rPr>
              <a:t>. This is the </a:t>
            </a:r>
            <a:r>
              <a:rPr lang="en-US" sz="3200" u="sng" dirty="0">
                <a:latin typeface="+mj-lt"/>
              </a:rPr>
              <a:t>one of the most common error</a:t>
            </a:r>
            <a:r>
              <a:rPr lang="en-US" sz="3200" dirty="0">
                <a:latin typeface="+mj-lt"/>
              </a:rPr>
              <a:t> in programming.</a:t>
            </a:r>
          </a:p>
        </p:txBody>
      </p:sp>
      <p:pic>
        <p:nvPicPr>
          <p:cNvPr id="52" name="Picture 51" descr="9,500+ Woman Eating Pasta Stock Photos, Pictures &amp; Royalty-Free Images -  iStock | Woman eating pasta home, Black woman eating pasta, Woman eating  pasta funny">
            <a:extLst>
              <a:ext uri="{FF2B5EF4-FFF2-40B4-BE49-F238E27FC236}">
                <a16:creationId xmlns:a16="http://schemas.microsoft.com/office/drawing/2014/main" id="{FB008595-A531-175E-E585-CC2C3D46F973}"/>
              </a:ext>
            </a:extLst>
          </p:cNvPr>
          <p:cNvPicPr>
            <a:picLocks noChangeAspect="1"/>
          </p:cNvPicPr>
          <p:nvPr/>
        </p:nvPicPr>
        <p:blipFill>
          <a:blip r:embed="rId3"/>
          <a:srcRect l="30749" r="18002"/>
          <a:stretch>
            <a:fillRect/>
          </a:stretch>
        </p:blipFill>
        <p:spPr>
          <a:xfrm>
            <a:off x="12958517" y="9771993"/>
            <a:ext cx="2358608" cy="3068196"/>
          </a:xfrm>
          <a:prstGeom prst="rect">
            <a:avLst/>
          </a:prstGeom>
        </p:spPr>
      </p:pic>
      <p:cxnSp>
        <p:nvCxnSpPr>
          <p:cNvPr id="53" name="Connector: Elbow 52">
            <a:extLst>
              <a:ext uri="{FF2B5EF4-FFF2-40B4-BE49-F238E27FC236}">
                <a16:creationId xmlns:a16="http://schemas.microsoft.com/office/drawing/2014/main" id="{2D55D62E-538D-B281-A99D-5B488357F31D}"/>
              </a:ext>
            </a:extLst>
          </p:cNvPr>
          <p:cNvCxnSpPr>
            <a:cxnSpLocks/>
            <a:endCxn id="59" idx="0"/>
          </p:cNvCxnSpPr>
          <p:nvPr/>
        </p:nvCxnSpPr>
        <p:spPr>
          <a:xfrm rot="16200000" flipH="1">
            <a:off x="11377608" y="3273146"/>
            <a:ext cx="926279"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54" name="Flowchart: Decision 53">
            <a:extLst>
              <a:ext uri="{FF2B5EF4-FFF2-40B4-BE49-F238E27FC236}">
                <a16:creationId xmlns:a16="http://schemas.microsoft.com/office/drawing/2014/main" id="{BDD83E99-4CEB-4A69-30E6-4D2E32529C0B}"/>
              </a:ext>
            </a:extLst>
          </p:cNvPr>
          <p:cNvSpPr/>
          <p:nvPr/>
        </p:nvSpPr>
        <p:spPr>
          <a:xfrm>
            <a:off x="9911771" y="7872666"/>
            <a:ext cx="3857952" cy="1674222"/>
          </a:xfrm>
          <a:prstGeom prst="flowChartDecision">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Is there still food?</a:t>
            </a:r>
          </a:p>
        </p:txBody>
      </p:sp>
      <p:cxnSp>
        <p:nvCxnSpPr>
          <p:cNvPr id="56" name="Connector: Elbow 55">
            <a:extLst>
              <a:ext uri="{FF2B5EF4-FFF2-40B4-BE49-F238E27FC236}">
                <a16:creationId xmlns:a16="http://schemas.microsoft.com/office/drawing/2014/main" id="{4358E592-86B6-0404-D57F-143190E1299C}"/>
              </a:ext>
            </a:extLst>
          </p:cNvPr>
          <p:cNvCxnSpPr>
            <a:cxnSpLocks/>
            <a:stCxn id="54" idx="3"/>
            <a:endCxn id="62" idx="2"/>
          </p:cNvCxnSpPr>
          <p:nvPr/>
        </p:nvCxnSpPr>
        <p:spPr>
          <a:xfrm flipV="1">
            <a:off x="13769723" y="7200940"/>
            <a:ext cx="1547402" cy="1508837"/>
          </a:xfrm>
          <a:prstGeom prst="bentConnector2">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57" name="TextBox 56">
            <a:extLst>
              <a:ext uri="{FF2B5EF4-FFF2-40B4-BE49-F238E27FC236}">
                <a16:creationId xmlns:a16="http://schemas.microsoft.com/office/drawing/2014/main" id="{F1196E59-098C-842A-2E9C-0CC1326CD8E1}"/>
              </a:ext>
            </a:extLst>
          </p:cNvPr>
          <p:cNvSpPr txBox="1"/>
          <p:nvPr/>
        </p:nvSpPr>
        <p:spPr>
          <a:xfrm>
            <a:off x="13995328" y="8239623"/>
            <a:ext cx="759823"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effectLst/>
                <a:uFillTx/>
                <a:latin typeface="+mn-lt"/>
                <a:ea typeface="+mn-ea"/>
                <a:cs typeface="+mn-cs"/>
                <a:sym typeface="Helvetica Neue"/>
              </a:rPr>
              <a:t>True</a:t>
            </a:r>
          </a:p>
        </p:txBody>
      </p:sp>
      <p:sp>
        <p:nvSpPr>
          <p:cNvPr id="58" name="TextBox 57">
            <a:extLst>
              <a:ext uri="{FF2B5EF4-FFF2-40B4-BE49-F238E27FC236}">
                <a16:creationId xmlns:a16="http://schemas.microsoft.com/office/drawing/2014/main" id="{9DF1A2B5-EB49-7809-CA2D-5A450DCB69FF}"/>
              </a:ext>
            </a:extLst>
          </p:cNvPr>
          <p:cNvSpPr txBox="1"/>
          <p:nvPr/>
        </p:nvSpPr>
        <p:spPr>
          <a:xfrm>
            <a:off x="10876442" y="9877784"/>
            <a:ext cx="831959"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effectLst/>
                <a:uFillTx/>
                <a:latin typeface="+mn-lt"/>
                <a:ea typeface="+mn-ea"/>
                <a:cs typeface="+mn-cs"/>
                <a:sym typeface="Helvetica Neue"/>
              </a:rPr>
              <a:t>False</a:t>
            </a:r>
          </a:p>
        </p:txBody>
      </p:sp>
      <p:sp>
        <p:nvSpPr>
          <p:cNvPr id="59" name="Parallelogram 58">
            <a:extLst>
              <a:ext uri="{FF2B5EF4-FFF2-40B4-BE49-F238E27FC236}">
                <a16:creationId xmlns:a16="http://schemas.microsoft.com/office/drawing/2014/main" id="{35DAAAF9-CE05-B6EC-A355-0E375B34A19C}"/>
              </a:ext>
            </a:extLst>
          </p:cNvPr>
          <p:cNvSpPr/>
          <p:nvPr/>
        </p:nvSpPr>
        <p:spPr>
          <a:xfrm>
            <a:off x="9911773" y="3736287"/>
            <a:ext cx="3857950" cy="750411"/>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Get food</a:t>
            </a:r>
          </a:p>
        </p:txBody>
      </p:sp>
      <p:cxnSp>
        <p:nvCxnSpPr>
          <p:cNvPr id="60" name="Connector: Elbow 59">
            <a:extLst>
              <a:ext uri="{FF2B5EF4-FFF2-40B4-BE49-F238E27FC236}">
                <a16:creationId xmlns:a16="http://schemas.microsoft.com/office/drawing/2014/main" id="{46F4A8B6-46BF-E0A4-5C1A-0071E5E93597}"/>
              </a:ext>
            </a:extLst>
          </p:cNvPr>
          <p:cNvCxnSpPr>
            <a:cxnSpLocks/>
            <a:stCxn id="59" idx="4"/>
            <a:endCxn id="54" idx="0"/>
          </p:cNvCxnSpPr>
          <p:nvPr/>
        </p:nvCxnSpPr>
        <p:spPr>
          <a:xfrm rot="5400000">
            <a:off x="10147764" y="6179682"/>
            <a:ext cx="3385968"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62" name="Rectangle 61">
            <a:extLst>
              <a:ext uri="{FF2B5EF4-FFF2-40B4-BE49-F238E27FC236}">
                <a16:creationId xmlns:a16="http://schemas.microsoft.com/office/drawing/2014/main" id="{595265FB-9853-5A30-5F07-CC4F359E82AB}"/>
              </a:ext>
            </a:extLst>
          </p:cNvPr>
          <p:cNvSpPr/>
          <p:nvPr/>
        </p:nvSpPr>
        <p:spPr>
          <a:xfrm>
            <a:off x="12411262" y="6113463"/>
            <a:ext cx="5811726" cy="1087477"/>
          </a:xfrm>
          <a:prstGeom prst="rect">
            <a:avLst/>
          </a:prstGeom>
          <a:ln w="76200">
            <a:solidFill>
              <a:srgbClr val="FF0000"/>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Take part of the food out</a:t>
            </a:r>
          </a:p>
          <a:p>
            <a:pPr defTabSz="825500"/>
            <a:r>
              <a:rPr lang="en-US" sz="3200" dirty="0">
                <a:solidFill>
                  <a:schemeClr val="tx1">
                    <a:lumMod val="50000"/>
                  </a:schemeClr>
                </a:solidFill>
                <a:latin typeface="+mj-lt"/>
                <a:sym typeface="Helvetica Neue Medium"/>
              </a:rPr>
              <a:t>Put the food into the mouth</a:t>
            </a:r>
          </a:p>
        </p:txBody>
      </p:sp>
      <p:cxnSp>
        <p:nvCxnSpPr>
          <p:cNvPr id="64" name="Connector: Elbow 63">
            <a:extLst>
              <a:ext uri="{FF2B5EF4-FFF2-40B4-BE49-F238E27FC236}">
                <a16:creationId xmlns:a16="http://schemas.microsoft.com/office/drawing/2014/main" id="{39598391-B965-9D95-3449-3CFC9E0CD7E9}"/>
              </a:ext>
            </a:extLst>
          </p:cNvPr>
          <p:cNvCxnSpPr>
            <a:cxnSpLocks/>
            <a:stCxn id="62" idx="0"/>
          </p:cNvCxnSpPr>
          <p:nvPr/>
        </p:nvCxnSpPr>
        <p:spPr>
          <a:xfrm rot="16200000" flipV="1">
            <a:off x="13104223" y="3900560"/>
            <a:ext cx="949430" cy="3476375"/>
          </a:xfrm>
          <a:prstGeom prst="bentConnector2">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68" name="Connector: Elbow 67">
            <a:extLst>
              <a:ext uri="{FF2B5EF4-FFF2-40B4-BE49-F238E27FC236}">
                <a16:creationId xmlns:a16="http://schemas.microsoft.com/office/drawing/2014/main" id="{DAB278C2-0A6F-0C2B-A111-D8A4B41195A4}"/>
              </a:ext>
            </a:extLst>
          </p:cNvPr>
          <p:cNvCxnSpPr>
            <a:cxnSpLocks/>
            <a:stCxn id="54" idx="2"/>
            <a:endCxn id="52" idx="1"/>
          </p:cNvCxnSpPr>
          <p:nvPr/>
        </p:nvCxnSpPr>
        <p:spPr>
          <a:xfrm rot="16200000" flipH="1">
            <a:off x="11520031" y="9867604"/>
            <a:ext cx="1759203" cy="1117770"/>
          </a:xfrm>
          <a:prstGeom prst="bentConnector2">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74" name="Connector: Elbow 73">
            <a:extLst>
              <a:ext uri="{FF2B5EF4-FFF2-40B4-BE49-F238E27FC236}">
                <a16:creationId xmlns:a16="http://schemas.microsoft.com/office/drawing/2014/main" id="{9300F568-56C0-41C8-BE68-4ADFE0616B26}"/>
              </a:ext>
            </a:extLst>
          </p:cNvPr>
          <p:cNvCxnSpPr>
            <a:cxnSpLocks/>
            <a:stCxn id="12" idx="2"/>
          </p:cNvCxnSpPr>
          <p:nvPr/>
        </p:nvCxnSpPr>
        <p:spPr>
          <a:xfrm rot="16200000" flipH="1">
            <a:off x="19251571" y="9723695"/>
            <a:ext cx="1684574" cy="1330959"/>
          </a:xfrm>
          <a:prstGeom prst="bentConnector2">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pic>
        <p:nvPicPr>
          <p:cNvPr id="78" name="Picture 77" descr="170+ Dont Want To Eat Stock Photos, Pictures &amp; Royalty-Free Images - iStock  | Kid dont want to eat">
            <a:extLst>
              <a:ext uri="{FF2B5EF4-FFF2-40B4-BE49-F238E27FC236}">
                <a16:creationId xmlns:a16="http://schemas.microsoft.com/office/drawing/2014/main" id="{6C9A4AD5-2070-25A5-7013-9DC01DD5BE56}"/>
              </a:ext>
            </a:extLst>
          </p:cNvPr>
          <p:cNvPicPr>
            <a:picLocks noChangeAspect="1"/>
          </p:cNvPicPr>
          <p:nvPr/>
        </p:nvPicPr>
        <p:blipFill>
          <a:blip r:embed="rId4"/>
          <a:srcRect l="24088" r="15435"/>
          <a:stretch>
            <a:fillRect/>
          </a:stretch>
        </p:blipFill>
        <p:spPr>
          <a:xfrm>
            <a:off x="20733637" y="5398531"/>
            <a:ext cx="2577330" cy="2841092"/>
          </a:xfrm>
          <a:prstGeom prst="rect">
            <a:avLst/>
          </a:prstGeom>
        </p:spPr>
      </p:pic>
      <p:sp>
        <p:nvSpPr>
          <p:cNvPr id="79" name="TextBox 78">
            <a:extLst>
              <a:ext uri="{FF2B5EF4-FFF2-40B4-BE49-F238E27FC236}">
                <a16:creationId xmlns:a16="http://schemas.microsoft.com/office/drawing/2014/main" id="{D604FF43-12D9-85CC-D7F2-725D4AB25FBA}"/>
              </a:ext>
            </a:extLst>
          </p:cNvPr>
          <p:cNvSpPr txBox="1"/>
          <p:nvPr/>
        </p:nvSpPr>
        <p:spPr>
          <a:xfrm>
            <a:off x="18178261" y="10075916"/>
            <a:ext cx="2554918" cy="22159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kumimoji="0" lang="en-US" sz="13800" b="0" i="0" u="none" strike="noStrike" cap="none" spc="0" normalizeH="0" baseline="0" dirty="0">
                <a:ln>
                  <a:noFill/>
                </a:ln>
                <a:solidFill>
                  <a:schemeClr val="tx1">
                    <a:lumMod val="50000"/>
                  </a:schemeClr>
                </a:solidFill>
                <a:effectLst/>
                <a:uFillTx/>
                <a:latin typeface="+mn-lt"/>
                <a:ea typeface="+mn-ea"/>
                <a:cs typeface="+mn-cs"/>
                <a:sym typeface="Helvetica Neue"/>
              </a:rPr>
              <a:t>❌</a:t>
            </a:r>
            <a:endParaRPr lang="en-US" sz="13800" dirty="0"/>
          </a:p>
        </p:txBody>
      </p:sp>
    </p:spTree>
    <p:extLst>
      <p:ext uri="{BB962C8B-B14F-4D97-AF65-F5344CB8AC3E}">
        <p14:creationId xmlns:p14="http://schemas.microsoft.com/office/powerpoint/2010/main" val="213228005"/>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1896AC-924A-4A6F-D35F-5FD9D332F1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B24CFF-1417-26D5-E8D8-4F3368CE3DD0}"/>
              </a:ext>
            </a:extLst>
          </p:cNvPr>
          <p:cNvSpPr>
            <a:spLocks noGrp="1"/>
          </p:cNvSpPr>
          <p:nvPr>
            <p:ph type="title"/>
          </p:nvPr>
        </p:nvSpPr>
        <p:spPr/>
        <p:txBody>
          <a:bodyPr>
            <a:normAutofit fontScale="90000"/>
          </a:bodyPr>
          <a:lstStyle/>
          <a:p>
            <a:r>
              <a:rPr lang="en-US" dirty="0"/>
              <a:t>Iteration</a:t>
            </a:r>
          </a:p>
        </p:txBody>
      </p:sp>
      <p:sp>
        <p:nvSpPr>
          <p:cNvPr id="3" name="Text Placeholder 2">
            <a:extLst>
              <a:ext uri="{FF2B5EF4-FFF2-40B4-BE49-F238E27FC236}">
                <a16:creationId xmlns:a16="http://schemas.microsoft.com/office/drawing/2014/main" id="{E1B19E19-3ADC-3D4C-6271-4D9025B25363}"/>
              </a:ext>
            </a:extLst>
          </p:cNvPr>
          <p:cNvSpPr>
            <a:spLocks noGrp="1"/>
          </p:cNvSpPr>
          <p:nvPr>
            <p:ph type="body" sz="quarter" idx="10"/>
          </p:nvPr>
        </p:nvSpPr>
        <p:spPr>
          <a:xfrm>
            <a:off x="2167377" y="2419728"/>
            <a:ext cx="10996173" cy="799722"/>
          </a:xfrm>
        </p:spPr>
        <p:txBody>
          <a:bodyPr/>
          <a:lstStyle/>
          <a:p>
            <a:endParaRPr lang="en-US" dirty="0"/>
          </a:p>
        </p:txBody>
      </p:sp>
      <p:sp>
        <p:nvSpPr>
          <p:cNvPr id="29" name="Content Placeholder 4">
            <a:extLst>
              <a:ext uri="{FF2B5EF4-FFF2-40B4-BE49-F238E27FC236}">
                <a16:creationId xmlns:a16="http://schemas.microsoft.com/office/drawing/2014/main" id="{9B928418-DB4B-AC0D-9DDD-DB3C3084C69A}"/>
              </a:ext>
            </a:extLst>
          </p:cNvPr>
          <p:cNvSpPr>
            <a:spLocks noGrp="1"/>
          </p:cNvSpPr>
          <p:nvPr>
            <p:ph sz="quarter" idx="11"/>
          </p:nvPr>
        </p:nvSpPr>
        <p:spPr>
          <a:xfrm>
            <a:off x="2167376" y="3786631"/>
            <a:ext cx="18863823" cy="8057311"/>
          </a:xfrm>
        </p:spPr>
        <p:txBody>
          <a:bodyPr>
            <a:normAutofit/>
          </a:bodyPr>
          <a:lstStyle/>
          <a:p>
            <a:pPr marL="0" indent="0">
              <a:buNone/>
            </a:pPr>
            <a:r>
              <a:rPr lang="en-US" sz="3200" b="1" u="sng" dirty="0">
                <a:latin typeface="+mj-lt"/>
              </a:rPr>
              <a:t>Always</a:t>
            </a:r>
            <a:r>
              <a:rPr lang="en-US" sz="3200" dirty="0">
                <a:latin typeface="+mj-lt"/>
              </a:rPr>
              <a:t> think about the logic to know when to place the process:</a:t>
            </a:r>
          </a:p>
          <a:p>
            <a:pPr marL="514350" indent="-514350">
              <a:buSzPct val="100000"/>
              <a:buAutoNum type="arabicPeriod"/>
            </a:pPr>
            <a:r>
              <a:rPr lang="en-US" sz="3200" dirty="0">
                <a:latin typeface="+mj-lt"/>
              </a:rPr>
              <a:t>Password always starts empty, so placing the process </a:t>
            </a:r>
            <a:r>
              <a:rPr lang="en-US" sz="3200" b="1" dirty="0">
                <a:latin typeface="+mj-lt"/>
              </a:rPr>
              <a:t>BEFORE</a:t>
            </a:r>
            <a:r>
              <a:rPr lang="en-US" sz="3200" dirty="0">
                <a:latin typeface="+mj-lt"/>
              </a:rPr>
              <a:t> condition is correct.</a:t>
            </a:r>
          </a:p>
          <a:p>
            <a:pPr marL="514350" indent="-514350">
              <a:buSzPct val="100000"/>
              <a:buAutoNum type="arabicPeriod"/>
            </a:pPr>
            <a:r>
              <a:rPr lang="en-US" sz="3200" dirty="0">
                <a:latin typeface="+mj-lt"/>
              </a:rPr>
              <a:t>Connecting to the internet is always an “attempt”, because there is not always an internet connection. Therefore, placing the process </a:t>
            </a:r>
            <a:r>
              <a:rPr lang="en-US" sz="3200" b="1" dirty="0">
                <a:latin typeface="+mj-lt"/>
              </a:rPr>
              <a:t>AFTER</a:t>
            </a:r>
            <a:r>
              <a:rPr lang="en-US" sz="3200" dirty="0">
                <a:latin typeface="+mj-lt"/>
              </a:rPr>
              <a:t> condition is correct.</a:t>
            </a:r>
          </a:p>
          <a:p>
            <a:pPr marL="514350" indent="-514350">
              <a:buSzPct val="100000"/>
              <a:buAutoNum type="arabicPeriod"/>
            </a:pPr>
            <a:r>
              <a:rPr lang="en-US" sz="3200" dirty="0">
                <a:latin typeface="+mj-lt"/>
              </a:rPr>
              <a:t>When reading a book, it is guaranteed to have a text. Therefore, placing the process </a:t>
            </a:r>
            <a:r>
              <a:rPr lang="en-US" sz="3200" b="1" dirty="0">
                <a:latin typeface="+mj-lt"/>
              </a:rPr>
              <a:t>BEFORE</a:t>
            </a:r>
            <a:r>
              <a:rPr lang="en-US" sz="3200" dirty="0">
                <a:latin typeface="+mj-lt"/>
              </a:rPr>
              <a:t> condition is correct.</a:t>
            </a:r>
          </a:p>
          <a:p>
            <a:pPr marL="514350" indent="-514350">
              <a:buSzPct val="100000"/>
              <a:buAutoNum type="arabicPeriod"/>
            </a:pPr>
            <a:r>
              <a:rPr lang="en-US" sz="3200" dirty="0">
                <a:latin typeface="+mj-lt"/>
              </a:rPr>
              <a:t>However, when reading a text file, it is possible for the file to be empty. Therefore, placing the process </a:t>
            </a:r>
            <a:r>
              <a:rPr lang="en-US" sz="3200" b="1" dirty="0">
                <a:latin typeface="+mj-lt"/>
              </a:rPr>
              <a:t>AFTER</a:t>
            </a:r>
            <a:r>
              <a:rPr lang="en-US" sz="3200" dirty="0">
                <a:latin typeface="+mj-lt"/>
              </a:rPr>
              <a:t> condition is correct.</a:t>
            </a:r>
          </a:p>
        </p:txBody>
      </p:sp>
    </p:spTree>
    <p:extLst>
      <p:ext uri="{BB962C8B-B14F-4D97-AF65-F5344CB8AC3E}">
        <p14:creationId xmlns:p14="http://schemas.microsoft.com/office/powerpoint/2010/main" val="306381364"/>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7DC50-83D9-F05D-FF9D-04878E21E7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A0AF12-50AA-6797-6881-F14DEED61CCA}"/>
              </a:ext>
            </a:extLst>
          </p:cNvPr>
          <p:cNvSpPr>
            <a:spLocks noGrp="1"/>
          </p:cNvSpPr>
          <p:nvPr>
            <p:ph type="title"/>
          </p:nvPr>
        </p:nvSpPr>
        <p:spPr/>
        <p:txBody>
          <a:bodyPr>
            <a:normAutofit fontScale="90000"/>
          </a:bodyPr>
          <a:lstStyle/>
          <a:p>
            <a:r>
              <a:rPr lang="en-US" dirty="0"/>
              <a:t>iteration</a:t>
            </a:r>
          </a:p>
        </p:txBody>
      </p:sp>
      <p:sp>
        <p:nvSpPr>
          <p:cNvPr id="3" name="Text Placeholder 2">
            <a:extLst>
              <a:ext uri="{FF2B5EF4-FFF2-40B4-BE49-F238E27FC236}">
                <a16:creationId xmlns:a16="http://schemas.microsoft.com/office/drawing/2014/main" id="{9F91A782-57E1-AB05-1D96-A4158E2A50F6}"/>
              </a:ext>
            </a:extLst>
          </p:cNvPr>
          <p:cNvSpPr>
            <a:spLocks noGrp="1"/>
          </p:cNvSpPr>
          <p:nvPr>
            <p:ph type="body" sz="quarter" idx="10"/>
          </p:nvPr>
        </p:nvSpPr>
        <p:spPr>
          <a:xfrm>
            <a:off x="2167377" y="2419728"/>
            <a:ext cx="7736845" cy="799722"/>
          </a:xfrm>
        </p:spPr>
        <p:txBody>
          <a:bodyPr/>
          <a:lstStyle/>
          <a:p>
            <a:endParaRPr lang="en-US" dirty="0"/>
          </a:p>
        </p:txBody>
      </p:sp>
      <p:sp>
        <p:nvSpPr>
          <p:cNvPr id="12" name="TextBox 11">
            <a:extLst>
              <a:ext uri="{FF2B5EF4-FFF2-40B4-BE49-F238E27FC236}">
                <a16:creationId xmlns:a16="http://schemas.microsoft.com/office/drawing/2014/main" id="{E7499560-3E32-2822-91FC-DBE54DC94689}"/>
              </a:ext>
            </a:extLst>
          </p:cNvPr>
          <p:cNvSpPr txBox="1"/>
          <p:nvPr/>
        </p:nvSpPr>
        <p:spPr>
          <a:xfrm>
            <a:off x="12849470" y="9534581"/>
            <a:ext cx="831959"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dirty="0">
                <a:solidFill>
                  <a:schemeClr val="bg2">
                    <a:lumMod val="10000"/>
                  </a:schemeClr>
                </a:solidFill>
              </a:rPr>
              <a:t>False</a:t>
            </a:r>
            <a:endParaRPr kumimoji="0" lang="en-US" sz="2400" b="0" i="0" u="none" strike="noStrike" cap="none" spc="0" normalizeH="0" baseline="0" dirty="0">
              <a:ln>
                <a:noFill/>
              </a:ln>
              <a:solidFill>
                <a:schemeClr val="bg2">
                  <a:lumMod val="10000"/>
                </a:schemeClr>
              </a:solidFill>
              <a:effectLst/>
              <a:uFillTx/>
              <a:latin typeface="+mn-lt"/>
              <a:ea typeface="+mn-ea"/>
              <a:cs typeface="+mn-cs"/>
              <a:sym typeface="Helvetica Neue"/>
            </a:endParaRPr>
          </a:p>
        </p:txBody>
      </p:sp>
      <p:cxnSp>
        <p:nvCxnSpPr>
          <p:cNvPr id="21" name="Straight Arrow Connector 20">
            <a:extLst>
              <a:ext uri="{FF2B5EF4-FFF2-40B4-BE49-F238E27FC236}">
                <a16:creationId xmlns:a16="http://schemas.microsoft.com/office/drawing/2014/main" id="{D33E5200-BBCF-351A-9A5E-631135698732}"/>
              </a:ext>
            </a:extLst>
          </p:cNvPr>
          <p:cNvCxnSpPr>
            <a:cxnSpLocks/>
            <a:stCxn id="6" idx="2"/>
            <a:endCxn id="11" idx="0"/>
          </p:cNvCxnSpPr>
          <p:nvPr/>
        </p:nvCxnSpPr>
        <p:spPr>
          <a:xfrm>
            <a:off x="13850635" y="5254367"/>
            <a:ext cx="0" cy="3324845"/>
          </a:xfrm>
          <a:prstGeom prst="straightConnector1">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28" name="Straight Arrow Connector 27">
            <a:extLst>
              <a:ext uri="{FF2B5EF4-FFF2-40B4-BE49-F238E27FC236}">
                <a16:creationId xmlns:a16="http://schemas.microsoft.com/office/drawing/2014/main" id="{1E03AEF6-626E-0AA1-E6FF-2C5CE15119DC}"/>
              </a:ext>
            </a:extLst>
          </p:cNvPr>
          <p:cNvCxnSpPr>
            <a:cxnSpLocks/>
            <a:stCxn id="11" idx="2"/>
          </p:cNvCxnSpPr>
          <p:nvPr/>
        </p:nvCxnSpPr>
        <p:spPr>
          <a:xfrm>
            <a:off x="13850635" y="10489949"/>
            <a:ext cx="0" cy="2919238"/>
          </a:xfrm>
          <a:prstGeom prst="straightConnector1">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29" name="Content Placeholder 4">
            <a:extLst>
              <a:ext uri="{FF2B5EF4-FFF2-40B4-BE49-F238E27FC236}">
                <a16:creationId xmlns:a16="http://schemas.microsoft.com/office/drawing/2014/main" id="{44F45AB6-2C65-EC2F-A604-A78CEC1D4639}"/>
              </a:ext>
            </a:extLst>
          </p:cNvPr>
          <p:cNvSpPr>
            <a:spLocks noGrp="1"/>
          </p:cNvSpPr>
          <p:nvPr>
            <p:ph sz="quarter" idx="11"/>
          </p:nvPr>
        </p:nvSpPr>
        <p:spPr>
          <a:xfrm>
            <a:off x="2167378" y="3786631"/>
            <a:ext cx="7736844" cy="8913533"/>
          </a:xfrm>
        </p:spPr>
        <p:txBody>
          <a:bodyPr>
            <a:normAutofit/>
          </a:bodyPr>
          <a:lstStyle/>
          <a:p>
            <a:pPr marL="0" indent="0">
              <a:lnSpc>
                <a:spcPct val="150000"/>
              </a:lnSpc>
              <a:buNone/>
            </a:pPr>
            <a:r>
              <a:rPr lang="en-US" sz="3200" dirty="0">
                <a:latin typeface="+mj-lt"/>
              </a:rPr>
              <a:t>Often you will work with counting, for example working on sequence, creating multiplication table, string processing, array traversal, and so on. Here, for example, is a flowchart to print out number from 1 to 10.</a:t>
            </a:r>
          </a:p>
        </p:txBody>
      </p:sp>
      <p:sp>
        <p:nvSpPr>
          <p:cNvPr id="6" name="Rectangle 5">
            <a:extLst>
              <a:ext uri="{FF2B5EF4-FFF2-40B4-BE49-F238E27FC236}">
                <a16:creationId xmlns:a16="http://schemas.microsoft.com/office/drawing/2014/main" id="{1DB1A73D-E53E-8453-BD5D-CC949B997D3E}"/>
              </a:ext>
            </a:extLst>
          </p:cNvPr>
          <p:cNvSpPr/>
          <p:nvPr/>
        </p:nvSpPr>
        <p:spPr>
          <a:xfrm>
            <a:off x="10944772" y="4659332"/>
            <a:ext cx="5811726" cy="595035"/>
          </a:xfrm>
          <a:prstGeom prst="rect">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Declare var = 1</a:t>
            </a:r>
          </a:p>
        </p:txBody>
      </p:sp>
      <p:sp>
        <p:nvSpPr>
          <p:cNvPr id="11" name="Flowchart: Decision 10">
            <a:extLst>
              <a:ext uri="{FF2B5EF4-FFF2-40B4-BE49-F238E27FC236}">
                <a16:creationId xmlns:a16="http://schemas.microsoft.com/office/drawing/2014/main" id="{43CD570A-EA05-BBFA-018A-52F444346269}"/>
              </a:ext>
            </a:extLst>
          </p:cNvPr>
          <p:cNvSpPr/>
          <p:nvPr/>
        </p:nvSpPr>
        <p:spPr>
          <a:xfrm>
            <a:off x="11671279" y="8579212"/>
            <a:ext cx="4358712" cy="1910737"/>
          </a:xfrm>
          <a:prstGeom prst="flowChartDecision">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0" rIns="50800" bIns="50800" numCol="1" spcCol="38100" rtlCol="0" anchor="ctr">
            <a:noAutofit/>
          </a:bodyPr>
          <a:lstStyle/>
          <a:p>
            <a:pPr defTabSz="825500"/>
            <a:r>
              <a:rPr lang="en-US" sz="3200" dirty="0">
                <a:solidFill>
                  <a:schemeClr val="tx1">
                    <a:lumMod val="50000"/>
                  </a:schemeClr>
                </a:solidFill>
                <a:latin typeface="+mj-lt"/>
                <a:sym typeface="Helvetica Neue Medium"/>
              </a:rPr>
              <a:t>var &lt;= 10</a:t>
            </a:r>
          </a:p>
        </p:txBody>
      </p:sp>
      <p:cxnSp>
        <p:nvCxnSpPr>
          <p:cNvPr id="14" name="Straight Arrow Connector 13">
            <a:extLst>
              <a:ext uri="{FF2B5EF4-FFF2-40B4-BE49-F238E27FC236}">
                <a16:creationId xmlns:a16="http://schemas.microsoft.com/office/drawing/2014/main" id="{828ADBAA-5678-08F4-A06D-B3CFEABCC09A}"/>
              </a:ext>
            </a:extLst>
          </p:cNvPr>
          <p:cNvCxnSpPr>
            <a:cxnSpLocks/>
            <a:endCxn id="6" idx="0"/>
          </p:cNvCxnSpPr>
          <p:nvPr/>
        </p:nvCxnSpPr>
        <p:spPr>
          <a:xfrm>
            <a:off x="13850635" y="3219450"/>
            <a:ext cx="0" cy="1439882"/>
          </a:xfrm>
          <a:prstGeom prst="straightConnector1">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89" name="TextBox 88">
            <a:extLst>
              <a:ext uri="{FF2B5EF4-FFF2-40B4-BE49-F238E27FC236}">
                <a16:creationId xmlns:a16="http://schemas.microsoft.com/office/drawing/2014/main" id="{DAF0725E-C812-4A68-AD17-A5A5408AA97D}"/>
              </a:ext>
            </a:extLst>
          </p:cNvPr>
          <p:cNvSpPr txBox="1"/>
          <p:nvPr/>
        </p:nvSpPr>
        <p:spPr>
          <a:xfrm>
            <a:off x="16209395" y="9673823"/>
            <a:ext cx="759823"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dirty="0">
                <a:solidFill>
                  <a:schemeClr val="bg2">
                    <a:lumMod val="10000"/>
                  </a:schemeClr>
                </a:solidFill>
              </a:rPr>
              <a:t>True</a:t>
            </a:r>
            <a:endParaRPr kumimoji="0" lang="en-US" sz="2400" b="0" i="0" u="none" strike="noStrike" cap="none" spc="0" normalizeH="0" baseline="0" dirty="0">
              <a:ln>
                <a:noFill/>
              </a:ln>
              <a:solidFill>
                <a:schemeClr val="bg2">
                  <a:lumMod val="10000"/>
                </a:schemeClr>
              </a:solidFill>
              <a:effectLst/>
              <a:uFillTx/>
              <a:latin typeface="+mn-lt"/>
              <a:ea typeface="+mn-ea"/>
              <a:cs typeface="+mn-cs"/>
              <a:sym typeface="Helvetica Neue"/>
            </a:endParaRPr>
          </a:p>
        </p:txBody>
      </p:sp>
      <p:sp>
        <p:nvSpPr>
          <p:cNvPr id="95" name="Rectangle 94">
            <a:extLst>
              <a:ext uri="{FF2B5EF4-FFF2-40B4-BE49-F238E27FC236}">
                <a16:creationId xmlns:a16="http://schemas.microsoft.com/office/drawing/2014/main" id="{721C5B38-BF56-D02F-194D-0D5E73789B62}"/>
              </a:ext>
            </a:extLst>
          </p:cNvPr>
          <p:cNvSpPr/>
          <p:nvPr/>
        </p:nvSpPr>
        <p:spPr>
          <a:xfrm>
            <a:off x="17895445" y="6862436"/>
            <a:ext cx="3045430" cy="595035"/>
          </a:xfrm>
          <a:prstGeom prst="rect">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var = var + 1</a:t>
            </a:r>
          </a:p>
        </p:txBody>
      </p:sp>
      <p:sp>
        <p:nvSpPr>
          <p:cNvPr id="96" name="Parallelogram 95">
            <a:extLst>
              <a:ext uri="{FF2B5EF4-FFF2-40B4-BE49-F238E27FC236}">
                <a16:creationId xmlns:a16="http://schemas.microsoft.com/office/drawing/2014/main" id="{836F2A50-9F75-953D-6E1A-5B3ED66F9EE4}"/>
              </a:ext>
            </a:extLst>
          </p:cNvPr>
          <p:cNvSpPr/>
          <p:nvPr/>
        </p:nvSpPr>
        <p:spPr>
          <a:xfrm>
            <a:off x="17489185" y="9159374"/>
            <a:ext cx="3857950" cy="750411"/>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Display var</a:t>
            </a:r>
          </a:p>
        </p:txBody>
      </p:sp>
      <p:cxnSp>
        <p:nvCxnSpPr>
          <p:cNvPr id="97" name="Connector: Elbow 96">
            <a:extLst>
              <a:ext uri="{FF2B5EF4-FFF2-40B4-BE49-F238E27FC236}">
                <a16:creationId xmlns:a16="http://schemas.microsoft.com/office/drawing/2014/main" id="{976CFEE3-3D34-B2EA-3352-892D181804BB}"/>
              </a:ext>
            </a:extLst>
          </p:cNvPr>
          <p:cNvCxnSpPr>
            <a:cxnSpLocks/>
            <a:stCxn id="11" idx="3"/>
            <a:endCxn id="96" idx="5"/>
          </p:cNvCxnSpPr>
          <p:nvPr/>
        </p:nvCxnSpPr>
        <p:spPr>
          <a:xfrm flipV="1">
            <a:off x="16029991" y="9534580"/>
            <a:ext cx="1552995"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105" name="Straight Arrow Connector 104">
            <a:extLst>
              <a:ext uri="{FF2B5EF4-FFF2-40B4-BE49-F238E27FC236}">
                <a16:creationId xmlns:a16="http://schemas.microsoft.com/office/drawing/2014/main" id="{B43D637F-9F38-2E8E-7ED3-5535F9F2F756}"/>
              </a:ext>
            </a:extLst>
          </p:cNvPr>
          <p:cNvCxnSpPr>
            <a:cxnSpLocks/>
            <a:stCxn id="96" idx="0"/>
            <a:endCxn id="95" idx="2"/>
          </p:cNvCxnSpPr>
          <p:nvPr/>
        </p:nvCxnSpPr>
        <p:spPr>
          <a:xfrm flipV="1">
            <a:off x="19418160" y="7457471"/>
            <a:ext cx="0" cy="1701903"/>
          </a:xfrm>
          <a:prstGeom prst="straightConnector1">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108" name="Straight Arrow Connector 107">
            <a:extLst>
              <a:ext uri="{FF2B5EF4-FFF2-40B4-BE49-F238E27FC236}">
                <a16:creationId xmlns:a16="http://schemas.microsoft.com/office/drawing/2014/main" id="{06A1B71F-F408-5A63-42C4-07189EDCE77B}"/>
              </a:ext>
            </a:extLst>
          </p:cNvPr>
          <p:cNvCxnSpPr>
            <a:cxnSpLocks/>
            <a:stCxn id="95" idx="1"/>
          </p:cNvCxnSpPr>
          <p:nvPr/>
        </p:nvCxnSpPr>
        <p:spPr>
          <a:xfrm flipH="1" flipV="1">
            <a:off x="13850635" y="7085243"/>
            <a:ext cx="4044810" cy="74711"/>
          </a:xfrm>
          <a:prstGeom prst="straightConnector1">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11" name="TextBox 110">
            <a:extLst>
              <a:ext uri="{FF2B5EF4-FFF2-40B4-BE49-F238E27FC236}">
                <a16:creationId xmlns:a16="http://schemas.microsoft.com/office/drawing/2014/main" id="{AEA2C8C3-DC22-2D5D-42BC-5A014615CFD8}"/>
              </a:ext>
            </a:extLst>
          </p:cNvPr>
          <p:cNvSpPr txBox="1"/>
          <p:nvPr/>
        </p:nvSpPr>
        <p:spPr>
          <a:xfrm>
            <a:off x="12849469" y="10607273"/>
            <a:ext cx="831959"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dirty="0">
                <a:solidFill>
                  <a:schemeClr val="bg2">
                    <a:lumMod val="10000"/>
                  </a:schemeClr>
                </a:solidFill>
              </a:rPr>
              <a:t>False</a:t>
            </a:r>
            <a:endParaRPr kumimoji="0" lang="en-US" sz="2400" b="0" i="0" u="none" strike="noStrike" cap="none" spc="0" normalizeH="0" baseline="0" dirty="0">
              <a:ln>
                <a:noFill/>
              </a:ln>
              <a:solidFill>
                <a:schemeClr val="bg2">
                  <a:lumMod val="10000"/>
                </a:schemeClr>
              </a:solidFill>
              <a:effectLst/>
              <a:uFillTx/>
              <a:latin typeface="+mn-lt"/>
              <a:ea typeface="+mn-ea"/>
              <a:cs typeface="+mn-cs"/>
              <a:sym typeface="Helvetica Neue"/>
            </a:endParaRPr>
          </a:p>
        </p:txBody>
      </p:sp>
    </p:spTree>
    <p:extLst>
      <p:ext uri="{BB962C8B-B14F-4D97-AF65-F5344CB8AC3E}">
        <p14:creationId xmlns:p14="http://schemas.microsoft.com/office/powerpoint/2010/main" val="752801937"/>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1C72D-7BBE-D1C1-9117-1C6238E105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4AA4A5-DF45-6A7B-F475-BB52BE9FEFDC}"/>
              </a:ext>
            </a:extLst>
          </p:cNvPr>
          <p:cNvSpPr>
            <a:spLocks noGrp="1"/>
          </p:cNvSpPr>
          <p:nvPr>
            <p:ph type="title"/>
          </p:nvPr>
        </p:nvSpPr>
        <p:spPr/>
        <p:txBody>
          <a:bodyPr>
            <a:normAutofit fontScale="90000"/>
          </a:bodyPr>
          <a:lstStyle/>
          <a:p>
            <a:r>
              <a:rPr lang="en-US" dirty="0"/>
              <a:t>For-Loop symbol</a:t>
            </a:r>
          </a:p>
        </p:txBody>
      </p:sp>
      <p:sp>
        <p:nvSpPr>
          <p:cNvPr id="3" name="Text Placeholder 2">
            <a:extLst>
              <a:ext uri="{FF2B5EF4-FFF2-40B4-BE49-F238E27FC236}">
                <a16:creationId xmlns:a16="http://schemas.microsoft.com/office/drawing/2014/main" id="{AC7327AB-0C82-54E0-C813-E868FFB013D7}"/>
              </a:ext>
            </a:extLst>
          </p:cNvPr>
          <p:cNvSpPr>
            <a:spLocks noGrp="1"/>
          </p:cNvSpPr>
          <p:nvPr>
            <p:ph type="body" sz="quarter" idx="10"/>
          </p:nvPr>
        </p:nvSpPr>
        <p:spPr>
          <a:xfrm>
            <a:off x="2167377" y="2419728"/>
            <a:ext cx="10996173" cy="799722"/>
          </a:xfrm>
        </p:spPr>
        <p:txBody>
          <a:bodyPr/>
          <a:lstStyle/>
          <a:p>
            <a:endParaRPr lang="en-US" dirty="0"/>
          </a:p>
        </p:txBody>
      </p:sp>
      <p:sp>
        <p:nvSpPr>
          <p:cNvPr id="29" name="Content Placeholder 4">
            <a:extLst>
              <a:ext uri="{FF2B5EF4-FFF2-40B4-BE49-F238E27FC236}">
                <a16:creationId xmlns:a16="http://schemas.microsoft.com/office/drawing/2014/main" id="{3285CFBB-620C-942E-EBCF-0633F51A17FF}"/>
              </a:ext>
            </a:extLst>
          </p:cNvPr>
          <p:cNvSpPr>
            <a:spLocks noGrp="1"/>
          </p:cNvSpPr>
          <p:nvPr>
            <p:ph sz="quarter" idx="11"/>
          </p:nvPr>
        </p:nvSpPr>
        <p:spPr>
          <a:xfrm>
            <a:off x="2167377" y="3786631"/>
            <a:ext cx="9919484" cy="9529319"/>
          </a:xfrm>
        </p:spPr>
        <p:txBody>
          <a:bodyPr>
            <a:normAutofit/>
          </a:bodyPr>
          <a:lstStyle/>
          <a:p>
            <a:pPr marL="0" indent="0">
              <a:lnSpc>
                <a:spcPct val="150000"/>
              </a:lnSpc>
              <a:buNone/>
            </a:pPr>
            <a:r>
              <a:rPr lang="en-US" sz="3200" dirty="0">
                <a:latin typeface="+mj-lt"/>
              </a:rPr>
              <a:t>If we know the observed variable is </a:t>
            </a:r>
            <a:r>
              <a:rPr lang="en-US" sz="3200" b="1" u="sng" dirty="0">
                <a:latin typeface="+mj-lt"/>
              </a:rPr>
              <a:t>guaranteed</a:t>
            </a:r>
            <a:r>
              <a:rPr lang="en-US" sz="3200" b="1" dirty="0">
                <a:latin typeface="+mj-lt"/>
              </a:rPr>
              <a:t> </a:t>
            </a:r>
            <a:r>
              <a:rPr lang="en-US" sz="3200" dirty="0">
                <a:latin typeface="+mj-lt"/>
              </a:rPr>
              <a:t>to change, then we can simplify the iteration process into a single symbol : </a:t>
            </a:r>
            <a:r>
              <a:rPr lang="en-US" sz="3200" b="1" dirty="0">
                <a:latin typeface="+mj-lt"/>
              </a:rPr>
              <a:t>For-Loop</a:t>
            </a:r>
            <a:r>
              <a:rPr lang="en-US" sz="3200" dirty="0">
                <a:latin typeface="+mj-lt"/>
              </a:rPr>
              <a:t>.</a:t>
            </a:r>
          </a:p>
          <a:p>
            <a:pPr marL="0" indent="0">
              <a:lnSpc>
                <a:spcPct val="150000"/>
              </a:lnSpc>
              <a:buNone/>
            </a:pPr>
            <a:r>
              <a:rPr lang="en-US" sz="3200" dirty="0">
                <a:latin typeface="+mj-lt"/>
              </a:rPr>
              <a:t>For-Loop is practical because all three steps we have talked about can be condensed into </a:t>
            </a:r>
            <a:r>
              <a:rPr lang="en-US" sz="3200" b="1" dirty="0">
                <a:latin typeface="+mj-lt"/>
              </a:rPr>
              <a:t>one </a:t>
            </a:r>
            <a:r>
              <a:rPr lang="en-US" sz="3200" dirty="0">
                <a:latin typeface="+mj-lt"/>
              </a:rPr>
              <a:t>symbol, reducing the clutter in our flowchart.</a:t>
            </a:r>
          </a:p>
          <a:p>
            <a:pPr marL="0" indent="0">
              <a:lnSpc>
                <a:spcPct val="150000"/>
              </a:lnSpc>
              <a:buNone/>
            </a:pPr>
            <a:r>
              <a:rPr lang="en-US" sz="3200" dirty="0">
                <a:latin typeface="+mj-lt"/>
              </a:rPr>
              <a:t>The structure is as follows:</a:t>
            </a:r>
          </a:p>
          <a:p>
            <a:pPr marL="0" indent="0">
              <a:lnSpc>
                <a:spcPct val="150000"/>
              </a:lnSpc>
              <a:buNone/>
            </a:pPr>
            <a:r>
              <a:rPr lang="en-US" sz="3200" b="1" dirty="0">
                <a:latin typeface="+mj-lt"/>
              </a:rPr>
              <a:t>For</a:t>
            </a:r>
            <a:r>
              <a:rPr lang="en-US" sz="3200" dirty="0">
                <a:latin typeface="+mj-lt"/>
              </a:rPr>
              <a:t> variable = </a:t>
            </a:r>
            <a:r>
              <a:rPr lang="en-US" sz="3200" dirty="0" err="1">
                <a:latin typeface="+mj-lt"/>
              </a:rPr>
              <a:t>starting_value</a:t>
            </a:r>
            <a:r>
              <a:rPr lang="en-US" sz="3200" dirty="0">
                <a:latin typeface="+mj-lt"/>
              </a:rPr>
              <a:t> </a:t>
            </a:r>
            <a:r>
              <a:rPr lang="en-US" sz="3200" b="1" dirty="0">
                <a:latin typeface="+mj-lt"/>
              </a:rPr>
              <a:t>To</a:t>
            </a:r>
            <a:r>
              <a:rPr lang="en-US" sz="3200" dirty="0">
                <a:latin typeface="+mj-lt"/>
              </a:rPr>
              <a:t> </a:t>
            </a:r>
            <a:r>
              <a:rPr lang="en-US" sz="3200" dirty="0" err="1">
                <a:latin typeface="+mj-lt"/>
              </a:rPr>
              <a:t>max_value</a:t>
            </a:r>
            <a:r>
              <a:rPr lang="en-US" sz="3200" dirty="0">
                <a:latin typeface="+mj-lt"/>
              </a:rPr>
              <a:t> [</a:t>
            </a:r>
            <a:r>
              <a:rPr lang="en-US" sz="3200" b="1" dirty="0">
                <a:latin typeface="+mj-lt"/>
              </a:rPr>
              <a:t>Step</a:t>
            </a:r>
            <a:r>
              <a:rPr lang="en-US" sz="3200" dirty="0">
                <a:latin typeface="+mj-lt"/>
              </a:rPr>
              <a:t> </a:t>
            </a:r>
            <a:r>
              <a:rPr lang="en-US" sz="3200" dirty="0" err="1">
                <a:latin typeface="+mj-lt"/>
              </a:rPr>
              <a:t>step_value</a:t>
            </a:r>
            <a:r>
              <a:rPr lang="en-US" sz="3200" dirty="0">
                <a:latin typeface="+mj-lt"/>
              </a:rPr>
              <a:t>]</a:t>
            </a:r>
            <a:br>
              <a:rPr lang="en-US" sz="3200" dirty="0">
                <a:latin typeface="+mj-lt"/>
              </a:rPr>
            </a:br>
            <a:r>
              <a:rPr lang="en-US" sz="3200" dirty="0">
                <a:latin typeface="+mj-lt"/>
              </a:rPr>
              <a:t>[] = optional, default to 1</a:t>
            </a:r>
          </a:p>
        </p:txBody>
      </p:sp>
      <p:cxnSp>
        <p:nvCxnSpPr>
          <p:cNvPr id="8" name="Straight Arrow Connector 7">
            <a:extLst>
              <a:ext uri="{FF2B5EF4-FFF2-40B4-BE49-F238E27FC236}">
                <a16:creationId xmlns:a16="http://schemas.microsoft.com/office/drawing/2014/main" id="{02E54820-2C0F-6FAD-CCAD-402055AE854A}"/>
              </a:ext>
            </a:extLst>
          </p:cNvPr>
          <p:cNvCxnSpPr>
            <a:cxnSpLocks/>
            <a:stCxn id="14" idx="2"/>
          </p:cNvCxnSpPr>
          <p:nvPr/>
        </p:nvCxnSpPr>
        <p:spPr>
          <a:xfrm>
            <a:off x="16069413" y="5254367"/>
            <a:ext cx="0" cy="2742221"/>
          </a:xfrm>
          <a:prstGeom prst="straightConnector1">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10" name="Straight Arrow Connector 9">
            <a:extLst>
              <a:ext uri="{FF2B5EF4-FFF2-40B4-BE49-F238E27FC236}">
                <a16:creationId xmlns:a16="http://schemas.microsoft.com/office/drawing/2014/main" id="{60396532-C185-6119-14F9-FA28327C896D}"/>
              </a:ext>
            </a:extLst>
          </p:cNvPr>
          <p:cNvCxnSpPr>
            <a:cxnSpLocks/>
          </p:cNvCxnSpPr>
          <p:nvPr/>
        </p:nvCxnSpPr>
        <p:spPr>
          <a:xfrm>
            <a:off x="16069413" y="9581907"/>
            <a:ext cx="0" cy="3827280"/>
          </a:xfrm>
          <a:prstGeom prst="straightConnector1">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4" name="Rectangle 13">
            <a:extLst>
              <a:ext uri="{FF2B5EF4-FFF2-40B4-BE49-F238E27FC236}">
                <a16:creationId xmlns:a16="http://schemas.microsoft.com/office/drawing/2014/main" id="{F5D24115-5DE1-A60A-A754-7399B1209DC2}"/>
              </a:ext>
            </a:extLst>
          </p:cNvPr>
          <p:cNvSpPr/>
          <p:nvPr/>
        </p:nvSpPr>
        <p:spPr>
          <a:xfrm>
            <a:off x="14650927" y="4659332"/>
            <a:ext cx="2836972" cy="595035"/>
          </a:xfrm>
          <a:prstGeom prst="rect">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Declare var</a:t>
            </a:r>
          </a:p>
        </p:txBody>
      </p:sp>
      <p:cxnSp>
        <p:nvCxnSpPr>
          <p:cNvPr id="16" name="Straight Arrow Connector 15">
            <a:extLst>
              <a:ext uri="{FF2B5EF4-FFF2-40B4-BE49-F238E27FC236}">
                <a16:creationId xmlns:a16="http://schemas.microsoft.com/office/drawing/2014/main" id="{49C20F9E-A095-9A66-D03F-17E5E82C2EC6}"/>
              </a:ext>
            </a:extLst>
          </p:cNvPr>
          <p:cNvCxnSpPr>
            <a:cxnSpLocks/>
            <a:endCxn id="14" idx="0"/>
          </p:cNvCxnSpPr>
          <p:nvPr/>
        </p:nvCxnSpPr>
        <p:spPr>
          <a:xfrm>
            <a:off x="16069413" y="3219450"/>
            <a:ext cx="0" cy="1439882"/>
          </a:xfrm>
          <a:prstGeom prst="straightConnector1">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22" name="Parallelogram 21">
            <a:extLst>
              <a:ext uri="{FF2B5EF4-FFF2-40B4-BE49-F238E27FC236}">
                <a16:creationId xmlns:a16="http://schemas.microsoft.com/office/drawing/2014/main" id="{B63D64B8-6A2C-7199-CF68-88E11CDF85D7}"/>
              </a:ext>
            </a:extLst>
          </p:cNvPr>
          <p:cNvSpPr/>
          <p:nvPr/>
        </p:nvSpPr>
        <p:spPr>
          <a:xfrm>
            <a:off x="19707963" y="8373739"/>
            <a:ext cx="3857950" cy="750411"/>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Display var</a:t>
            </a:r>
          </a:p>
        </p:txBody>
      </p:sp>
      <p:sp>
        <p:nvSpPr>
          <p:cNvPr id="27" name="Hexagon 26">
            <a:extLst>
              <a:ext uri="{FF2B5EF4-FFF2-40B4-BE49-F238E27FC236}">
                <a16:creationId xmlns:a16="http://schemas.microsoft.com/office/drawing/2014/main" id="{C309D45E-385C-3A40-27E7-BA31DA78ED03}"/>
              </a:ext>
            </a:extLst>
          </p:cNvPr>
          <p:cNvSpPr/>
          <p:nvPr/>
        </p:nvSpPr>
        <p:spPr>
          <a:xfrm>
            <a:off x="14278806" y="7915984"/>
            <a:ext cx="3581214" cy="1665923"/>
          </a:xfrm>
          <a:prstGeom prst="hexagon">
            <a:avLst>
              <a:gd name="adj" fmla="val 57609"/>
              <a:gd name="vf" fmla="val 11547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For var = 1 to 10</a:t>
            </a:r>
          </a:p>
        </p:txBody>
      </p:sp>
      <p:cxnSp>
        <p:nvCxnSpPr>
          <p:cNvPr id="32" name="Straight Arrow Connector 31">
            <a:extLst>
              <a:ext uri="{FF2B5EF4-FFF2-40B4-BE49-F238E27FC236}">
                <a16:creationId xmlns:a16="http://schemas.microsoft.com/office/drawing/2014/main" id="{AEE5EF21-7038-6F0F-9DAD-4AFC8F12A0DB}"/>
              </a:ext>
            </a:extLst>
          </p:cNvPr>
          <p:cNvCxnSpPr>
            <a:cxnSpLocks/>
            <a:stCxn id="27" idx="0"/>
            <a:endCxn id="22" idx="5"/>
          </p:cNvCxnSpPr>
          <p:nvPr/>
        </p:nvCxnSpPr>
        <p:spPr>
          <a:xfrm flipV="1">
            <a:off x="17860020" y="8748945"/>
            <a:ext cx="1941744" cy="1"/>
          </a:xfrm>
          <a:prstGeom prst="straightConnector1">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35" name="Connector: Elbow 34">
            <a:extLst>
              <a:ext uri="{FF2B5EF4-FFF2-40B4-BE49-F238E27FC236}">
                <a16:creationId xmlns:a16="http://schemas.microsoft.com/office/drawing/2014/main" id="{41422396-FD4D-C4EE-E886-F28D4E24FC07}"/>
              </a:ext>
            </a:extLst>
          </p:cNvPr>
          <p:cNvCxnSpPr>
            <a:cxnSpLocks/>
            <a:stCxn id="22" idx="0"/>
            <a:endCxn id="27" idx="5"/>
          </p:cNvCxnSpPr>
          <p:nvPr/>
        </p:nvCxnSpPr>
        <p:spPr>
          <a:xfrm rot="16200000" flipV="1">
            <a:off x="19039741" y="5776542"/>
            <a:ext cx="457755" cy="4736640"/>
          </a:xfrm>
          <a:prstGeom prst="bentConnector3">
            <a:avLst>
              <a:gd name="adj1" fmla="val 432929"/>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42" name="TextBox 41">
            <a:extLst>
              <a:ext uri="{FF2B5EF4-FFF2-40B4-BE49-F238E27FC236}">
                <a16:creationId xmlns:a16="http://schemas.microsoft.com/office/drawing/2014/main" id="{C9CCC3D3-C6C0-3F98-D1F3-BD63C3DB29E5}"/>
              </a:ext>
            </a:extLst>
          </p:cNvPr>
          <p:cNvSpPr txBox="1"/>
          <p:nvPr/>
        </p:nvSpPr>
        <p:spPr>
          <a:xfrm>
            <a:off x="18196217" y="8748946"/>
            <a:ext cx="779059"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chemeClr val="bg2">
                    <a:lumMod val="10000"/>
                  </a:schemeClr>
                </a:solidFill>
                <a:effectLst/>
                <a:uFillTx/>
                <a:latin typeface="+mn-lt"/>
                <a:ea typeface="+mn-ea"/>
                <a:cs typeface="+mn-cs"/>
                <a:sym typeface="Helvetica Neue"/>
              </a:rPr>
              <a:t>Next</a:t>
            </a:r>
          </a:p>
        </p:txBody>
      </p:sp>
      <p:sp>
        <p:nvSpPr>
          <p:cNvPr id="43" name="TextBox 42">
            <a:extLst>
              <a:ext uri="{FF2B5EF4-FFF2-40B4-BE49-F238E27FC236}">
                <a16:creationId xmlns:a16="http://schemas.microsoft.com/office/drawing/2014/main" id="{D0849E4B-B546-20B7-7BE9-6EEB738A93C1}"/>
              </a:ext>
            </a:extLst>
          </p:cNvPr>
          <p:cNvSpPr txBox="1"/>
          <p:nvPr/>
        </p:nvSpPr>
        <p:spPr>
          <a:xfrm>
            <a:off x="16263403" y="10272946"/>
            <a:ext cx="623569"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chemeClr val="bg2">
                    <a:lumMod val="10000"/>
                  </a:schemeClr>
                </a:solidFill>
                <a:effectLst/>
                <a:uFillTx/>
                <a:latin typeface="+mn-lt"/>
                <a:ea typeface="+mn-ea"/>
                <a:cs typeface="+mn-cs"/>
                <a:sym typeface="Helvetica Neue"/>
              </a:rPr>
              <a:t>Exit</a:t>
            </a:r>
          </a:p>
        </p:txBody>
      </p:sp>
    </p:spTree>
    <p:extLst>
      <p:ext uri="{BB962C8B-B14F-4D97-AF65-F5344CB8AC3E}">
        <p14:creationId xmlns:p14="http://schemas.microsoft.com/office/powerpoint/2010/main" val="4244224897"/>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56759-575B-0276-6961-B9209CB0592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37D8559-21C6-6DF7-5674-FF02D394EC7A}"/>
              </a:ext>
            </a:extLst>
          </p:cNvPr>
          <p:cNvSpPr>
            <a:spLocks noGrp="1"/>
          </p:cNvSpPr>
          <p:nvPr>
            <p:ph type="body" sz="quarter" idx="10"/>
          </p:nvPr>
        </p:nvSpPr>
        <p:spPr>
          <a:xfrm>
            <a:off x="2167377" y="2419728"/>
            <a:ext cx="10996173" cy="799722"/>
          </a:xfrm>
        </p:spPr>
        <p:txBody>
          <a:bodyPr/>
          <a:lstStyle/>
          <a:p>
            <a:endParaRPr lang="en-US" dirty="0"/>
          </a:p>
        </p:txBody>
      </p:sp>
      <p:sp>
        <p:nvSpPr>
          <p:cNvPr id="29" name="Content Placeholder 4">
            <a:extLst>
              <a:ext uri="{FF2B5EF4-FFF2-40B4-BE49-F238E27FC236}">
                <a16:creationId xmlns:a16="http://schemas.microsoft.com/office/drawing/2014/main" id="{EEC0E5E7-5C0B-4CE2-F7F5-81732CD38645}"/>
              </a:ext>
            </a:extLst>
          </p:cNvPr>
          <p:cNvSpPr>
            <a:spLocks noGrp="1"/>
          </p:cNvSpPr>
          <p:nvPr>
            <p:ph sz="quarter" idx="11"/>
          </p:nvPr>
        </p:nvSpPr>
        <p:spPr>
          <a:xfrm>
            <a:off x="2167377" y="3786631"/>
            <a:ext cx="9919484" cy="872701"/>
          </a:xfrm>
        </p:spPr>
        <p:txBody>
          <a:bodyPr>
            <a:normAutofit/>
          </a:bodyPr>
          <a:lstStyle/>
          <a:p>
            <a:pPr marL="0" indent="0">
              <a:lnSpc>
                <a:spcPct val="150000"/>
              </a:lnSpc>
              <a:buNone/>
            </a:pPr>
            <a:r>
              <a:rPr lang="en-US" sz="3200" dirty="0">
                <a:latin typeface="+mj-lt"/>
              </a:rPr>
              <a:t>Observe the characteristics.</a:t>
            </a:r>
          </a:p>
        </p:txBody>
      </p:sp>
      <p:cxnSp>
        <p:nvCxnSpPr>
          <p:cNvPr id="8" name="Straight Arrow Connector 7">
            <a:extLst>
              <a:ext uri="{FF2B5EF4-FFF2-40B4-BE49-F238E27FC236}">
                <a16:creationId xmlns:a16="http://schemas.microsoft.com/office/drawing/2014/main" id="{F151998F-7FA2-9E5A-CFD4-30ADAD2646C4}"/>
              </a:ext>
            </a:extLst>
          </p:cNvPr>
          <p:cNvCxnSpPr>
            <a:cxnSpLocks/>
            <a:stCxn id="14" idx="2"/>
          </p:cNvCxnSpPr>
          <p:nvPr/>
        </p:nvCxnSpPr>
        <p:spPr>
          <a:xfrm>
            <a:off x="11072230" y="6931560"/>
            <a:ext cx="0" cy="2514297"/>
          </a:xfrm>
          <a:prstGeom prst="straightConnector1">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10" name="Straight Arrow Connector 9">
            <a:extLst>
              <a:ext uri="{FF2B5EF4-FFF2-40B4-BE49-F238E27FC236}">
                <a16:creationId xmlns:a16="http://schemas.microsoft.com/office/drawing/2014/main" id="{39B1352A-5ADB-F70E-113D-F7654A79ACF9}"/>
              </a:ext>
            </a:extLst>
          </p:cNvPr>
          <p:cNvCxnSpPr>
            <a:cxnSpLocks/>
          </p:cNvCxnSpPr>
          <p:nvPr/>
        </p:nvCxnSpPr>
        <p:spPr>
          <a:xfrm>
            <a:off x="11072230" y="11031176"/>
            <a:ext cx="0" cy="1848094"/>
          </a:xfrm>
          <a:prstGeom prst="straightConnector1">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4" name="Rectangle 13">
            <a:extLst>
              <a:ext uri="{FF2B5EF4-FFF2-40B4-BE49-F238E27FC236}">
                <a16:creationId xmlns:a16="http://schemas.microsoft.com/office/drawing/2014/main" id="{23E5ACA8-6429-FCA4-EAD6-826E9523083E}"/>
              </a:ext>
            </a:extLst>
          </p:cNvPr>
          <p:cNvSpPr/>
          <p:nvPr/>
        </p:nvSpPr>
        <p:spPr>
          <a:xfrm>
            <a:off x="9653744" y="6108600"/>
            <a:ext cx="2836972" cy="822960"/>
          </a:xfrm>
          <a:prstGeom prst="rect">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Declare var</a:t>
            </a:r>
          </a:p>
        </p:txBody>
      </p:sp>
      <p:cxnSp>
        <p:nvCxnSpPr>
          <p:cNvPr id="16" name="Straight Arrow Connector 15">
            <a:extLst>
              <a:ext uri="{FF2B5EF4-FFF2-40B4-BE49-F238E27FC236}">
                <a16:creationId xmlns:a16="http://schemas.microsoft.com/office/drawing/2014/main" id="{11FC8092-EA83-FBE8-2788-8AB49A794C3E}"/>
              </a:ext>
            </a:extLst>
          </p:cNvPr>
          <p:cNvCxnSpPr>
            <a:cxnSpLocks/>
            <a:endCxn id="14" idx="0"/>
          </p:cNvCxnSpPr>
          <p:nvPr/>
        </p:nvCxnSpPr>
        <p:spPr>
          <a:xfrm>
            <a:off x="11072230" y="4668719"/>
            <a:ext cx="0" cy="1439881"/>
          </a:xfrm>
          <a:prstGeom prst="straightConnector1">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22" name="Parallelogram 21">
            <a:extLst>
              <a:ext uri="{FF2B5EF4-FFF2-40B4-BE49-F238E27FC236}">
                <a16:creationId xmlns:a16="http://schemas.microsoft.com/office/drawing/2014/main" id="{FFC08DC5-59ED-56D0-39DA-3C3EE55DD64C}"/>
              </a:ext>
            </a:extLst>
          </p:cNvPr>
          <p:cNvSpPr/>
          <p:nvPr/>
        </p:nvSpPr>
        <p:spPr>
          <a:xfrm>
            <a:off x="14710780" y="9823008"/>
            <a:ext cx="3857950" cy="750411"/>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Display var</a:t>
            </a:r>
          </a:p>
        </p:txBody>
      </p:sp>
      <p:sp>
        <p:nvSpPr>
          <p:cNvPr id="27" name="Hexagon 26">
            <a:extLst>
              <a:ext uri="{FF2B5EF4-FFF2-40B4-BE49-F238E27FC236}">
                <a16:creationId xmlns:a16="http://schemas.microsoft.com/office/drawing/2014/main" id="{1E811F4E-7C42-8EDE-A3E1-0F5EF93E755B}"/>
              </a:ext>
            </a:extLst>
          </p:cNvPr>
          <p:cNvSpPr/>
          <p:nvPr/>
        </p:nvSpPr>
        <p:spPr>
          <a:xfrm>
            <a:off x="9281623" y="9365253"/>
            <a:ext cx="3581214" cy="1665923"/>
          </a:xfrm>
          <a:prstGeom prst="hexagon">
            <a:avLst>
              <a:gd name="adj" fmla="val 57609"/>
              <a:gd name="vf" fmla="val 11547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For var = 1 to 10</a:t>
            </a:r>
          </a:p>
        </p:txBody>
      </p:sp>
      <p:cxnSp>
        <p:nvCxnSpPr>
          <p:cNvPr id="32" name="Straight Arrow Connector 31">
            <a:extLst>
              <a:ext uri="{FF2B5EF4-FFF2-40B4-BE49-F238E27FC236}">
                <a16:creationId xmlns:a16="http://schemas.microsoft.com/office/drawing/2014/main" id="{896A43DC-0C81-1954-0EAC-A4CD4C2B3C85}"/>
              </a:ext>
            </a:extLst>
          </p:cNvPr>
          <p:cNvCxnSpPr>
            <a:cxnSpLocks/>
            <a:stCxn id="27" idx="0"/>
            <a:endCxn id="22" idx="5"/>
          </p:cNvCxnSpPr>
          <p:nvPr/>
        </p:nvCxnSpPr>
        <p:spPr>
          <a:xfrm flipV="1">
            <a:off x="12862837" y="10198214"/>
            <a:ext cx="1941744" cy="1"/>
          </a:xfrm>
          <a:prstGeom prst="straightConnector1">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35" name="Connector: Elbow 34">
            <a:extLst>
              <a:ext uri="{FF2B5EF4-FFF2-40B4-BE49-F238E27FC236}">
                <a16:creationId xmlns:a16="http://schemas.microsoft.com/office/drawing/2014/main" id="{7A3C8334-CBA7-4351-206A-F010C4E73EDF}"/>
              </a:ext>
            </a:extLst>
          </p:cNvPr>
          <p:cNvCxnSpPr>
            <a:cxnSpLocks/>
            <a:stCxn id="22" idx="0"/>
            <a:endCxn id="27" idx="5"/>
          </p:cNvCxnSpPr>
          <p:nvPr/>
        </p:nvCxnSpPr>
        <p:spPr>
          <a:xfrm rot="16200000" flipV="1">
            <a:off x="14042558" y="7225811"/>
            <a:ext cx="457755" cy="4736640"/>
          </a:xfrm>
          <a:prstGeom prst="bentConnector3">
            <a:avLst>
              <a:gd name="adj1" fmla="val 432929"/>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42" name="TextBox 41">
            <a:extLst>
              <a:ext uri="{FF2B5EF4-FFF2-40B4-BE49-F238E27FC236}">
                <a16:creationId xmlns:a16="http://schemas.microsoft.com/office/drawing/2014/main" id="{05805B67-DA26-84F4-46C4-8249DF5FA349}"/>
              </a:ext>
            </a:extLst>
          </p:cNvPr>
          <p:cNvSpPr txBox="1"/>
          <p:nvPr/>
        </p:nvSpPr>
        <p:spPr>
          <a:xfrm>
            <a:off x="13199034" y="10198215"/>
            <a:ext cx="779059"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chemeClr val="bg2">
                    <a:lumMod val="10000"/>
                  </a:schemeClr>
                </a:solidFill>
                <a:effectLst/>
                <a:uFillTx/>
                <a:latin typeface="+mn-lt"/>
                <a:ea typeface="+mn-ea"/>
                <a:cs typeface="+mn-cs"/>
                <a:sym typeface="Helvetica Neue"/>
              </a:rPr>
              <a:t>Next</a:t>
            </a:r>
          </a:p>
        </p:txBody>
      </p:sp>
      <p:sp>
        <p:nvSpPr>
          <p:cNvPr id="43" name="TextBox 42">
            <a:extLst>
              <a:ext uri="{FF2B5EF4-FFF2-40B4-BE49-F238E27FC236}">
                <a16:creationId xmlns:a16="http://schemas.microsoft.com/office/drawing/2014/main" id="{10A23FB9-ADE3-4383-BC7D-2EC7B32D9283}"/>
              </a:ext>
            </a:extLst>
          </p:cNvPr>
          <p:cNvSpPr txBox="1"/>
          <p:nvPr/>
        </p:nvSpPr>
        <p:spPr>
          <a:xfrm>
            <a:off x="11266220" y="11722215"/>
            <a:ext cx="623569"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chemeClr val="bg2">
                    <a:lumMod val="10000"/>
                  </a:schemeClr>
                </a:solidFill>
                <a:effectLst/>
                <a:uFillTx/>
                <a:latin typeface="+mn-lt"/>
                <a:ea typeface="+mn-ea"/>
                <a:cs typeface="+mn-cs"/>
                <a:sym typeface="Helvetica Neue"/>
              </a:rPr>
              <a:t>Exit</a:t>
            </a:r>
          </a:p>
        </p:txBody>
      </p:sp>
      <p:sp>
        <p:nvSpPr>
          <p:cNvPr id="5" name="Content Placeholder 4">
            <a:extLst>
              <a:ext uri="{FF2B5EF4-FFF2-40B4-BE49-F238E27FC236}">
                <a16:creationId xmlns:a16="http://schemas.microsoft.com/office/drawing/2014/main" id="{1D4857AD-042C-D4D0-879A-FD43A79B5679}"/>
              </a:ext>
            </a:extLst>
          </p:cNvPr>
          <p:cNvSpPr txBox="1">
            <a:spLocks/>
          </p:cNvSpPr>
          <p:nvPr/>
        </p:nvSpPr>
        <p:spPr>
          <a:xfrm>
            <a:off x="13505346" y="4026877"/>
            <a:ext cx="5820380" cy="101707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buFontTx/>
              <a:buNone/>
            </a:pPr>
            <a:r>
              <a:rPr lang="en-US" sz="2800" dirty="0">
                <a:latin typeface="+mj-lt"/>
              </a:rPr>
              <a:t>You still have to declare the observed variable</a:t>
            </a:r>
          </a:p>
        </p:txBody>
      </p:sp>
      <p:sp>
        <p:nvSpPr>
          <p:cNvPr id="6" name="Arrow: Down 5">
            <a:extLst>
              <a:ext uri="{FF2B5EF4-FFF2-40B4-BE49-F238E27FC236}">
                <a16:creationId xmlns:a16="http://schemas.microsoft.com/office/drawing/2014/main" id="{865BEE30-9EF9-F853-FA98-C253EBA6EE8F}"/>
              </a:ext>
            </a:extLst>
          </p:cNvPr>
          <p:cNvSpPr/>
          <p:nvPr/>
        </p:nvSpPr>
        <p:spPr>
          <a:xfrm rot="3804546">
            <a:off x="13128484" y="4297913"/>
            <a:ext cx="830441" cy="2194560"/>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7" name="Arrow: Down 6">
            <a:extLst>
              <a:ext uri="{FF2B5EF4-FFF2-40B4-BE49-F238E27FC236}">
                <a16:creationId xmlns:a16="http://schemas.microsoft.com/office/drawing/2014/main" id="{46EFF672-286F-693D-255E-46B3CA5C17A8}"/>
              </a:ext>
            </a:extLst>
          </p:cNvPr>
          <p:cNvSpPr/>
          <p:nvPr/>
        </p:nvSpPr>
        <p:spPr>
          <a:xfrm rot="19166722">
            <a:off x="8456457" y="7576933"/>
            <a:ext cx="830441" cy="2194560"/>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9" name="Content Placeholder 4">
            <a:extLst>
              <a:ext uri="{FF2B5EF4-FFF2-40B4-BE49-F238E27FC236}">
                <a16:creationId xmlns:a16="http://schemas.microsoft.com/office/drawing/2014/main" id="{032901FA-EFAD-CD1F-9602-E5E695EB1CEE}"/>
              </a:ext>
            </a:extLst>
          </p:cNvPr>
          <p:cNvSpPr txBox="1">
            <a:spLocks/>
          </p:cNvSpPr>
          <p:nvPr/>
        </p:nvSpPr>
        <p:spPr>
          <a:xfrm>
            <a:off x="2678804" y="5024709"/>
            <a:ext cx="6740965" cy="274222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spcBef>
                <a:spcPts val="0"/>
              </a:spcBef>
              <a:buFontTx/>
              <a:buNone/>
            </a:pPr>
            <a:r>
              <a:rPr lang="en-US" sz="2800" dirty="0">
                <a:latin typeface="+mj-lt"/>
              </a:rPr>
              <a:t>The for-loop consists of:</a:t>
            </a:r>
          </a:p>
          <a:p>
            <a:pPr marL="514350" indent="-514350">
              <a:spcBef>
                <a:spcPts val="0"/>
              </a:spcBef>
              <a:buSzPct val="100000"/>
              <a:buFontTx/>
              <a:buAutoNum type="arabicPeriod"/>
            </a:pPr>
            <a:r>
              <a:rPr lang="en-US" sz="2800" dirty="0">
                <a:solidFill>
                  <a:schemeClr val="accent5">
                    <a:lumMod val="75000"/>
                  </a:schemeClr>
                </a:solidFill>
                <a:latin typeface="+mj-lt"/>
              </a:rPr>
              <a:t>what variable is observed (var)</a:t>
            </a:r>
          </a:p>
          <a:p>
            <a:pPr marL="514350" indent="-514350">
              <a:spcBef>
                <a:spcPts val="0"/>
              </a:spcBef>
              <a:buSzPct val="100000"/>
              <a:buFontTx/>
              <a:buAutoNum type="arabicPeriod"/>
            </a:pPr>
            <a:r>
              <a:rPr lang="en-US" sz="2800" dirty="0">
                <a:solidFill>
                  <a:schemeClr val="accent1">
                    <a:lumMod val="75000"/>
                  </a:schemeClr>
                </a:solidFill>
                <a:latin typeface="+mj-lt"/>
              </a:rPr>
              <a:t>when to stop (when the var value is greater than 10)</a:t>
            </a:r>
          </a:p>
          <a:p>
            <a:pPr marL="514350" indent="-514350">
              <a:spcBef>
                <a:spcPts val="0"/>
              </a:spcBef>
              <a:buSzPct val="100000"/>
              <a:buFontTx/>
              <a:buAutoNum type="arabicPeriod"/>
            </a:pPr>
            <a:r>
              <a:rPr lang="en-US" sz="2800" dirty="0">
                <a:solidFill>
                  <a:schemeClr val="accent3">
                    <a:lumMod val="75000"/>
                  </a:schemeClr>
                </a:solidFill>
                <a:latin typeface="+mj-lt"/>
              </a:rPr>
              <a:t>and how to change the observed thing (increase the value of var by 1)</a:t>
            </a:r>
          </a:p>
        </p:txBody>
      </p:sp>
      <p:sp>
        <p:nvSpPr>
          <p:cNvPr id="11" name="Arrow: Down 10">
            <a:extLst>
              <a:ext uri="{FF2B5EF4-FFF2-40B4-BE49-F238E27FC236}">
                <a16:creationId xmlns:a16="http://schemas.microsoft.com/office/drawing/2014/main" id="{8432D18E-A8ED-47A3-B517-8412F1777125}"/>
              </a:ext>
            </a:extLst>
          </p:cNvPr>
          <p:cNvSpPr/>
          <p:nvPr/>
        </p:nvSpPr>
        <p:spPr>
          <a:xfrm rot="9837772">
            <a:off x="13447179" y="10744440"/>
            <a:ext cx="830441" cy="1097280"/>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12" name="Content Placeholder 4">
            <a:extLst>
              <a:ext uri="{FF2B5EF4-FFF2-40B4-BE49-F238E27FC236}">
                <a16:creationId xmlns:a16="http://schemas.microsoft.com/office/drawing/2014/main" id="{93CD1EF9-4A0E-C86F-419C-A69395B6E1FF}"/>
              </a:ext>
            </a:extLst>
          </p:cNvPr>
          <p:cNvSpPr txBox="1">
            <a:spLocks/>
          </p:cNvSpPr>
          <p:nvPr/>
        </p:nvSpPr>
        <p:spPr>
          <a:xfrm>
            <a:off x="12655302" y="11977774"/>
            <a:ext cx="7795647" cy="14582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spcBef>
                <a:spcPts val="0"/>
              </a:spcBef>
              <a:buFontTx/>
              <a:buNone/>
            </a:pPr>
            <a:r>
              <a:rPr lang="en-US" sz="2800" dirty="0">
                <a:latin typeface="+mj-lt"/>
              </a:rPr>
              <a:t>The label is now fixed to “Next” (for-loop continues) and “Exit” (for-loop is done)</a:t>
            </a:r>
            <a:endParaRPr lang="en-US" sz="2800" dirty="0">
              <a:solidFill>
                <a:schemeClr val="accent3">
                  <a:lumMod val="75000"/>
                </a:schemeClr>
              </a:solidFill>
              <a:latin typeface="+mj-lt"/>
            </a:endParaRPr>
          </a:p>
        </p:txBody>
      </p:sp>
      <p:sp>
        <p:nvSpPr>
          <p:cNvPr id="13" name="Arrow: Down 12">
            <a:extLst>
              <a:ext uri="{FF2B5EF4-FFF2-40B4-BE49-F238E27FC236}">
                <a16:creationId xmlns:a16="http://schemas.microsoft.com/office/drawing/2014/main" id="{6C4CAB00-F48B-1A19-92BE-DACBF219085D}"/>
              </a:ext>
            </a:extLst>
          </p:cNvPr>
          <p:cNvSpPr/>
          <p:nvPr/>
        </p:nvSpPr>
        <p:spPr>
          <a:xfrm rot="6554855">
            <a:off x="12052200" y="11767788"/>
            <a:ext cx="830441" cy="822960"/>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15" name="Arrow: Down 14">
            <a:extLst>
              <a:ext uri="{FF2B5EF4-FFF2-40B4-BE49-F238E27FC236}">
                <a16:creationId xmlns:a16="http://schemas.microsoft.com/office/drawing/2014/main" id="{B9453C37-D457-B065-4F38-6D2B7B4C804C}"/>
              </a:ext>
            </a:extLst>
          </p:cNvPr>
          <p:cNvSpPr/>
          <p:nvPr/>
        </p:nvSpPr>
        <p:spPr>
          <a:xfrm rot="2911798">
            <a:off x="16850256" y="6884842"/>
            <a:ext cx="830441" cy="1097280"/>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17" name="Content Placeholder 4">
            <a:extLst>
              <a:ext uri="{FF2B5EF4-FFF2-40B4-BE49-F238E27FC236}">
                <a16:creationId xmlns:a16="http://schemas.microsoft.com/office/drawing/2014/main" id="{734FB74D-4F7A-0896-9A6B-63A3540AA2D1}"/>
              </a:ext>
            </a:extLst>
          </p:cNvPr>
          <p:cNvSpPr txBox="1">
            <a:spLocks/>
          </p:cNvSpPr>
          <p:nvPr/>
        </p:nvSpPr>
        <p:spPr>
          <a:xfrm>
            <a:off x="15000548" y="5852562"/>
            <a:ext cx="6740965" cy="106252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spcBef>
                <a:spcPts val="0"/>
              </a:spcBef>
              <a:buFontTx/>
              <a:buNone/>
            </a:pPr>
            <a:r>
              <a:rPr lang="en-US" sz="2800" dirty="0">
                <a:latin typeface="+mj-lt"/>
              </a:rPr>
              <a:t>The connector </a:t>
            </a:r>
            <a:r>
              <a:rPr lang="en-US" sz="2800" b="1" dirty="0">
                <a:latin typeface="+mj-lt"/>
              </a:rPr>
              <a:t>must</a:t>
            </a:r>
            <a:r>
              <a:rPr lang="en-US" sz="2800" dirty="0">
                <a:latin typeface="+mj-lt"/>
              </a:rPr>
              <a:t> connect back to the for-loop symbol instead of merging</a:t>
            </a:r>
            <a:endParaRPr lang="en-US" sz="2800" dirty="0">
              <a:solidFill>
                <a:schemeClr val="accent3">
                  <a:lumMod val="75000"/>
                </a:schemeClr>
              </a:solidFill>
              <a:latin typeface="+mj-lt"/>
            </a:endParaRPr>
          </a:p>
        </p:txBody>
      </p:sp>
      <p:sp>
        <p:nvSpPr>
          <p:cNvPr id="21" name="Title 1">
            <a:extLst>
              <a:ext uri="{FF2B5EF4-FFF2-40B4-BE49-F238E27FC236}">
                <a16:creationId xmlns:a16="http://schemas.microsoft.com/office/drawing/2014/main" id="{2F4F2DE0-CF51-E35E-13D0-1EE37944E455}"/>
              </a:ext>
            </a:extLst>
          </p:cNvPr>
          <p:cNvSpPr>
            <a:spLocks noGrp="1"/>
          </p:cNvSpPr>
          <p:nvPr>
            <p:ph type="title"/>
          </p:nvPr>
        </p:nvSpPr>
        <p:spPr>
          <a:xfrm>
            <a:off x="2166938" y="1871663"/>
            <a:ext cx="14716125" cy="511175"/>
          </a:xfrm>
        </p:spPr>
        <p:txBody>
          <a:bodyPr>
            <a:normAutofit fontScale="90000"/>
          </a:bodyPr>
          <a:lstStyle/>
          <a:p>
            <a:r>
              <a:rPr lang="en-US" dirty="0"/>
              <a:t>For-Loop symbol</a:t>
            </a:r>
          </a:p>
        </p:txBody>
      </p:sp>
    </p:spTree>
    <p:extLst>
      <p:ext uri="{BB962C8B-B14F-4D97-AF65-F5344CB8AC3E}">
        <p14:creationId xmlns:p14="http://schemas.microsoft.com/office/powerpoint/2010/main" val="1210764509"/>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3CB79-406C-F8B7-EF33-C0125D4D20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B3181E-AB15-B41D-41AA-1A447E58BE52}"/>
              </a:ext>
            </a:extLst>
          </p:cNvPr>
          <p:cNvSpPr>
            <a:spLocks noGrp="1"/>
          </p:cNvSpPr>
          <p:nvPr>
            <p:ph type="title"/>
          </p:nvPr>
        </p:nvSpPr>
        <p:spPr/>
        <p:txBody>
          <a:bodyPr>
            <a:normAutofit fontScale="90000"/>
          </a:bodyPr>
          <a:lstStyle/>
          <a:p>
            <a:r>
              <a:rPr lang="en-US" dirty="0"/>
              <a:t>For-Loop symbol</a:t>
            </a:r>
          </a:p>
        </p:txBody>
      </p:sp>
      <p:sp>
        <p:nvSpPr>
          <p:cNvPr id="3" name="Text Placeholder 2">
            <a:extLst>
              <a:ext uri="{FF2B5EF4-FFF2-40B4-BE49-F238E27FC236}">
                <a16:creationId xmlns:a16="http://schemas.microsoft.com/office/drawing/2014/main" id="{772A1E14-5674-3D8E-96C8-818F2440119F}"/>
              </a:ext>
            </a:extLst>
          </p:cNvPr>
          <p:cNvSpPr>
            <a:spLocks noGrp="1"/>
          </p:cNvSpPr>
          <p:nvPr>
            <p:ph type="body" sz="quarter" idx="10"/>
          </p:nvPr>
        </p:nvSpPr>
        <p:spPr>
          <a:xfrm>
            <a:off x="2167377" y="2419728"/>
            <a:ext cx="10996173" cy="799722"/>
          </a:xfrm>
        </p:spPr>
        <p:txBody>
          <a:bodyPr/>
          <a:lstStyle/>
          <a:p>
            <a:endParaRPr lang="en-US" dirty="0"/>
          </a:p>
        </p:txBody>
      </p:sp>
      <p:cxnSp>
        <p:nvCxnSpPr>
          <p:cNvPr id="8" name="Straight Arrow Connector 7">
            <a:extLst>
              <a:ext uri="{FF2B5EF4-FFF2-40B4-BE49-F238E27FC236}">
                <a16:creationId xmlns:a16="http://schemas.microsoft.com/office/drawing/2014/main" id="{CF07F4B8-B69A-B10C-AE3C-0F00532AD727}"/>
              </a:ext>
            </a:extLst>
          </p:cNvPr>
          <p:cNvCxnSpPr>
            <a:cxnSpLocks/>
            <a:stCxn id="14" idx="2"/>
          </p:cNvCxnSpPr>
          <p:nvPr/>
        </p:nvCxnSpPr>
        <p:spPr>
          <a:xfrm>
            <a:off x="5372425" y="5936122"/>
            <a:ext cx="0" cy="1434848"/>
          </a:xfrm>
          <a:prstGeom prst="straightConnector1">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10" name="Straight Arrow Connector 9">
            <a:extLst>
              <a:ext uri="{FF2B5EF4-FFF2-40B4-BE49-F238E27FC236}">
                <a16:creationId xmlns:a16="http://schemas.microsoft.com/office/drawing/2014/main" id="{6F75E0B1-0802-DB8D-2104-73014BF3022D}"/>
              </a:ext>
            </a:extLst>
          </p:cNvPr>
          <p:cNvCxnSpPr>
            <a:cxnSpLocks/>
          </p:cNvCxnSpPr>
          <p:nvPr/>
        </p:nvCxnSpPr>
        <p:spPr>
          <a:xfrm>
            <a:off x="5372425" y="8775912"/>
            <a:ext cx="15073" cy="3698643"/>
          </a:xfrm>
          <a:prstGeom prst="straightConnector1">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4" name="Rectangle 13">
            <a:extLst>
              <a:ext uri="{FF2B5EF4-FFF2-40B4-BE49-F238E27FC236}">
                <a16:creationId xmlns:a16="http://schemas.microsoft.com/office/drawing/2014/main" id="{70ABFAD8-9496-4161-7699-A3BE791BA9E9}"/>
              </a:ext>
            </a:extLst>
          </p:cNvPr>
          <p:cNvSpPr/>
          <p:nvPr/>
        </p:nvSpPr>
        <p:spPr>
          <a:xfrm>
            <a:off x="3373845" y="4848645"/>
            <a:ext cx="3997159" cy="1087477"/>
          </a:xfrm>
          <a:prstGeom prst="rect">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Declare </a:t>
            </a:r>
            <a:r>
              <a:rPr lang="en-US" sz="3200" dirty="0" err="1">
                <a:solidFill>
                  <a:schemeClr val="tx1">
                    <a:lumMod val="50000"/>
                  </a:schemeClr>
                </a:solidFill>
                <a:latin typeface="+mj-lt"/>
                <a:sym typeface="Helvetica Neue Medium"/>
              </a:rPr>
              <a:t>no_left</a:t>
            </a:r>
            <a:r>
              <a:rPr lang="en-US" sz="3200" dirty="0">
                <a:solidFill>
                  <a:schemeClr val="tx1">
                    <a:lumMod val="50000"/>
                  </a:schemeClr>
                </a:solidFill>
                <a:latin typeface="+mj-lt"/>
                <a:sym typeface="Helvetica Neue Medium"/>
              </a:rPr>
              <a:t>, </a:t>
            </a:r>
            <a:r>
              <a:rPr lang="en-US" sz="3200" dirty="0" err="1">
                <a:solidFill>
                  <a:schemeClr val="tx1">
                    <a:lumMod val="50000"/>
                  </a:schemeClr>
                </a:solidFill>
                <a:latin typeface="+mj-lt"/>
                <a:sym typeface="Helvetica Neue Medium"/>
              </a:rPr>
              <a:t>no_right</a:t>
            </a:r>
            <a:r>
              <a:rPr lang="en-US" sz="3200" dirty="0">
                <a:solidFill>
                  <a:schemeClr val="tx1">
                    <a:lumMod val="50000"/>
                  </a:schemeClr>
                </a:solidFill>
                <a:latin typeface="+mj-lt"/>
                <a:sym typeface="Helvetica Neue Medium"/>
              </a:rPr>
              <a:t>, result</a:t>
            </a:r>
          </a:p>
        </p:txBody>
      </p:sp>
      <p:cxnSp>
        <p:nvCxnSpPr>
          <p:cNvPr id="16" name="Straight Arrow Connector 15">
            <a:extLst>
              <a:ext uri="{FF2B5EF4-FFF2-40B4-BE49-F238E27FC236}">
                <a16:creationId xmlns:a16="http://schemas.microsoft.com/office/drawing/2014/main" id="{5C6A2F6D-C2BB-18B6-1213-A523D0A43CA3}"/>
              </a:ext>
            </a:extLst>
          </p:cNvPr>
          <p:cNvCxnSpPr>
            <a:cxnSpLocks/>
            <a:endCxn id="14" idx="0"/>
          </p:cNvCxnSpPr>
          <p:nvPr/>
        </p:nvCxnSpPr>
        <p:spPr>
          <a:xfrm>
            <a:off x="5372425" y="3659177"/>
            <a:ext cx="0" cy="1189468"/>
          </a:xfrm>
          <a:prstGeom prst="straightConnector1">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27" name="Hexagon 26">
            <a:extLst>
              <a:ext uri="{FF2B5EF4-FFF2-40B4-BE49-F238E27FC236}">
                <a16:creationId xmlns:a16="http://schemas.microsoft.com/office/drawing/2014/main" id="{4DA87375-78BA-4D16-7AD6-BA1E163495CB}"/>
              </a:ext>
            </a:extLst>
          </p:cNvPr>
          <p:cNvSpPr/>
          <p:nvPr/>
        </p:nvSpPr>
        <p:spPr>
          <a:xfrm>
            <a:off x="3566745" y="7362179"/>
            <a:ext cx="3581214" cy="1455579"/>
          </a:xfrm>
          <a:prstGeom prst="hexagon">
            <a:avLst>
              <a:gd name="adj" fmla="val 33214"/>
              <a:gd name="vf" fmla="val 11547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For </a:t>
            </a:r>
            <a:r>
              <a:rPr lang="en-US" sz="3200" dirty="0" err="1">
                <a:solidFill>
                  <a:schemeClr val="tx1">
                    <a:lumMod val="50000"/>
                  </a:schemeClr>
                </a:solidFill>
                <a:latin typeface="+mj-lt"/>
                <a:sym typeface="Helvetica Neue Medium"/>
              </a:rPr>
              <a:t>no_left</a:t>
            </a:r>
            <a:r>
              <a:rPr lang="en-US" sz="3200" dirty="0">
                <a:solidFill>
                  <a:schemeClr val="tx1">
                    <a:lumMod val="50000"/>
                  </a:schemeClr>
                </a:solidFill>
                <a:latin typeface="+mj-lt"/>
                <a:sym typeface="Helvetica Neue Medium"/>
              </a:rPr>
              <a:t> = 1 to 5</a:t>
            </a:r>
          </a:p>
        </p:txBody>
      </p:sp>
      <p:sp>
        <p:nvSpPr>
          <p:cNvPr id="43" name="TextBox 42">
            <a:extLst>
              <a:ext uri="{FF2B5EF4-FFF2-40B4-BE49-F238E27FC236}">
                <a16:creationId xmlns:a16="http://schemas.microsoft.com/office/drawing/2014/main" id="{922BE590-91A0-5552-183E-CFF408433B78}"/>
              </a:ext>
            </a:extLst>
          </p:cNvPr>
          <p:cNvSpPr txBox="1"/>
          <p:nvPr/>
        </p:nvSpPr>
        <p:spPr>
          <a:xfrm>
            <a:off x="4590888" y="9143658"/>
            <a:ext cx="623569"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chemeClr val="bg2">
                    <a:lumMod val="10000"/>
                  </a:schemeClr>
                </a:solidFill>
                <a:effectLst/>
                <a:uFillTx/>
                <a:latin typeface="+mn-lt"/>
                <a:ea typeface="+mn-ea"/>
                <a:cs typeface="+mn-cs"/>
                <a:sym typeface="Helvetica Neue"/>
              </a:rPr>
              <a:t>Exit</a:t>
            </a:r>
          </a:p>
        </p:txBody>
      </p:sp>
      <p:sp>
        <p:nvSpPr>
          <p:cNvPr id="30" name="Hexagon 29">
            <a:extLst>
              <a:ext uri="{FF2B5EF4-FFF2-40B4-BE49-F238E27FC236}">
                <a16:creationId xmlns:a16="http://schemas.microsoft.com/office/drawing/2014/main" id="{1973B1A0-5E73-3266-8755-D5F463E0983D}"/>
              </a:ext>
            </a:extLst>
          </p:cNvPr>
          <p:cNvSpPr/>
          <p:nvPr/>
        </p:nvSpPr>
        <p:spPr>
          <a:xfrm>
            <a:off x="9407954" y="7362179"/>
            <a:ext cx="3581214" cy="1455579"/>
          </a:xfrm>
          <a:prstGeom prst="hexagon">
            <a:avLst>
              <a:gd name="adj" fmla="val 33214"/>
              <a:gd name="vf" fmla="val 11547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For </a:t>
            </a:r>
            <a:r>
              <a:rPr lang="en-US" sz="3200" dirty="0" err="1">
                <a:solidFill>
                  <a:schemeClr val="tx1">
                    <a:lumMod val="50000"/>
                  </a:schemeClr>
                </a:solidFill>
                <a:latin typeface="+mj-lt"/>
                <a:sym typeface="Helvetica Neue Medium"/>
              </a:rPr>
              <a:t>no_right</a:t>
            </a:r>
            <a:r>
              <a:rPr lang="en-US" sz="3200" dirty="0">
                <a:solidFill>
                  <a:schemeClr val="tx1">
                    <a:lumMod val="50000"/>
                  </a:schemeClr>
                </a:solidFill>
                <a:latin typeface="+mj-lt"/>
                <a:sym typeface="Helvetica Neue Medium"/>
              </a:rPr>
              <a:t> = 1 to 5</a:t>
            </a:r>
          </a:p>
        </p:txBody>
      </p:sp>
      <p:cxnSp>
        <p:nvCxnSpPr>
          <p:cNvPr id="31" name="Straight Arrow Connector 30">
            <a:extLst>
              <a:ext uri="{FF2B5EF4-FFF2-40B4-BE49-F238E27FC236}">
                <a16:creationId xmlns:a16="http://schemas.microsoft.com/office/drawing/2014/main" id="{0BAEB2BA-9CA5-9A73-04FB-40C17B58B073}"/>
              </a:ext>
            </a:extLst>
          </p:cNvPr>
          <p:cNvCxnSpPr>
            <a:cxnSpLocks/>
            <a:stCxn id="27" idx="0"/>
            <a:endCxn id="30" idx="3"/>
          </p:cNvCxnSpPr>
          <p:nvPr/>
        </p:nvCxnSpPr>
        <p:spPr>
          <a:xfrm>
            <a:off x="7147959" y="8089969"/>
            <a:ext cx="2259995" cy="0"/>
          </a:xfrm>
          <a:prstGeom prst="straightConnector1">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50" name="Connector: Elbow 49">
            <a:extLst>
              <a:ext uri="{FF2B5EF4-FFF2-40B4-BE49-F238E27FC236}">
                <a16:creationId xmlns:a16="http://schemas.microsoft.com/office/drawing/2014/main" id="{29594BB5-A604-150A-AB6E-31B3EA2388CD}"/>
              </a:ext>
            </a:extLst>
          </p:cNvPr>
          <p:cNvCxnSpPr>
            <a:cxnSpLocks/>
            <a:stCxn id="30" idx="2"/>
            <a:endCxn id="27" idx="1"/>
          </p:cNvCxnSpPr>
          <p:nvPr/>
        </p:nvCxnSpPr>
        <p:spPr>
          <a:xfrm rot="5400000">
            <a:off x="8277957" y="7204305"/>
            <a:ext cx="12700" cy="3226907"/>
          </a:xfrm>
          <a:prstGeom prst="bentConnector3">
            <a:avLst>
              <a:gd name="adj1" fmla="val 1010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53" name="TextBox 52">
            <a:extLst>
              <a:ext uri="{FF2B5EF4-FFF2-40B4-BE49-F238E27FC236}">
                <a16:creationId xmlns:a16="http://schemas.microsoft.com/office/drawing/2014/main" id="{E0E89446-E1B2-673D-288A-8FDA9C37145E}"/>
              </a:ext>
            </a:extLst>
          </p:cNvPr>
          <p:cNvSpPr txBox="1"/>
          <p:nvPr/>
        </p:nvSpPr>
        <p:spPr>
          <a:xfrm>
            <a:off x="7966171" y="9615582"/>
            <a:ext cx="623569"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chemeClr val="bg2">
                    <a:lumMod val="10000"/>
                  </a:schemeClr>
                </a:solidFill>
                <a:effectLst/>
                <a:uFillTx/>
                <a:latin typeface="+mn-lt"/>
                <a:ea typeface="+mn-ea"/>
                <a:cs typeface="+mn-cs"/>
                <a:sym typeface="Helvetica Neue"/>
              </a:rPr>
              <a:t>Exit</a:t>
            </a:r>
          </a:p>
        </p:txBody>
      </p:sp>
      <p:sp>
        <p:nvSpPr>
          <p:cNvPr id="54" name="TextBox 53">
            <a:extLst>
              <a:ext uri="{FF2B5EF4-FFF2-40B4-BE49-F238E27FC236}">
                <a16:creationId xmlns:a16="http://schemas.microsoft.com/office/drawing/2014/main" id="{12194977-FB67-8AFE-3FE4-7AB12646BB48}"/>
              </a:ext>
            </a:extLst>
          </p:cNvPr>
          <p:cNvSpPr txBox="1"/>
          <p:nvPr/>
        </p:nvSpPr>
        <p:spPr>
          <a:xfrm>
            <a:off x="7888426" y="7614870"/>
            <a:ext cx="779059"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chemeClr val="bg2">
                    <a:lumMod val="10000"/>
                  </a:schemeClr>
                </a:solidFill>
                <a:effectLst/>
                <a:uFillTx/>
                <a:latin typeface="+mn-lt"/>
                <a:ea typeface="+mn-ea"/>
                <a:cs typeface="+mn-cs"/>
                <a:sym typeface="Helvetica Neue"/>
              </a:rPr>
              <a:t>Next</a:t>
            </a:r>
          </a:p>
        </p:txBody>
      </p:sp>
      <p:cxnSp>
        <p:nvCxnSpPr>
          <p:cNvPr id="58" name="Straight Arrow Connector 57">
            <a:extLst>
              <a:ext uri="{FF2B5EF4-FFF2-40B4-BE49-F238E27FC236}">
                <a16:creationId xmlns:a16="http://schemas.microsoft.com/office/drawing/2014/main" id="{813CCF4A-2EA7-C8BA-09A3-245B5BAAFE88}"/>
              </a:ext>
            </a:extLst>
          </p:cNvPr>
          <p:cNvCxnSpPr>
            <a:cxnSpLocks/>
            <a:stCxn id="30" idx="0"/>
            <a:endCxn id="68" idx="1"/>
          </p:cNvCxnSpPr>
          <p:nvPr/>
        </p:nvCxnSpPr>
        <p:spPr>
          <a:xfrm flipV="1">
            <a:off x="12989168" y="8086794"/>
            <a:ext cx="1847783" cy="3175"/>
          </a:xfrm>
          <a:prstGeom prst="straightConnector1">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68" name="Rectangle 67">
            <a:extLst>
              <a:ext uri="{FF2B5EF4-FFF2-40B4-BE49-F238E27FC236}">
                <a16:creationId xmlns:a16="http://schemas.microsoft.com/office/drawing/2014/main" id="{188F0010-7BDE-3E49-C503-6CEAF8B33CC4}"/>
              </a:ext>
            </a:extLst>
          </p:cNvPr>
          <p:cNvSpPr/>
          <p:nvPr/>
        </p:nvSpPr>
        <p:spPr>
          <a:xfrm>
            <a:off x="14836951" y="7458240"/>
            <a:ext cx="5569920" cy="1257108"/>
          </a:xfrm>
          <a:prstGeom prst="rect">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result = </a:t>
            </a:r>
            <a:r>
              <a:rPr lang="en-US" sz="3200" dirty="0" err="1">
                <a:solidFill>
                  <a:schemeClr val="tx1">
                    <a:lumMod val="50000"/>
                  </a:schemeClr>
                </a:solidFill>
                <a:latin typeface="+mj-lt"/>
                <a:sym typeface="Helvetica Neue Medium"/>
              </a:rPr>
              <a:t>no_left</a:t>
            </a:r>
            <a:r>
              <a:rPr lang="en-US" sz="3200" dirty="0">
                <a:solidFill>
                  <a:schemeClr val="tx1">
                    <a:lumMod val="50000"/>
                  </a:schemeClr>
                </a:solidFill>
                <a:latin typeface="+mj-lt"/>
                <a:sym typeface="Helvetica Neue Medium"/>
              </a:rPr>
              <a:t> * </a:t>
            </a:r>
            <a:r>
              <a:rPr lang="en-US" sz="3200" dirty="0" err="1">
                <a:solidFill>
                  <a:schemeClr val="tx1">
                    <a:lumMod val="50000"/>
                  </a:schemeClr>
                </a:solidFill>
                <a:latin typeface="+mj-lt"/>
                <a:sym typeface="Helvetica Neue Medium"/>
              </a:rPr>
              <a:t>no_right</a:t>
            </a:r>
            <a:endParaRPr lang="en-US" sz="3200" dirty="0">
              <a:solidFill>
                <a:schemeClr val="tx1">
                  <a:lumMod val="50000"/>
                </a:schemeClr>
              </a:solidFill>
              <a:latin typeface="+mj-lt"/>
              <a:sym typeface="Helvetica Neue Medium"/>
            </a:endParaRPr>
          </a:p>
        </p:txBody>
      </p:sp>
      <p:sp>
        <p:nvSpPr>
          <p:cNvPr id="72" name="TextBox 71">
            <a:extLst>
              <a:ext uri="{FF2B5EF4-FFF2-40B4-BE49-F238E27FC236}">
                <a16:creationId xmlns:a16="http://schemas.microsoft.com/office/drawing/2014/main" id="{29D66D21-42C4-E0BA-9225-CEDD311693F4}"/>
              </a:ext>
            </a:extLst>
          </p:cNvPr>
          <p:cNvSpPr txBox="1"/>
          <p:nvPr/>
        </p:nvSpPr>
        <p:spPr>
          <a:xfrm>
            <a:off x="13340107" y="7611926"/>
            <a:ext cx="779059"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chemeClr val="bg2">
                    <a:lumMod val="10000"/>
                  </a:schemeClr>
                </a:solidFill>
                <a:effectLst/>
                <a:uFillTx/>
                <a:latin typeface="+mn-lt"/>
                <a:ea typeface="+mn-ea"/>
                <a:cs typeface="+mn-cs"/>
                <a:sym typeface="Helvetica Neue"/>
              </a:rPr>
              <a:t>Next</a:t>
            </a:r>
          </a:p>
        </p:txBody>
      </p:sp>
      <p:sp>
        <p:nvSpPr>
          <p:cNvPr id="75" name="Parallelogram 74">
            <a:extLst>
              <a:ext uri="{FF2B5EF4-FFF2-40B4-BE49-F238E27FC236}">
                <a16:creationId xmlns:a16="http://schemas.microsoft.com/office/drawing/2014/main" id="{A5035984-4974-C394-80A8-1AF2020D424B}"/>
              </a:ext>
            </a:extLst>
          </p:cNvPr>
          <p:cNvSpPr/>
          <p:nvPr/>
        </p:nvSpPr>
        <p:spPr>
          <a:xfrm>
            <a:off x="13101094" y="9834107"/>
            <a:ext cx="9041634" cy="1339890"/>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Display </a:t>
            </a:r>
            <a:r>
              <a:rPr lang="en-US" sz="3200" dirty="0" err="1">
                <a:solidFill>
                  <a:schemeClr val="tx1">
                    <a:lumMod val="50000"/>
                  </a:schemeClr>
                </a:solidFill>
                <a:latin typeface="+mj-lt"/>
                <a:sym typeface="Helvetica Neue Medium"/>
              </a:rPr>
              <a:t>no_left</a:t>
            </a:r>
            <a:r>
              <a:rPr lang="en-US" sz="3200" dirty="0">
                <a:solidFill>
                  <a:schemeClr val="tx1">
                    <a:lumMod val="50000"/>
                  </a:schemeClr>
                </a:solidFill>
                <a:latin typeface="+mj-lt"/>
                <a:sym typeface="Helvetica Neue Medium"/>
              </a:rPr>
              <a:t>, “ * “, </a:t>
            </a:r>
            <a:r>
              <a:rPr lang="en-US" sz="3200" dirty="0" err="1">
                <a:solidFill>
                  <a:schemeClr val="tx1">
                    <a:lumMod val="50000"/>
                  </a:schemeClr>
                </a:solidFill>
                <a:latin typeface="+mj-lt"/>
                <a:sym typeface="Helvetica Neue Medium"/>
              </a:rPr>
              <a:t>no_right</a:t>
            </a:r>
            <a:r>
              <a:rPr lang="en-US" sz="3200" dirty="0">
                <a:solidFill>
                  <a:schemeClr val="tx1">
                    <a:lumMod val="50000"/>
                  </a:schemeClr>
                </a:solidFill>
                <a:latin typeface="+mj-lt"/>
                <a:sym typeface="Helvetica Neue Medium"/>
              </a:rPr>
              <a:t>, “ = “, result</a:t>
            </a:r>
          </a:p>
        </p:txBody>
      </p:sp>
      <p:cxnSp>
        <p:nvCxnSpPr>
          <p:cNvPr id="80" name="Straight Arrow Connector 79">
            <a:extLst>
              <a:ext uri="{FF2B5EF4-FFF2-40B4-BE49-F238E27FC236}">
                <a16:creationId xmlns:a16="http://schemas.microsoft.com/office/drawing/2014/main" id="{33C0E7DC-1723-66EC-7B9F-6099E6DEB5CA}"/>
              </a:ext>
            </a:extLst>
          </p:cNvPr>
          <p:cNvCxnSpPr>
            <a:cxnSpLocks/>
            <a:stCxn id="68" idx="2"/>
            <a:endCxn id="75" idx="0"/>
          </p:cNvCxnSpPr>
          <p:nvPr/>
        </p:nvCxnSpPr>
        <p:spPr>
          <a:xfrm>
            <a:off x="17621911" y="8715348"/>
            <a:ext cx="0" cy="1118759"/>
          </a:xfrm>
          <a:prstGeom prst="straightConnector1">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84" name="Connector: Elbow 83">
            <a:extLst>
              <a:ext uri="{FF2B5EF4-FFF2-40B4-BE49-F238E27FC236}">
                <a16:creationId xmlns:a16="http://schemas.microsoft.com/office/drawing/2014/main" id="{87B080F0-2E12-242B-085C-2D53DF2842E6}"/>
              </a:ext>
            </a:extLst>
          </p:cNvPr>
          <p:cNvCxnSpPr>
            <a:cxnSpLocks/>
            <a:stCxn id="75" idx="4"/>
            <a:endCxn id="30" idx="1"/>
          </p:cNvCxnSpPr>
          <p:nvPr/>
        </p:nvCxnSpPr>
        <p:spPr>
          <a:xfrm rot="5400000" flipH="1">
            <a:off x="13885692" y="7437779"/>
            <a:ext cx="2356239" cy="5116199"/>
          </a:xfrm>
          <a:prstGeom prst="bentConnector3">
            <a:avLst>
              <a:gd name="adj1" fmla="val -3234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95" name="Content Placeholder 4">
            <a:extLst>
              <a:ext uri="{FF2B5EF4-FFF2-40B4-BE49-F238E27FC236}">
                <a16:creationId xmlns:a16="http://schemas.microsoft.com/office/drawing/2014/main" id="{BBC805A0-3FC5-FB19-DB5A-BC967E4DE7AE}"/>
              </a:ext>
            </a:extLst>
          </p:cNvPr>
          <p:cNvSpPr txBox="1">
            <a:spLocks/>
          </p:cNvSpPr>
          <p:nvPr/>
        </p:nvSpPr>
        <p:spPr>
          <a:xfrm>
            <a:off x="6748691" y="11132702"/>
            <a:ext cx="4779727" cy="206259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spcBef>
                <a:spcPts val="0"/>
              </a:spcBef>
              <a:buFontTx/>
              <a:buNone/>
            </a:pPr>
            <a:r>
              <a:rPr lang="en-US" sz="2800" dirty="0">
                <a:latin typeface="+mj-lt"/>
              </a:rPr>
              <a:t>The loop-back path can go either above or below the for-loop symbol, so long as it routes back to the symbol</a:t>
            </a:r>
            <a:endParaRPr lang="en-US" sz="2800" dirty="0">
              <a:solidFill>
                <a:schemeClr val="accent3">
                  <a:lumMod val="75000"/>
                </a:schemeClr>
              </a:solidFill>
              <a:latin typeface="+mj-lt"/>
            </a:endParaRPr>
          </a:p>
        </p:txBody>
      </p:sp>
      <p:sp>
        <p:nvSpPr>
          <p:cNvPr id="96" name="Arrow: Down 95">
            <a:extLst>
              <a:ext uri="{FF2B5EF4-FFF2-40B4-BE49-F238E27FC236}">
                <a16:creationId xmlns:a16="http://schemas.microsoft.com/office/drawing/2014/main" id="{98A99432-F4CD-A33D-C0EA-56E4E6D504F2}"/>
              </a:ext>
            </a:extLst>
          </p:cNvPr>
          <p:cNvSpPr/>
          <p:nvPr/>
        </p:nvSpPr>
        <p:spPr>
          <a:xfrm rot="9900694">
            <a:off x="8087741" y="10257651"/>
            <a:ext cx="830441" cy="822960"/>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97" name="Content Placeholder 4">
            <a:extLst>
              <a:ext uri="{FF2B5EF4-FFF2-40B4-BE49-F238E27FC236}">
                <a16:creationId xmlns:a16="http://schemas.microsoft.com/office/drawing/2014/main" id="{7F229F17-A15D-F68F-D9DD-96B9CDAE8B1D}"/>
              </a:ext>
            </a:extLst>
          </p:cNvPr>
          <p:cNvSpPr txBox="1">
            <a:spLocks/>
          </p:cNvSpPr>
          <p:nvPr/>
        </p:nvSpPr>
        <p:spPr>
          <a:xfrm>
            <a:off x="9010475" y="5712954"/>
            <a:ext cx="5764019" cy="5102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lnSpcReduction="10000"/>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spcBef>
                <a:spcPts val="0"/>
              </a:spcBef>
              <a:buFontTx/>
              <a:buNone/>
            </a:pPr>
            <a:r>
              <a:rPr lang="en-US" sz="2800" dirty="0">
                <a:latin typeface="+mj-lt"/>
              </a:rPr>
              <a:t>You can also stack the for-loop</a:t>
            </a:r>
            <a:endParaRPr lang="en-US" sz="2800" dirty="0">
              <a:solidFill>
                <a:schemeClr val="accent3">
                  <a:lumMod val="75000"/>
                </a:schemeClr>
              </a:solidFill>
              <a:latin typeface="+mj-lt"/>
            </a:endParaRPr>
          </a:p>
        </p:txBody>
      </p:sp>
      <p:sp>
        <p:nvSpPr>
          <p:cNvPr id="98" name="Arrow: Down 97">
            <a:extLst>
              <a:ext uri="{FF2B5EF4-FFF2-40B4-BE49-F238E27FC236}">
                <a16:creationId xmlns:a16="http://schemas.microsoft.com/office/drawing/2014/main" id="{49CFEF27-F384-1FAF-7EEA-A4B8FAF8C7BF}"/>
              </a:ext>
            </a:extLst>
          </p:cNvPr>
          <p:cNvSpPr/>
          <p:nvPr/>
        </p:nvSpPr>
        <p:spPr>
          <a:xfrm rot="1149189">
            <a:off x="11110593" y="6336689"/>
            <a:ext cx="830441" cy="822960"/>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99" name="Arrow: Down 98">
            <a:extLst>
              <a:ext uri="{FF2B5EF4-FFF2-40B4-BE49-F238E27FC236}">
                <a16:creationId xmlns:a16="http://schemas.microsoft.com/office/drawing/2014/main" id="{0285ECEF-E88C-B504-BC96-484382DA4C79}"/>
              </a:ext>
            </a:extLst>
          </p:cNvPr>
          <p:cNvSpPr/>
          <p:nvPr/>
        </p:nvSpPr>
        <p:spPr>
          <a:xfrm rot="3684707">
            <a:off x="7701401" y="5475192"/>
            <a:ext cx="830441" cy="2377440"/>
          </a:xfrm>
          <a:prstGeom prst="downArrow">
            <a:avLst/>
          </a:prstGeom>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Tree>
    <p:extLst>
      <p:ext uri="{BB962C8B-B14F-4D97-AF65-F5344CB8AC3E}">
        <p14:creationId xmlns:p14="http://schemas.microsoft.com/office/powerpoint/2010/main" val="3631269538"/>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EBC21-EEB7-E2F1-FD77-49A6622DE6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D06B65-19D0-8957-1EA1-25A48EB691D0}"/>
              </a:ext>
            </a:extLst>
          </p:cNvPr>
          <p:cNvSpPr>
            <a:spLocks noGrp="1"/>
          </p:cNvSpPr>
          <p:nvPr>
            <p:ph type="title"/>
          </p:nvPr>
        </p:nvSpPr>
        <p:spPr/>
        <p:txBody>
          <a:bodyPr>
            <a:normAutofit fontScale="90000"/>
          </a:bodyPr>
          <a:lstStyle/>
          <a:p>
            <a:r>
              <a:rPr lang="en-US" dirty="0"/>
              <a:t>iteration</a:t>
            </a:r>
          </a:p>
        </p:txBody>
      </p:sp>
      <p:sp>
        <p:nvSpPr>
          <p:cNvPr id="3" name="Text Placeholder 2">
            <a:extLst>
              <a:ext uri="{FF2B5EF4-FFF2-40B4-BE49-F238E27FC236}">
                <a16:creationId xmlns:a16="http://schemas.microsoft.com/office/drawing/2014/main" id="{2CD8DC89-FD0F-0DCA-A0A7-986EB6D4F2AC}"/>
              </a:ext>
            </a:extLst>
          </p:cNvPr>
          <p:cNvSpPr>
            <a:spLocks noGrp="1"/>
          </p:cNvSpPr>
          <p:nvPr>
            <p:ph type="body" sz="quarter" idx="10"/>
          </p:nvPr>
        </p:nvSpPr>
        <p:spPr>
          <a:xfrm>
            <a:off x="2167377" y="2419728"/>
            <a:ext cx="10996173" cy="799722"/>
          </a:xfrm>
        </p:spPr>
        <p:txBody>
          <a:bodyPr/>
          <a:lstStyle/>
          <a:p>
            <a:endParaRPr lang="en-US" dirty="0"/>
          </a:p>
        </p:txBody>
      </p:sp>
      <p:sp>
        <p:nvSpPr>
          <p:cNvPr id="29" name="Content Placeholder 4">
            <a:extLst>
              <a:ext uri="{FF2B5EF4-FFF2-40B4-BE49-F238E27FC236}">
                <a16:creationId xmlns:a16="http://schemas.microsoft.com/office/drawing/2014/main" id="{54617438-676C-0761-DB7A-416854F8B30E}"/>
              </a:ext>
            </a:extLst>
          </p:cNvPr>
          <p:cNvSpPr>
            <a:spLocks noGrp="1"/>
          </p:cNvSpPr>
          <p:nvPr>
            <p:ph sz="quarter" idx="11"/>
          </p:nvPr>
        </p:nvSpPr>
        <p:spPr>
          <a:xfrm>
            <a:off x="2167377" y="3786631"/>
            <a:ext cx="17435073" cy="9529319"/>
          </a:xfrm>
        </p:spPr>
        <p:txBody>
          <a:bodyPr>
            <a:normAutofit/>
          </a:bodyPr>
          <a:lstStyle/>
          <a:p>
            <a:pPr marL="0" indent="0">
              <a:lnSpc>
                <a:spcPct val="150000"/>
              </a:lnSpc>
              <a:buNone/>
            </a:pPr>
            <a:r>
              <a:rPr lang="en-US" sz="3200" dirty="0">
                <a:latin typeface="+mj-lt"/>
              </a:rPr>
              <a:t>Do note, however, not all iteration can be converted to for-loop.</a:t>
            </a:r>
          </a:p>
          <a:p>
            <a:pPr marL="0" indent="0">
              <a:lnSpc>
                <a:spcPct val="150000"/>
              </a:lnSpc>
              <a:buNone/>
            </a:pPr>
            <a:r>
              <a:rPr lang="en-US" sz="3200" dirty="0">
                <a:latin typeface="+mj-lt"/>
              </a:rPr>
              <a:t>For-loop </a:t>
            </a:r>
            <a:r>
              <a:rPr lang="en-US" sz="3200" b="1" dirty="0">
                <a:latin typeface="+mj-lt"/>
              </a:rPr>
              <a:t>guarantees </a:t>
            </a:r>
            <a:r>
              <a:rPr lang="en-US" sz="3200" dirty="0">
                <a:latin typeface="+mj-lt"/>
              </a:rPr>
              <a:t>the observed variable to change constantly.</a:t>
            </a:r>
          </a:p>
          <a:p>
            <a:pPr marL="0" indent="0">
              <a:lnSpc>
                <a:spcPct val="150000"/>
              </a:lnSpc>
              <a:buNone/>
            </a:pPr>
            <a:r>
              <a:rPr lang="en-US" sz="3200" dirty="0">
                <a:latin typeface="+mj-lt"/>
              </a:rPr>
              <a:t>If the observed variable is non-incremental, then it is </a:t>
            </a:r>
            <a:r>
              <a:rPr lang="en-US" sz="3200" b="1" dirty="0">
                <a:latin typeface="+mj-lt"/>
              </a:rPr>
              <a:t>impossible</a:t>
            </a:r>
            <a:r>
              <a:rPr lang="en-US" sz="3200" dirty="0">
                <a:latin typeface="+mj-lt"/>
              </a:rPr>
              <a:t> to convert it to for-loop.</a:t>
            </a:r>
          </a:p>
          <a:p>
            <a:pPr marL="0" indent="0">
              <a:lnSpc>
                <a:spcPct val="150000"/>
              </a:lnSpc>
              <a:buNone/>
            </a:pPr>
            <a:r>
              <a:rPr lang="en-US" sz="3200" dirty="0">
                <a:latin typeface="+mj-lt"/>
              </a:rPr>
              <a:t>For example:</a:t>
            </a:r>
          </a:p>
          <a:p>
            <a:pPr marL="742950">
              <a:lnSpc>
                <a:spcPct val="150000"/>
              </a:lnSpc>
              <a:spcBef>
                <a:spcPts val="0"/>
              </a:spcBef>
            </a:pPr>
            <a:r>
              <a:rPr lang="en-US" sz="3200" dirty="0">
                <a:latin typeface="+mj-lt"/>
              </a:rPr>
              <a:t>You can’t iterate over password input from the user.</a:t>
            </a:r>
          </a:p>
          <a:p>
            <a:pPr marL="742950">
              <a:lnSpc>
                <a:spcPct val="150000"/>
              </a:lnSpc>
              <a:spcBef>
                <a:spcPts val="0"/>
              </a:spcBef>
            </a:pPr>
            <a:r>
              <a:rPr lang="en-US" sz="3200" dirty="0">
                <a:latin typeface="+mj-lt"/>
              </a:rPr>
              <a:t>When playing a health-based game, you don’t </a:t>
            </a:r>
            <a:r>
              <a:rPr lang="en-US" sz="3200" u="sng" dirty="0">
                <a:latin typeface="+mj-lt"/>
              </a:rPr>
              <a:t>usually</a:t>
            </a:r>
            <a:r>
              <a:rPr lang="en-US" sz="3200" dirty="0">
                <a:latin typeface="+mj-lt"/>
              </a:rPr>
              <a:t> iterate over health count because each turn does not guarantee health loss.</a:t>
            </a:r>
          </a:p>
          <a:p>
            <a:pPr marL="742950">
              <a:lnSpc>
                <a:spcPct val="150000"/>
              </a:lnSpc>
              <a:spcBef>
                <a:spcPts val="0"/>
              </a:spcBef>
            </a:pPr>
            <a:r>
              <a:rPr lang="en-US" sz="3200" dirty="0">
                <a:latin typeface="+mj-lt"/>
              </a:rPr>
              <a:t>Reading arbitrary files with no constrained file size means the file length can vary; therefore hard-rule is not possible.</a:t>
            </a:r>
          </a:p>
          <a:p>
            <a:pPr marL="742950">
              <a:lnSpc>
                <a:spcPct val="150000"/>
              </a:lnSpc>
              <a:spcBef>
                <a:spcPts val="0"/>
              </a:spcBef>
            </a:pPr>
            <a:endParaRPr lang="en-US" sz="3200" dirty="0">
              <a:latin typeface="+mj-lt"/>
            </a:endParaRPr>
          </a:p>
          <a:p>
            <a:pPr marL="742950">
              <a:lnSpc>
                <a:spcPct val="150000"/>
              </a:lnSpc>
              <a:spcBef>
                <a:spcPts val="0"/>
              </a:spcBef>
            </a:pPr>
            <a:endParaRPr lang="en-US" sz="3200" dirty="0">
              <a:latin typeface="+mj-lt"/>
            </a:endParaRPr>
          </a:p>
          <a:p>
            <a:pPr marL="0" indent="0">
              <a:lnSpc>
                <a:spcPct val="150000"/>
              </a:lnSpc>
              <a:buNone/>
            </a:pPr>
            <a:endParaRPr lang="en-US" sz="3200" dirty="0">
              <a:latin typeface="+mj-lt"/>
            </a:endParaRPr>
          </a:p>
        </p:txBody>
      </p:sp>
    </p:spTree>
    <p:extLst>
      <p:ext uri="{BB962C8B-B14F-4D97-AF65-F5344CB8AC3E}">
        <p14:creationId xmlns:p14="http://schemas.microsoft.com/office/powerpoint/2010/main" val="7278008"/>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274DB-4CF9-1A95-7C50-5D77EC7598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6C8F25-2111-B77C-0FF2-06402B63EC12}"/>
              </a:ext>
            </a:extLst>
          </p:cNvPr>
          <p:cNvSpPr>
            <a:spLocks noGrp="1"/>
          </p:cNvSpPr>
          <p:nvPr>
            <p:ph type="title"/>
          </p:nvPr>
        </p:nvSpPr>
        <p:spPr/>
        <p:txBody>
          <a:bodyPr>
            <a:normAutofit fontScale="90000"/>
          </a:bodyPr>
          <a:lstStyle/>
          <a:p>
            <a:r>
              <a:rPr lang="en-US" dirty="0"/>
              <a:t>Connector</a:t>
            </a:r>
          </a:p>
        </p:txBody>
      </p:sp>
      <p:sp>
        <p:nvSpPr>
          <p:cNvPr id="3" name="Text Placeholder 2">
            <a:extLst>
              <a:ext uri="{FF2B5EF4-FFF2-40B4-BE49-F238E27FC236}">
                <a16:creationId xmlns:a16="http://schemas.microsoft.com/office/drawing/2014/main" id="{8240F098-0656-02DF-C8EE-2C4732DD12B5}"/>
              </a:ext>
            </a:extLst>
          </p:cNvPr>
          <p:cNvSpPr>
            <a:spLocks noGrp="1"/>
          </p:cNvSpPr>
          <p:nvPr>
            <p:ph type="body" sz="quarter" idx="10"/>
          </p:nvPr>
        </p:nvSpPr>
        <p:spPr>
          <a:xfrm>
            <a:off x="2167377" y="2419728"/>
            <a:ext cx="10996173" cy="799722"/>
          </a:xfrm>
        </p:spPr>
        <p:txBody>
          <a:bodyPr/>
          <a:lstStyle/>
          <a:p>
            <a:endParaRPr lang="en-US" dirty="0"/>
          </a:p>
        </p:txBody>
      </p:sp>
      <p:sp>
        <p:nvSpPr>
          <p:cNvPr id="29" name="Content Placeholder 4">
            <a:extLst>
              <a:ext uri="{FF2B5EF4-FFF2-40B4-BE49-F238E27FC236}">
                <a16:creationId xmlns:a16="http://schemas.microsoft.com/office/drawing/2014/main" id="{AB1D109C-5015-6D29-01A6-87C98E1BC06F}"/>
              </a:ext>
            </a:extLst>
          </p:cNvPr>
          <p:cNvSpPr>
            <a:spLocks noGrp="1"/>
          </p:cNvSpPr>
          <p:nvPr>
            <p:ph sz="quarter" idx="11"/>
          </p:nvPr>
        </p:nvSpPr>
        <p:spPr>
          <a:xfrm>
            <a:off x="2167377" y="3786631"/>
            <a:ext cx="20749773" cy="9529319"/>
          </a:xfrm>
        </p:spPr>
        <p:txBody>
          <a:bodyPr>
            <a:normAutofit/>
          </a:bodyPr>
          <a:lstStyle/>
          <a:p>
            <a:pPr marL="0" indent="0">
              <a:lnSpc>
                <a:spcPct val="150000"/>
              </a:lnSpc>
              <a:buNone/>
            </a:pPr>
            <a:r>
              <a:rPr lang="en-US" sz="3200" dirty="0">
                <a:latin typeface="+mj-lt"/>
              </a:rPr>
              <a:t>When the space is barely enough, connector can help.</a:t>
            </a:r>
          </a:p>
          <a:p>
            <a:pPr marL="0" indent="0">
              <a:lnSpc>
                <a:spcPct val="150000"/>
              </a:lnSpc>
              <a:buNone/>
            </a:pPr>
            <a:r>
              <a:rPr lang="en-US" sz="3200" dirty="0">
                <a:latin typeface="+mj-lt"/>
              </a:rPr>
              <a:t>There are two kind of connector – on-page connector (usually just called connector) and off-page connector.</a:t>
            </a:r>
          </a:p>
        </p:txBody>
      </p:sp>
      <p:sp>
        <p:nvSpPr>
          <p:cNvPr id="4" name="Flowchart: Off-page Connector 3">
            <a:extLst>
              <a:ext uri="{FF2B5EF4-FFF2-40B4-BE49-F238E27FC236}">
                <a16:creationId xmlns:a16="http://schemas.microsoft.com/office/drawing/2014/main" id="{15766B16-7187-3832-AF06-7787941880D0}"/>
              </a:ext>
            </a:extLst>
          </p:cNvPr>
          <p:cNvSpPr/>
          <p:nvPr/>
        </p:nvSpPr>
        <p:spPr>
          <a:xfrm>
            <a:off x="15054643" y="8726098"/>
            <a:ext cx="1262392" cy="1197203"/>
          </a:xfrm>
          <a:prstGeom prst="flowChartOffpageConnector">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a:t>
            </a:r>
          </a:p>
        </p:txBody>
      </p:sp>
      <p:sp>
        <p:nvSpPr>
          <p:cNvPr id="5" name="TextBox 4">
            <a:extLst>
              <a:ext uri="{FF2B5EF4-FFF2-40B4-BE49-F238E27FC236}">
                <a16:creationId xmlns:a16="http://schemas.microsoft.com/office/drawing/2014/main" id="{2ABA345B-3FD0-2129-3B9E-776AAF2F3611}"/>
              </a:ext>
            </a:extLst>
          </p:cNvPr>
          <p:cNvSpPr txBox="1"/>
          <p:nvPr/>
        </p:nvSpPr>
        <p:spPr>
          <a:xfrm>
            <a:off x="7925466" y="7619605"/>
            <a:ext cx="3840795"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sz="3200" dirty="0">
                <a:solidFill>
                  <a:schemeClr val="tx1">
                    <a:lumMod val="50000"/>
                  </a:schemeClr>
                </a:solidFill>
              </a:rPr>
              <a:t>On-Page </a:t>
            </a:r>
            <a:r>
              <a:rPr kumimoji="0" lang="en-US" sz="3200" b="0" i="0" u="none" strike="noStrike" cap="none" spc="0" normalizeH="0" baseline="0" dirty="0">
                <a:ln>
                  <a:noFill/>
                </a:ln>
                <a:solidFill>
                  <a:schemeClr val="tx1">
                    <a:lumMod val="50000"/>
                  </a:schemeClr>
                </a:solidFill>
                <a:effectLst/>
                <a:uFillTx/>
                <a:latin typeface="+mn-lt"/>
                <a:ea typeface="+mn-ea"/>
                <a:cs typeface="+mn-cs"/>
                <a:sym typeface="Helvetica Neue"/>
              </a:rPr>
              <a:t>Connector</a:t>
            </a:r>
          </a:p>
        </p:txBody>
      </p:sp>
      <p:sp>
        <p:nvSpPr>
          <p:cNvPr id="6" name="TextBox 5">
            <a:extLst>
              <a:ext uri="{FF2B5EF4-FFF2-40B4-BE49-F238E27FC236}">
                <a16:creationId xmlns:a16="http://schemas.microsoft.com/office/drawing/2014/main" id="{A5E6BC84-77F1-BFA9-BAFD-2DFEAA2AE1AB}"/>
              </a:ext>
            </a:extLst>
          </p:cNvPr>
          <p:cNvSpPr txBox="1"/>
          <p:nvPr/>
        </p:nvSpPr>
        <p:spPr>
          <a:xfrm>
            <a:off x="13751816" y="7619605"/>
            <a:ext cx="3868047"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3200" b="0" i="0" u="none" strike="noStrike" cap="none" spc="0" normalizeH="0" baseline="0" dirty="0">
                <a:ln>
                  <a:noFill/>
                </a:ln>
                <a:solidFill>
                  <a:schemeClr val="tx1">
                    <a:lumMod val="50000"/>
                  </a:schemeClr>
                </a:solidFill>
                <a:effectLst/>
                <a:uFillTx/>
                <a:latin typeface="+mn-lt"/>
                <a:ea typeface="+mn-ea"/>
                <a:cs typeface="+mn-cs"/>
                <a:sym typeface="Helvetica Neue"/>
              </a:rPr>
              <a:t>Off-Page Connector</a:t>
            </a:r>
          </a:p>
        </p:txBody>
      </p:sp>
      <p:sp>
        <p:nvSpPr>
          <p:cNvPr id="7" name="Flowchart: Connector 6">
            <a:extLst>
              <a:ext uri="{FF2B5EF4-FFF2-40B4-BE49-F238E27FC236}">
                <a16:creationId xmlns:a16="http://schemas.microsoft.com/office/drawing/2014/main" id="{A8EEABFB-7D66-F015-C1F2-841D9B3715C2}"/>
              </a:ext>
            </a:extLst>
          </p:cNvPr>
          <p:cNvSpPr/>
          <p:nvPr/>
        </p:nvSpPr>
        <p:spPr>
          <a:xfrm>
            <a:off x="9214667" y="8726098"/>
            <a:ext cx="1262392" cy="1197204"/>
          </a:xfrm>
          <a:prstGeom prst="flowChartConnector">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a:t>
            </a:r>
          </a:p>
        </p:txBody>
      </p:sp>
    </p:spTree>
    <p:extLst>
      <p:ext uri="{BB962C8B-B14F-4D97-AF65-F5344CB8AC3E}">
        <p14:creationId xmlns:p14="http://schemas.microsoft.com/office/powerpoint/2010/main" val="1639075705"/>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124D6-E889-7464-6740-0D40F77440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941E25-E4CF-7945-428A-DBFF54E53BB2}"/>
              </a:ext>
            </a:extLst>
          </p:cNvPr>
          <p:cNvSpPr>
            <a:spLocks noGrp="1"/>
          </p:cNvSpPr>
          <p:nvPr>
            <p:ph type="title"/>
          </p:nvPr>
        </p:nvSpPr>
        <p:spPr/>
        <p:txBody>
          <a:bodyPr>
            <a:normAutofit fontScale="90000"/>
          </a:bodyPr>
          <a:lstStyle/>
          <a:p>
            <a:r>
              <a:rPr lang="en-US" dirty="0"/>
              <a:t>Connector</a:t>
            </a:r>
          </a:p>
        </p:txBody>
      </p:sp>
      <p:sp>
        <p:nvSpPr>
          <p:cNvPr id="3" name="Text Placeholder 2">
            <a:extLst>
              <a:ext uri="{FF2B5EF4-FFF2-40B4-BE49-F238E27FC236}">
                <a16:creationId xmlns:a16="http://schemas.microsoft.com/office/drawing/2014/main" id="{506D19DA-D17E-CB87-8E3F-5D1949BE68B1}"/>
              </a:ext>
            </a:extLst>
          </p:cNvPr>
          <p:cNvSpPr>
            <a:spLocks noGrp="1"/>
          </p:cNvSpPr>
          <p:nvPr>
            <p:ph type="body" sz="quarter" idx="10"/>
          </p:nvPr>
        </p:nvSpPr>
        <p:spPr>
          <a:xfrm>
            <a:off x="2167377" y="2419728"/>
            <a:ext cx="10996173" cy="799722"/>
          </a:xfrm>
        </p:spPr>
        <p:txBody>
          <a:bodyPr/>
          <a:lstStyle/>
          <a:p>
            <a:endParaRPr lang="en-US" dirty="0"/>
          </a:p>
        </p:txBody>
      </p:sp>
      <p:sp>
        <p:nvSpPr>
          <p:cNvPr id="29" name="Content Placeholder 4">
            <a:extLst>
              <a:ext uri="{FF2B5EF4-FFF2-40B4-BE49-F238E27FC236}">
                <a16:creationId xmlns:a16="http://schemas.microsoft.com/office/drawing/2014/main" id="{9E0F3733-4B9C-C809-00D3-5D7A924CA499}"/>
              </a:ext>
            </a:extLst>
          </p:cNvPr>
          <p:cNvSpPr>
            <a:spLocks noGrp="1"/>
          </p:cNvSpPr>
          <p:nvPr>
            <p:ph sz="quarter" idx="11"/>
          </p:nvPr>
        </p:nvSpPr>
        <p:spPr>
          <a:xfrm>
            <a:off x="2167377" y="3786630"/>
            <a:ext cx="6441619" cy="9053069"/>
          </a:xfrm>
        </p:spPr>
        <p:txBody>
          <a:bodyPr>
            <a:normAutofit fontScale="92500"/>
          </a:bodyPr>
          <a:lstStyle/>
          <a:p>
            <a:pPr marL="0" indent="0">
              <a:lnSpc>
                <a:spcPct val="150000"/>
              </a:lnSpc>
              <a:buNone/>
            </a:pPr>
            <a:r>
              <a:rPr lang="en-US" sz="3200" dirty="0">
                <a:latin typeface="+mj-lt"/>
              </a:rPr>
              <a:t>Use connector to flow to another point on the same page. A circle is drawn with label written inside.</a:t>
            </a:r>
          </a:p>
          <a:p>
            <a:pPr marL="0" indent="0">
              <a:lnSpc>
                <a:spcPct val="150000"/>
              </a:lnSpc>
              <a:buNone/>
            </a:pPr>
            <a:r>
              <a:rPr lang="en-US" sz="3200" dirty="0">
                <a:latin typeface="+mj-lt"/>
              </a:rPr>
              <a:t>The label can be a letter or number, and a page can have multiple connector.</a:t>
            </a:r>
          </a:p>
          <a:p>
            <a:pPr marL="0" indent="0">
              <a:lnSpc>
                <a:spcPct val="150000"/>
              </a:lnSpc>
              <a:buNone/>
            </a:pPr>
            <a:r>
              <a:rPr lang="en-US" sz="3200" dirty="0">
                <a:latin typeface="+mj-lt"/>
              </a:rPr>
              <a:t>A connector label is </a:t>
            </a:r>
            <a:r>
              <a:rPr lang="en-US" sz="3200" b="1" dirty="0">
                <a:latin typeface="+mj-lt"/>
              </a:rPr>
              <a:t>page-scoped</a:t>
            </a:r>
            <a:r>
              <a:rPr lang="en-US" sz="3200" dirty="0">
                <a:latin typeface="+mj-lt"/>
              </a:rPr>
              <a:t>. Meaning, the same label may be reused on a different page without conflict, as each label is bound to its own page.</a:t>
            </a:r>
          </a:p>
        </p:txBody>
      </p:sp>
      <p:sp>
        <p:nvSpPr>
          <p:cNvPr id="9" name="Parallelogram 8">
            <a:extLst>
              <a:ext uri="{FF2B5EF4-FFF2-40B4-BE49-F238E27FC236}">
                <a16:creationId xmlns:a16="http://schemas.microsoft.com/office/drawing/2014/main" id="{44A9DAC8-2CDE-72A7-655E-2EEDE096FD46}"/>
              </a:ext>
            </a:extLst>
          </p:cNvPr>
          <p:cNvSpPr/>
          <p:nvPr/>
        </p:nvSpPr>
        <p:spPr>
          <a:xfrm>
            <a:off x="8985709" y="6231113"/>
            <a:ext cx="4176418" cy="1413510"/>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Display “What’s your name?”</a:t>
            </a:r>
          </a:p>
        </p:txBody>
      </p:sp>
      <p:sp>
        <p:nvSpPr>
          <p:cNvPr id="10" name="Rectangle: Rounded Corners 9">
            <a:extLst>
              <a:ext uri="{FF2B5EF4-FFF2-40B4-BE49-F238E27FC236}">
                <a16:creationId xmlns:a16="http://schemas.microsoft.com/office/drawing/2014/main" id="{2AE236CD-3FE2-4211-C9A4-CAD12D1608C2}"/>
              </a:ext>
            </a:extLst>
          </p:cNvPr>
          <p:cNvSpPr/>
          <p:nvPr/>
        </p:nvSpPr>
        <p:spPr>
          <a:xfrm>
            <a:off x="9992206" y="4755767"/>
            <a:ext cx="2163418" cy="791628"/>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Start</a:t>
            </a:r>
          </a:p>
        </p:txBody>
      </p:sp>
      <p:sp>
        <p:nvSpPr>
          <p:cNvPr id="11" name="Parallelogram 10">
            <a:extLst>
              <a:ext uri="{FF2B5EF4-FFF2-40B4-BE49-F238E27FC236}">
                <a16:creationId xmlns:a16="http://schemas.microsoft.com/office/drawing/2014/main" id="{E0A485D6-817A-2544-0222-4AA47441D6C6}"/>
              </a:ext>
            </a:extLst>
          </p:cNvPr>
          <p:cNvSpPr/>
          <p:nvPr/>
        </p:nvSpPr>
        <p:spPr>
          <a:xfrm>
            <a:off x="9122534" y="8374201"/>
            <a:ext cx="3902765" cy="744657"/>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Input name</a:t>
            </a:r>
          </a:p>
        </p:txBody>
      </p:sp>
      <p:cxnSp>
        <p:nvCxnSpPr>
          <p:cNvPr id="13" name="Connector: Elbow 12">
            <a:extLst>
              <a:ext uri="{FF2B5EF4-FFF2-40B4-BE49-F238E27FC236}">
                <a16:creationId xmlns:a16="http://schemas.microsoft.com/office/drawing/2014/main" id="{D6D55030-EC4F-FC00-69A5-36B431D9BFF8}"/>
              </a:ext>
            </a:extLst>
          </p:cNvPr>
          <p:cNvCxnSpPr>
            <a:cxnSpLocks/>
            <a:stCxn id="10" idx="2"/>
            <a:endCxn id="9" idx="0"/>
          </p:cNvCxnSpPr>
          <p:nvPr/>
        </p:nvCxnSpPr>
        <p:spPr>
          <a:xfrm rot="16200000" flipH="1">
            <a:off x="10732057" y="5889252"/>
            <a:ext cx="683718" cy="3"/>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14" name="Connector: Elbow 13">
            <a:extLst>
              <a:ext uri="{FF2B5EF4-FFF2-40B4-BE49-F238E27FC236}">
                <a16:creationId xmlns:a16="http://schemas.microsoft.com/office/drawing/2014/main" id="{762DE462-29D9-CCBE-9F27-DB7D3E142525}"/>
              </a:ext>
            </a:extLst>
          </p:cNvPr>
          <p:cNvCxnSpPr>
            <a:cxnSpLocks/>
            <a:stCxn id="9" idx="4"/>
            <a:endCxn id="11" idx="0"/>
          </p:cNvCxnSpPr>
          <p:nvPr/>
        </p:nvCxnSpPr>
        <p:spPr>
          <a:xfrm rot="5400000">
            <a:off x="10709129" y="8009412"/>
            <a:ext cx="729578"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20" name="Rectangle: Rounded Corners 19">
            <a:extLst>
              <a:ext uri="{FF2B5EF4-FFF2-40B4-BE49-F238E27FC236}">
                <a16:creationId xmlns:a16="http://schemas.microsoft.com/office/drawing/2014/main" id="{9A8679F5-AC67-9C61-8586-8AFD89BF661A}"/>
              </a:ext>
            </a:extLst>
          </p:cNvPr>
          <p:cNvSpPr/>
          <p:nvPr/>
        </p:nvSpPr>
        <p:spPr>
          <a:xfrm>
            <a:off x="19792574" y="11505542"/>
            <a:ext cx="2163418" cy="791628"/>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End</a:t>
            </a:r>
          </a:p>
        </p:txBody>
      </p:sp>
      <p:sp>
        <p:nvSpPr>
          <p:cNvPr id="21" name="Parallelogram 20">
            <a:extLst>
              <a:ext uri="{FF2B5EF4-FFF2-40B4-BE49-F238E27FC236}">
                <a16:creationId xmlns:a16="http://schemas.microsoft.com/office/drawing/2014/main" id="{12E30005-7503-4A66-EC1D-A3E0CC8B8C66}"/>
              </a:ext>
            </a:extLst>
          </p:cNvPr>
          <p:cNvSpPr/>
          <p:nvPr/>
        </p:nvSpPr>
        <p:spPr>
          <a:xfrm>
            <a:off x="13812488" y="6780811"/>
            <a:ext cx="3902765" cy="1424027"/>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Display “Hello “, name</a:t>
            </a:r>
          </a:p>
        </p:txBody>
      </p:sp>
      <p:sp>
        <p:nvSpPr>
          <p:cNvPr id="23" name="Flowchart: Connector 22">
            <a:extLst>
              <a:ext uri="{FF2B5EF4-FFF2-40B4-BE49-F238E27FC236}">
                <a16:creationId xmlns:a16="http://schemas.microsoft.com/office/drawing/2014/main" id="{7C1917A7-B48C-0C40-2E29-4508CA360D70}"/>
              </a:ext>
            </a:extLst>
          </p:cNvPr>
          <p:cNvSpPr/>
          <p:nvPr/>
        </p:nvSpPr>
        <p:spPr>
          <a:xfrm>
            <a:off x="10442718" y="9929140"/>
            <a:ext cx="1262392" cy="1197204"/>
          </a:xfrm>
          <a:prstGeom prst="flowChartConnector">
            <a:avLst/>
          </a:prstGeom>
          <a:ln w="76200">
            <a:solidFill>
              <a:schemeClr val="accent3">
                <a:lumMod val="75000"/>
              </a:scheme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A</a:t>
            </a:r>
          </a:p>
        </p:txBody>
      </p:sp>
      <p:sp>
        <p:nvSpPr>
          <p:cNvPr id="25" name="Flowchart: Connector 24">
            <a:extLst>
              <a:ext uri="{FF2B5EF4-FFF2-40B4-BE49-F238E27FC236}">
                <a16:creationId xmlns:a16="http://schemas.microsoft.com/office/drawing/2014/main" id="{75E50807-0B71-39AE-4285-A9AC31F7E5E9}"/>
              </a:ext>
            </a:extLst>
          </p:cNvPr>
          <p:cNvSpPr/>
          <p:nvPr/>
        </p:nvSpPr>
        <p:spPr>
          <a:xfrm>
            <a:off x="15132676" y="4755767"/>
            <a:ext cx="1262392" cy="1197204"/>
          </a:xfrm>
          <a:prstGeom prst="flowChartConnector">
            <a:avLst/>
          </a:prstGeom>
          <a:ln w="76200">
            <a:solidFill>
              <a:schemeClr val="accent3">
                <a:lumMod val="75000"/>
              </a:scheme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A</a:t>
            </a:r>
          </a:p>
        </p:txBody>
      </p:sp>
      <p:cxnSp>
        <p:nvCxnSpPr>
          <p:cNvPr id="26" name="Connector: Elbow 25">
            <a:extLst>
              <a:ext uri="{FF2B5EF4-FFF2-40B4-BE49-F238E27FC236}">
                <a16:creationId xmlns:a16="http://schemas.microsoft.com/office/drawing/2014/main" id="{BC6E0626-87C5-8F30-15B4-6AB1EF9D04D4}"/>
              </a:ext>
            </a:extLst>
          </p:cNvPr>
          <p:cNvCxnSpPr>
            <a:cxnSpLocks/>
            <a:stCxn id="25" idx="4"/>
            <a:endCxn id="21" idx="0"/>
          </p:cNvCxnSpPr>
          <p:nvPr/>
        </p:nvCxnSpPr>
        <p:spPr>
          <a:xfrm rot="5400000">
            <a:off x="15349952" y="6366891"/>
            <a:ext cx="827840"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37" name="Parallelogram 36">
            <a:extLst>
              <a:ext uri="{FF2B5EF4-FFF2-40B4-BE49-F238E27FC236}">
                <a16:creationId xmlns:a16="http://schemas.microsoft.com/office/drawing/2014/main" id="{BF4C9DEA-449C-B66F-81B7-17C685956B4B}"/>
              </a:ext>
            </a:extLst>
          </p:cNvPr>
          <p:cNvSpPr/>
          <p:nvPr/>
        </p:nvSpPr>
        <p:spPr>
          <a:xfrm>
            <a:off x="13812487" y="9217127"/>
            <a:ext cx="3902765" cy="1424027"/>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Display “Tell me your age”</a:t>
            </a:r>
          </a:p>
        </p:txBody>
      </p:sp>
      <p:cxnSp>
        <p:nvCxnSpPr>
          <p:cNvPr id="38" name="Connector: Elbow 37">
            <a:extLst>
              <a:ext uri="{FF2B5EF4-FFF2-40B4-BE49-F238E27FC236}">
                <a16:creationId xmlns:a16="http://schemas.microsoft.com/office/drawing/2014/main" id="{BA3B6A0D-5FC3-951A-E8A5-98232E1FCDF1}"/>
              </a:ext>
            </a:extLst>
          </p:cNvPr>
          <p:cNvCxnSpPr>
            <a:cxnSpLocks/>
            <a:stCxn id="21" idx="4"/>
            <a:endCxn id="37" idx="0"/>
          </p:cNvCxnSpPr>
          <p:nvPr/>
        </p:nvCxnSpPr>
        <p:spPr>
          <a:xfrm rot="5400000">
            <a:off x="15257727" y="8710982"/>
            <a:ext cx="1012289"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43" name="Parallelogram 42">
            <a:extLst>
              <a:ext uri="{FF2B5EF4-FFF2-40B4-BE49-F238E27FC236}">
                <a16:creationId xmlns:a16="http://schemas.microsoft.com/office/drawing/2014/main" id="{19165A92-CE59-9DBA-34EC-D1CF7CCDB7AF}"/>
              </a:ext>
            </a:extLst>
          </p:cNvPr>
          <p:cNvSpPr/>
          <p:nvPr/>
        </p:nvSpPr>
        <p:spPr>
          <a:xfrm>
            <a:off x="18922899" y="6828995"/>
            <a:ext cx="3902765" cy="744657"/>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Input age</a:t>
            </a:r>
          </a:p>
        </p:txBody>
      </p:sp>
      <p:sp>
        <p:nvSpPr>
          <p:cNvPr id="46" name="Parallelogram 45">
            <a:extLst>
              <a:ext uri="{FF2B5EF4-FFF2-40B4-BE49-F238E27FC236}">
                <a16:creationId xmlns:a16="http://schemas.microsoft.com/office/drawing/2014/main" id="{11CE17F2-6CAB-8F32-A047-96C3962D255E}"/>
              </a:ext>
            </a:extLst>
          </p:cNvPr>
          <p:cNvSpPr/>
          <p:nvPr/>
        </p:nvSpPr>
        <p:spPr>
          <a:xfrm>
            <a:off x="18595771" y="8746529"/>
            <a:ext cx="4557020" cy="1402993"/>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Display “You are &lt;age&gt; years old”</a:t>
            </a:r>
          </a:p>
        </p:txBody>
      </p:sp>
      <p:sp>
        <p:nvSpPr>
          <p:cNvPr id="48" name="Flowchart: Connector 47">
            <a:extLst>
              <a:ext uri="{FF2B5EF4-FFF2-40B4-BE49-F238E27FC236}">
                <a16:creationId xmlns:a16="http://schemas.microsoft.com/office/drawing/2014/main" id="{1035966D-04A7-36BB-520F-82268B915B47}"/>
              </a:ext>
            </a:extLst>
          </p:cNvPr>
          <p:cNvSpPr/>
          <p:nvPr/>
        </p:nvSpPr>
        <p:spPr>
          <a:xfrm>
            <a:off x="20336169" y="4755767"/>
            <a:ext cx="1262392" cy="1197204"/>
          </a:xfrm>
          <a:prstGeom prst="flowChartConnector">
            <a:avLst/>
          </a:prstGeom>
          <a:ln w="7620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B</a:t>
            </a:r>
          </a:p>
        </p:txBody>
      </p:sp>
      <p:sp>
        <p:nvSpPr>
          <p:cNvPr id="53" name="Flowchart: Connector 52">
            <a:extLst>
              <a:ext uri="{FF2B5EF4-FFF2-40B4-BE49-F238E27FC236}">
                <a16:creationId xmlns:a16="http://schemas.microsoft.com/office/drawing/2014/main" id="{C3B1965E-60AA-E5E8-7A9A-6D644573BE7E}"/>
              </a:ext>
            </a:extLst>
          </p:cNvPr>
          <p:cNvSpPr/>
          <p:nvPr/>
        </p:nvSpPr>
        <p:spPr>
          <a:xfrm>
            <a:off x="15132677" y="11501404"/>
            <a:ext cx="1262392" cy="1197204"/>
          </a:xfrm>
          <a:prstGeom prst="flowChartConnector">
            <a:avLst/>
          </a:prstGeom>
          <a:ln w="7620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B</a:t>
            </a:r>
          </a:p>
        </p:txBody>
      </p:sp>
      <p:cxnSp>
        <p:nvCxnSpPr>
          <p:cNvPr id="56" name="Connector: Elbow 55">
            <a:extLst>
              <a:ext uri="{FF2B5EF4-FFF2-40B4-BE49-F238E27FC236}">
                <a16:creationId xmlns:a16="http://schemas.microsoft.com/office/drawing/2014/main" id="{7B60191E-85AE-31EF-C3C5-6DCB096D7794}"/>
              </a:ext>
            </a:extLst>
          </p:cNvPr>
          <p:cNvCxnSpPr>
            <a:cxnSpLocks/>
            <a:stCxn id="11" idx="4"/>
            <a:endCxn id="23" idx="0"/>
          </p:cNvCxnSpPr>
          <p:nvPr/>
        </p:nvCxnSpPr>
        <p:spPr>
          <a:xfrm rot="5400000">
            <a:off x="10668775" y="9523998"/>
            <a:ext cx="810282" cy="3"/>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66" name="Connector: Elbow 65">
            <a:extLst>
              <a:ext uri="{FF2B5EF4-FFF2-40B4-BE49-F238E27FC236}">
                <a16:creationId xmlns:a16="http://schemas.microsoft.com/office/drawing/2014/main" id="{B6620688-0CD1-80DE-AD70-5EE33E17ADDA}"/>
              </a:ext>
            </a:extLst>
          </p:cNvPr>
          <p:cNvCxnSpPr>
            <a:cxnSpLocks/>
            <a:stCxn id="37" idx="4"/>
            <a:endCxn id="53" idx="0"/>
          </p:cNvCxnSpPr>
          <p:nvPr/>
        </p:nvCxnSpPr>
        <p:spPr>
          <a:xfrm rot="16200000" flipH="1">
            <a:off x="15333746" y="11071277"/>
            <a:ext cx="860250" cy="3"/>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71" name="Connector: Elbow 70">
            <a:extLst>
              <a:ext uri="{FF2B5EF4-FFF2-40B4-BE49-F238E27FC236}">
                <a16:creationId xmlns:a16="http://schemas.microsoft.com/office/drawing/2014/main" id="{7BEE18DF-07C3-8175-01BA-A538BDD96D06}"/>
              </a:ext>
            </a:extLst>
          </p:cNvPr>
          <p:cNvCxnSpPr>
            <a:cxnSpLocks/>
            <a:stCxn id="48" idx="4"/>
            <a:endCxn id="43" idx="1"/>
          </p:cNvCxnSpPr>
          <p:nvPr/>
        </p:nvCxnSpPr>
        <p:spPr>
          <a:xfrm rot="5400000">
            <a:off x="20529353" y="6390983"/>
            <a:ext cx="876024"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80" name="Connector: Elbow 79">
            <a:extLst>
              <a:ext uri="{FF2B5EF4-FFF2-40B4-BE49-F238E27FC236}">
                <a16:creationId xmlns:a16="http://schemas.microsoft.com/office/drawing/2014/main" id="{C9667734-9928-31F7-1858-4526F4495AD4}"/>
              </a:ext>
            </a:extLst>
          </p:cNvPr>
          <p:cNvCxnSpPr>
            <a:cxnSpLocks/>
            <a:stCxn id="43" idx="4"/>
            <a:endCxn id="46" idx="0"/>
          </p:cNvCxnSpPr>
          <p:nvPr/>
        </p:nvCxnSpPr>
        <p:spPr>
          <a:xfrm rot="5400000">
            <a:off x="20287844" y="8160090"/>
            <a:ext cx="1172877"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83" name="Connector: Elbow 82">
            <a:extLst>
              <a:ext uri="{FF2B5EF4-FFF2-40B4-BE49-F238E27FC236}">
                <a16:creationId xmlns:a16="http://schemas.microsoft.com/office/drawing/2014/main" id="{457D3B24-3B02-E5FA-D657-7FCEA83740FD}"/>
              </a:ext>
            </a:extLst>
          </p:cNvPr>
          <p:cNvCxnSpPr>
            <a:cxnSpLocks/>
            <a:stCxn id="46" idx="4"/>
            <a:endCxn id="20" idx="0"/>
          </p:cNvCxnSpPr>
          <p:nvPr/>
        </p:nvCxnSpPr>
        <p:spPr>
          <a:xfrm rot="16200000" flipH="1">
            <a:off x="20196272" y="10827531"/>
            <a:ext cx="1356020" cy="2"/>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87" name="Arrow: Down 86">
            <a:extLst>
              <a:ext uri="{FF2B5EF4-FFF2-40B4-BE49-F238E27FC236}">
                <a16:creationId xmlns:a16="http://schemas.microsoft.com/office/drawing/2014/main" id="{CD834D53-6E73-D42C-A58B-C3501404FD47}"/>
              </a:ext>
            </a:extLst>
          </p:cNvPr>
          <p:cNvSpPr/>
          <p:nvPr/>
        </p:nvSpPr>
        <p:spPr>
          <a:xfrm rot="8840024">
            <a:off x="11275411" y="11295301"/>
            <a:ext cx="830441" cy="1097280"/>
          </a:xfrm>
          <a:prstGeom prst="downArrow">
            <a:avLst/>
          </a:prstGeom>
          <a:solidFill>
            <a:schemeClr val="accent3">
              <a:lumMod val="75000"/>
            </a:schemeClr>
          </a:solidFill>
          <a:ln>
            <a:solidFill>
              <a:schemeClr val="accent3">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88" name="Arrow: Down 87">
            <a:extLst>
              <a:ext uri="{FF2B5EF4-FFF2-40B4-BE49-F238E27FC236}">
                <a16:creationId xmlns:a16="http://schemas.microsoft.com/office/drawing/2014/main" id="{CD855253-FBD1-1B07-5F87-8341FE618985}"/>
              </a:ext>
            </a:extLst>
          </p:cNvPr>
          <p:cNvSpPr/>
          <p:nvPr/>
        </p:nvSpPr>
        <p:spPr>
          <a:xfrm rot="1954522">
            <a:off x="16169901" y="3531962"/>
            <a:ext cx="830441" cy="1097280"/>
          </a:xfrm>
          <a:prstGeom prst="downArrow">
            <a:avLst/>
          </a:prstGeom>
          <a:solidFill>
            <a:schemeClr val="accent3">
              <a:lumMod val="75000"/>
            </a:schemeClr>
          </a:solidFill>
          <a:ln>
            <a:solidFill>
              <a:schemeClr val="accent3">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89" name="Arrow: Down 88">
            <a:extLst>
              <a:ext uri="{FF2B5EF4-FFF2-40B4-BE49-F238E27FC236}">
                <a16:creationId xmlns:a16="http://schemas.microsoft.com/office/drawing/2014/main" id="{2C0F0A63-12EF-3488-BFB7-25F199321A31}"/>
              </a:ext>
            </a:extLst>
          </p:cNvPr>
          <p:cNvSpPr/>
          <p:nvPr/>
        </p:nvSpPr>
        <p:spPr>
          <a:xfrm rot="1954522">
            <a:off x="21401587" y="3720138"/>
            <a:ext cx="830441" cy="1097280"/>
          </a:xfrm>
          <a:prstGeom prst="downArrow">
            <a:avLst/>
          </a:prstGeom>
          <a:solidFill>
            <a:schemeClr val="accent4">
              <a:lumMod val="75000"/>
            </a:schemeClr>
          </a:solidFill>
          <a:ln>
            <a:solidFill>
              <a:schemeClr val="accent4">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92" name="Arrow: Down 91">
            <a:extLst>
              <a:ext uri="{FF2B5EF4-FFF2-40B4-BE49-F238E27FC236}">
                <a16:creationId xmlns:a16="http://schemas.microsoft.com/office/drawing/2014/main" id="{1B4EF52F-E531-69CC-D417-60703631F82F}"/>
              </a:ext>
            </a:extLst>
          </p:cNvPr>
          <p:cNvSpPr/>
          <p:nvPr/>
        </p:nvSpPr>
        <p:spPr>
          <a:xfrm rot="6559263">
            <a:off x="16741015" y="11981275"/>
            <a:ext cx="830441" cy="1097280"/>
          </a:xfrm>
          <a:prstGeom prst="downArrow">
            <a:avLst/>
          </a:prstGeom>
          <a:solidFill>
            <a:schemeClr val="accent4">
              <a:lumMod val="75000"/>
            </a:schemeClr>
          </a:solidFill>
          <a:ln>
            <a:solidFill>
              <a:schemeClr val="accent4">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93" name="TextBox 92">
            <a:extLst>
              <a:ext uri="{FF2B5EF4-FFF2-40B4-BE49-F238E27FC236}">
                <a16:creationId xmlns:a16="http://schemas.microsoft.com/office/drawing/2014/main" id="{C8B80AAF-654A-02DE-4B1C-F656D6ECFAB0}"/>
              </a:ext>
            </a:extLst>
          </p:cNvPr>
          <p:cNvSpPr txBox="1"/>
          <p:nvPr/>
        </p:nvSpPr>
        <p:spPr>
          <a:xfrm>
            <a:off x="8574214" y="12569795"/>
            <a:ext cx="4764125"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tx1">
                    <a:lumMod val="50000"/>
                  </a:schemeClr>
                </a:solidFill>
                <a:effectLst/>
                <a:uFillTx/>
                <a:latin typeface="+mn-lt"/>
                <a:ea typeface="+mn-ea"/>
                <a:cs typeface="+mn-cs"/>
                <a:sym typeface="Helvetica Neue"/>
              </a:rPr>
              <a:t>Go to the other A connector</a:t>
            </a:r>
          </a:p>
        </p:txBody>
      </p:sp>
      <p:sp>
        <p:nvSpPr>
          <p:cNvPr id="94" name="TextBox 93">
            <a:extLst>
              <a:ext uri="{FF2B5EF4-FFF2-40B4-BE49-F238E27FC236}">
                <a16:creationId xmlns:a16="http://schemas.microsoft.com/office/drawing/2014/main" id="{2D1A9BD8-8277-1609-2012-A049E52F31F8}"/>
              </a:ext>
            </a:extLst>
          </p:cNvPr>
          <p:cNvSpPr txBox="1"/>
          <p:nvPr/>
        </p:nvSpPr>
        <p:spPr>
          <a:xfrm>
            <a:off x="13322817" y="2819589"/>
            <a:ext cx="663002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tx1">
                    <a:lumMod val="50000"/>
                  </a:schemeClr>
                </a:solidFill>
                <a:effectLst/>
                <a:uFillTx/>
                <a:latin typeface="+mn-lt"/>
                <a:ea typeface="+mn-ea"/>
                <a:cs typeface="+mn-cs"/>
                <a:sym typeface="Helvetica Neue"/>
              </a:rPr>
              <a:t>This comes from the other A connector</a:t>
            </a:r>
          </a:p>
        </p:txBody>
      </p:sp>
    </p:spTree>
    <p:extLst>
      <p:ext uri="{BB962C8B-B14F-4D97-AF65-F5344CB8AC3E}">
        <p14:creationId xmlns:p14="http://schemas.microsoft.com/office/powerpoint/2010/main" val="500323720"/>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F85FD-E557-279D-8DA2-F4393B881C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E0274F-66AA-456E-F12A-92A49C0730BE}"/>
              </a:ext>
            </a:extLst>
          </p:cNvPr>
          <p:cNvSpPr>
            <a:spLocks noGrp="1"/>
          </p:cNvSpPr>
          <p:nvPr>
            <p:ph type="title"/>
          </p:nvPr>
        </p:nvSpPr>
        <p:spPr/>
        <p:txBody>
          <a:bodyPr>
            <a:normAutofit fontScale="90000"/>
          </a:bodyPr>
          <a:lstStyle/>
          <a:p>
            <a:r>
              <a:rPr lang="en-US" dirty="0"/>
              <a:t>Connector</a:t>
            </a:r>
          </a:p>
        </p:txBody>
      </p:sp>
      <p:sp>
        <p:nvSpPr>
          <p:cNvPr id="3" name="Text Placeholder 2">
            <a:extLst>
              <a:ext uri="{FF2B5EF4-FFF2-40B4-BE49-F238E27FC236}">
                <a16:creationId xmlns:a16="http://schemas.microsoft.com/office/drawing/2014/main" id="{8E4A7C4A-D546-7543-7EB1-E37EB643FC25}"/>
              </a:ext>
            </a:extLst>
          </p:cNvPr>
          <p:cNvSpPr>
            <a:spLocks noGrp="1"/>
          </p:cNvSpPr>
          <p:nvPr>
            <p:ph type="body" sz="quarter" idx="10"/>
          </p:nvPr>
        </p:nvSpPr>
        <p:spPr>
          <a:xfrm>
            <a:off x="2167377" y="2419728"/>
            <a:ext cx="10996173" cy="799722"/>
          </a:xfrm>
        </p:spPr>
        <p:txBody>
          <a:bodyPr/>
          <a:lstStyle/>
          <a:p>
            <a:endParaRPr lang="en-US" dirty="0"/>
          </a:p>
        </p:txBody>
      </p:sp>
      <p:sp>
        <p:nvSpPr>
          <p:cNvPr id="29" name="Content Placeholder 4">
            <a:extLst>
              <a:ext uri="{FF2B5EF4-FFF2-40B4-BE49-F238E27FC236}">
                <a16:creationId xmlns:a16="http://schemas.microsoft.com/office/drawing/2014/main" id="{3B0ABD47-D9BC-B947-2E6D-34497BB7439E}"/>
              </a:ext>
            </a:extLst>
          </p:cNvPr>
          <p:cNvSpPr>
            <a:spLocks noGrp="1"/>
          </p:cNvSpPr>
          <p:nvPr>
            <p:ph sz="quarter" idx="11"/>
          </p:nvPr>
        </p:nvSpPr>
        <p:spPr>
          <a:xfrm>
            <a:off x="2167377" y="3786630"/>
            <a:ext cx="6207569" cy="9053069"/>
          </a:xfrm>
        </p:spPr>
        <p:txBody>
          <a:bodyPr>
            <a:normAutofit/>
          </a:bodyPr>
          <a:lstStyle/>
          <a:p>
            <a:pPr marL="0" indent="0">
              <a:lnSpc>
                <a:spcPct val="150000"/>
              </a:lnSpc>
              <a:buNone/>
            </a:pPr>
            <a:r>
              <a:rPr lang="en-US" sz="3200" dirty="0">
                <a:latin typeface="+mj-lt"/>
              </a:rPr>
              <a:t>Use off-page connector to flow another point onto a different page. A pentagon is used to describe an off-page connector.</a:t>
            </a:r>
          </a:p>
          <a:p>
            <a:pPr marL="0" indent="0">
              <a:lnSpc>
                <a:spcPct val="150000"/>
              </a:lnSpc>
              <a:buNone/>
            </a:pPr>
            <a:r>
              <a:rPr lang="en-US" sz="3200" dirty="0">
                <a:latin typeface="+mj-lt"/>
              </a:rPr>
              <a:t>The label can be a letter or number, and a page can have multiple off-page connector.</a:t>
            </a:r>
          </a:p>
          <a:p>
            <a:pPr marL="0" indent="0">
              <a:lnSpc>
                <a:spcPct val="150000"/>
              </a:lnSpc>
              <a:buNone/>
            </a:pPr>
            <a:r>
              <a:rPr lang="en-US" sz="3200" dirty="0">
                <a:latin typeface="+mj-lt"/>
              </a:rPr>
              <a:t>In contrast, an off-page connector label is </a:t>
            </a:r>
            <a:r>
              <a:rPr lang="en-US" sz="3200" b="1" dirty="0">
                <a:latin typeface="+mj-lt"/>
              </a:rPr>
              <a:t>document-scoped</a:t>
            </a:r>
            <a:r>
              <a:rPr lang="en-US" sz="3200" dirty="0">
                <a:latin typeface="+mj-lt"/>
              </a:rPr>
              <a:t>.</a:t>
            </a:r>
          </a:p>
          <a:p>
            <a:pPr marL="0" indent="0">
              <a:lnSpc>
                <a:spcPct val="150000"/>
              </a:lnSpc>
              <a:buNone/>
            </a:pPr>
            <a:endParaRPr lang="en-US" sz="3200" dirty="0">
              <a:latin typeface="+mj-lt"/>
            </a:endParaRPr>
          </a:p>
        </p:txBody>
      </p:sp>
      <p:sp>
        <p:nvSpPr>
          <p:cNvPr id="9" name="Parallelogram 8">
            <a:extLst>
              <a:ext uri="{FF2B5EF4-FFF2-40B4-BE49-F238E27FC236}">
                <a16:creationId xmlns:a16="http://schemas.microsoft.com/office/drawing/2014/main" id="{DBDABE46-7E14-B34E-6A60-AAB100004554}"/>
              </a:ext>
            </a:extLst>
          </p:cNvPr>
          <p:cNvSpPr/>
          <p:nvPr/>
        </p:nvSpPr>
        <p:spPr>
          <a:xfrm>
            <a:off x="9871542" y="5975972"/>
            <a:ext cx="4176418" cy="1413510"/>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Display “What’s your name?”</a:t>
            </a:r>
          </a:p>
        </p:txBody>
      </p:sp>
      <p:sp>
        <p:nvSpPr>
          <p:cNvPr id="10" name="Rectangle: Rounded Corners 9">
            <a:extLst>
              <a:ext uri="{FF2B5EF4-FFF2-40B4-BE49-F238E27FC236}">
                <a16:creationId xmlns:a16="http://schemas.microsoft.com/office/drawing/2014/main" id="{CE76A67F-8BFB-1F7A-8FD7-953ADACF6F92}"/>
              </a:ext>
            </a:extLst>
          </p:cNvPr>
          <p:cNvSpPr/>
          <p:nvPr/>
        </p:nvSpPr>
        <p:spPr>
          <a:xfrm>
            <a:off x="10878039" y="4500626"/>
            <a:ext cx="2163418" cy="791628"/>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Start</a:t>
            </a:r>
          </a:p>
        </p:txBody>
      </p:sp>
      <p:sp>
        <p:nvSpPr>
          <p:cNvPr id="11" name="Parallelogram 10">
            <a:extLst>
              <a:ext uri="{FF2B5EF4-FFF2-40B4-BE49-F238E27FC236}">
                <a16:creationId xmlns:a16="http://schemas.microsoft.com/office/drawing/2014/main" id="{2F879926-7ED7-0A2E-4C4D-764A7EA320A2}"/>
              </a:ext>
            </a:extLst>
          </p:cNvPr>
          <p:cNvSpPr/>
          <p:nvPr/>
        </p:nvSpPr>
        <p:spPr>
          <a:xfrm>
            <a:off x="10008367" y="8119060"/>
            <a:ext cx="3902765" cy="744657"/>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Input name</a:t>
            </a:r>
          </a:p>
        </p:txBody>
      </p:sp>
      <p:cxnSp>
        <p:nvCxnSpPr>
          <p:cNvPr id="13" name="Connector: Elbow 12">
            <a:extLst>
              <a:ext uri="{FF2B5EF4-FFF2-40B4-BE49-F238E27FC236}">
                <a16:creationId xmlns:a16="http://schemas.microsoft.com/office/drawing/2014/main" id="{CC1949C4-2F2C-6D4E-E500-86893479FCA1}"/>
              </a:ext>
            </a:extLst>
          </p:cNvPr>
          <p:cNvCxnSpPr>
            <a:cxnSpLocks/>
            <a:stCxn id="10" idx="2"/>
            <a:endCxn id="9" idx="0"/>
          </p:cNvCxnSpPr>
          <p:nvPr/>
        </p:nvCxnSpPr>
        <p:spPr>
          <a:xfrm rot="16200000" flipH="1">
            <a:off x="11617890" y="5634111"/>
            <a:ext cx="683718" cy="3"/>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14" name="Connector: Elbow 13">
            <a:extLst>
              <a:ext uri="{FF2B5EF4-FFF2-40B4-BE49-F238E27FC236}">
                <a16:creationId xmlns:a16="http://schemas.microsoft.com/office/drawing/2014/main" id="{7647B610-0D46-3CBE-82C3-A8D091B9AABD}"/>
              </a:ext>
            </a:extLst>
          </p:cNvPr>
          <p:cNvCxnSpPr>
            <a:cxnSpLocks/>
            <a:stCxn id="9" idx="4"/>
            <a:endCxn id="11" idx="0"/>
          </p:cNvCxnSpPr>
          <p:nvPr/>
        </p:nvCxnSpPr>
        <p:spPr>
          <a:xfrm rot="5400000">
            <a:off x="11594962" y="7754271"/>
            <a:ext cx="729578"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21" name="Parallelogram 20">
            <a:extLst>
              <a:ext uri="{FF2B5EF4-FFF2-40B4-BE49-F238E27FC236}">
                <a16:creationId xmlns:a16="http://schemas.microsoft.com/office/drawing/2014/main" id="{E92311B3-5CBA-1BE7-E92C-82B8313AE42E}"/>
              </a:ext>
            </a:extLst>
          </p:cNvPr>
          <p:cNvSpPr/>
          <p:nvPr/>
        </p:nvSpPr>
        <p:spPr>
          <a:xfrm>
            <a:off x="17277682" y="6730235"/>
            <a:ext cx="3902765" cy="1424027"/>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Display “Hello “, name</a:t>
            </a:r>
          </a:p>
        </p:txBody>
      </p:sp>
      <p:cxnSp>
        <p:nvCxnSpPr>
          <p:cNvPr id="26" name="Connector: Elbow 25">
            <a:extLst>
              <a:ext uri="{FF2B5EF4-FFF2-40B4-BE49-F238E27FC236}">
                <a16:creationId xmlns:a16="http://schemas.microsoft.com/office/drawing/2014/main" id="{D67D6634-11E3-F9B2-3915-828BA8613932}"/>
              </a:ext>
            </a:extLst>
          </p:cNvPr>
          <p:cNvCxnSpPr>
            <a:cxnSpLocks/>
            <a:stCxn id="31" idx="2"/>
            <a:endCxn id="21" idx="0"/>
          </p:cNvCxnSpPr>
          <p:nvPr/>
        </p:nvCxnSpPr>
        <p:spPr>
          <a:xfrm rot="16200000" flipH="1">
            <a:off x="18851933" y="6353102"/>
            <a:ext cx="754263" cy="2"/>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37" name="Parallelogram 36">
            <a:extLst>
              <a:ext uri="{FF2B5EF4-FFF2-40B4-BE49-F238E27FC236}">
                <a16:creationId xmlns:a16="http://schemas.microsoft.com/office/drawing/2014/main" id="{151E0AED-0043-4258-1E22-2767F01C337E}"/>
              </a:ext>
            </a:extLst>
          </p:cNvPr>
          <p:cNvSpPr/>
          <p:nvPr/>
        </p:nvSpPr>
        <p:spPr>
          <a:xfrm>
            <a:off x="17277681" y="9166551"/>
            <a:ext cx="3902765" cy="1424027"/>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Display “Tell me your age”</a:t>
            </a:r>
          </a:p>
        </p:txBody>
      </p:sp>
      <p:cxnSp>
        <p:nvCxnSpPr>
          <p:cNvPr id="38" name="Connector: Elbow 37">
            <a:extLst>
              <a:ext uri="{FF2B5EF4-FFF2-40B4-BE49-F238E27FC236}">
                <a16:creationId xmlns:a16="http://schemas.microsoft.com/office/drawing/2014/main" id="{4DC1898C-8F83-E1A6-E06E-89C16F67C022}"/>
              </a:ext>
            </a:extLst>
          </p:cNvPr>
          <p:cNvCxnSpPr>
            <a:cxnSpLocks/>
            <a:stCxn id="21" idx="4"/>
            <a:endCxn id="37" idx="0"/>
          </p:cNvCxnSpPr>
          <p:nvPr/>
        </p:nvCxnSpPr>
        <p:spPr>
          <a:xfrm rot="5400000">
            <a:off x="18722921" y="8660406"/>
            <a:ext cx="1012289"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56" name="Connector: Elbow 55">
            <a:extLst>
              <a:ext uri="{FF2B5EF4-FFF2-40B4-BE49-F238E27FC236}">
                <a16:creationId xmlns:a16="http://schemas.microsoft.com/office/drawing/2014/main" id="{E2587A6E-DAD0-DB98-CA1E-2997D6D989A6}"/>
              </a:ext>
            </a:extLst>
          </p:cNvPr>
          <p:cNvCxnSpPr>
            <a:cxnSpLocks/>
            <a:stCxn id="11" idx="4"/>
            <a:endCxn id="27" idx="0"/>
          </p:cNvCxnSpPr>
          <p:nvPr/>
        </p:nvCxnSpPr>
        <p:spPr>
          <a:xfrm rot="16200000" flipH="1">
            <a:off x="11462565" y="9360902"/>
            <a:ext cx="994373" cy="2"/>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66" name="Connector: Elbow 65">
            <a:extLst>
              <a:ext uri="{FF2B5EF4-FFF2-40B4-BE49-F238E27FC236}">
                <a16:creationId xmlns:a16="http://schemas.microsoft.com/office/drawing/2014/main" id="{F1BFCBB8-8659-B6AD-CADB-F154D38EE5ED}"/>
              </a:ext>
            </a:extLst>
          </p:cNvPr>
          <p:cNvCxnSpPr>
            <a:cxnSpLocks/>
            <a:stCxn id="37" idx="4"/>
            <a:endCxn id="19" idx="0"/>
          </p:cNvCxnSpPr>
          <p:nvPr/>
        </p:nvCxnSpPr>
        <p:spPr>
          <a:xfrm rot="16200000" flipH="1">
            <a:off x="18737653" y="11081988"/>
            <a:ext cx="982825" cy="3"/>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87" name="Arrow: Down 86">
            <a:extLst>
              <a:ext uri="{FF2B5EF4-FFF2-40B4-BE49-F238E27FC236}">
                <a16:creationId xmlns:a16="http://schemas.microsoft.com/office/drawing/2014/main" id="{D134DF2F-C99B-E658-676B-F32CE67BB351}"/>
              </a:ext>
            </a:extLst>
          </p:cNvPr>
          <p:cNvSpPr/>
          <p:nvPr/>
        </p:nvSpPr>
        <p:spPr>
          <a:xfrm rot="8133287">
            <a:off x="12470809" y="10920212"/>
            <a:ext cx="830441" cy="1097280"/>
          </a:xfrm>
          <a:prstGeom prst="downArrow">
            <a:avLst/>
          </a:prstGeom>
          <a:solidFill>
            <a:schemeClr val="accent3">
              <a:lumMod val="75000"/>
            </a:schemeClr>
          </a:solidFill>
          <a:ln>
            <a:solidFill>
              <a:schemeClr val="accent3">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88" name="Arrow: Down 87">
            <a:extLst>
              <a:ext uri="{FF2B5EF4-FFF2-40B4-BE49-F238E27FC236}">
                <a16:creationId xmlns:a16="http://schemas.microsoft.com/office/drawing/2014/main" id="{82969D0B-0B42-5B50-218E-CE5ACBF16E32}"/>
              </a:ext>
            </a:extLst>
          </p:cNvPr>
          <p:cNvSpPr/>
          <p:nvPr/>
        </p:nvSpPr>
        <p:spPr>
          <a:xfrm rot="1954522">
            <a:off x="19892219" y="3554836"/>
            <a:ext cx="830441" cy="1097280"/>
          </a:xfrm>
          <a:prstGeom prst="downArrow">
            <a:avLst/>
          </a:prstGeom>
          <a:solidFill>
            <a:schemeClr val="accent3">
              <a:lumMod val="75000"/>
            </a:schemeClr>
          </a:solidFill>
          <a:ln>
            <a:solidFill>
              <a:schemeClr val="accent3">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cxnSp>
        <p:nvCxnSpPr>
          <p:cNvPr id="6" name="Straight Connector 5">
            <a:extLst>
              <a:ext uri="{FF2B5EF4-FFF2-40B4-BE49-F238E27FC236}">
                <a16:creationId xmlns:a16="http://schemas.microsoft.com/office/drawing/2014/main" id="{5C1C1912-A072-FB20-DE6E-C6BFF8107866}"/>
              </a:ext>
            </a:extLst>
          </p:cNvPr>
          <p:cNvCxnSpPr/>
          <p:nvPr/>
        </p:nvCxnSpPr>
        <p:spPr>
          <a:xfrm>
            <a:off x="16078200" y="3582889"/>
            <a:ext cx="0" cy="9675911"/>
          </a:xfrm>
          <a:prstGeom prst="line">
            <a:avLst/>
          </a:prstGeom>
          <a:ln w="76200"/>
        </p:spPr>
        <p:style>
          <a:lnRef idx="3">
            <a:schemeClr val="dk1"/>
          </a:lnRef>
          <a:fillRef idx="0">
            <a:schemeClr val="dk1"/>
          </a:fillRef>
          <a:effectRef idx="2">
            <a:schemeClr val="dk1"/>
          </a:effectRef>
          <a:fontRef idx="minor">
            <a:schemeClr val="tx1"/>
          </a:fontRef>
        </p:style>
      </p:cxnSp>
      <p:sp>
        <p:nvSpPr>
          <p:cNvPr id="8" name="Content Placeholder 4">
            <a:extLst>
              <a:ext uri="{FF2B5EF4-FFF2-40B4-BE49-F238E27FC236}">
                <a16:creationId xmlns:a16="http://schemas.microsoft.com/office/drawing/2014/main" id="{39835630-E184-2BB2-602F-762E9FFF4764}"/>
              </a:ext>
            </a:extLst>
          </p:cNvPr>
          <p:cNvSpPr txBox="1">
            <a:spLocks/>
          </p:cNvSpPr>
          <p:nvPr/>
        </p:nvSpPr>
        <p:spPr>
          <a:xfrm>
            <a:off x="11005471" y="12895978"/>
            <a:ext cx="1861446" cy="5102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lnSpcReduction="10000"/>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spcBef>
                <a:spcPts val="0"/>
              </a:spcBef>
              <a:buFontTx/>
              <a:buNone/>
            </a:pPr>
            <a:r>
              <a:rPr lang="en-US" sz="2800" dirty="0">
                <a:latin typeface="+mj-lt"/>
              </a:rPr>
              <a:t>Page 1</a:t>
            </a:r>
            <a:endParaRPr lang="en-US" sz="2800" dirty="0">
              <a:solidFill>
                <a:schemeClr val="accent3">
                  <a:lumMod val="75000"/>
                </a:schemeClr>
              </a:solidFill>
              <a:latin typeface="+mj-lt"/>
            </a:endParaRPr>
          </a:p>
        </p:txBody>
      </p:sp>
      <p:sp>
        <p:nvSpPr>
          <p:cNvPr id="12" name="Content Placeholder 4">
            <a:extLst>
              <a:ext uri="{FF2B5EF4-FFF2-40B4-BE49-F238E27FC236}">
                <a16:creationId xmlns:a16="http://schemas.microsoft.com/office/drawing/2014/main" id="{46FD38DC-23A3-750A-F3AC-1D8C40743285}"/>
              </a:ext>
            </a:extLst>
          </p:cNvPr>
          <p:cNvSpPr txBox="1">
            <a:spLocks/>
          </p:cNvSpPr>
          <p:nvPr/>
        </p:nvSpPr>
        <p:spPr>
          <a:xfrm>
            <a:off x="18366321" y="12895978"/>
            <a:ext cx="1861446" cy="5102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lnSpcReduction="10000"/>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spcBef>
                <a:spcPts val="0"/>
              </a:spcBef>
              <a:buFontTx/>
              <a:buNone/>
            </a:pPr>
            <a:r>
              <a:rPr lang="en-US" sz="2800" dirty="0">
                <a:latin typeface="+mj-lt"/>
              </a:rPr>
              <a:t>Page 2</a:t>
            </a:r>
            <a:endParaRPr lang="en-US" sz="2800" dirty="0">
              <a:solidFill>
                <a:schemeClr val="accent3">
                  <a:lumMod val="75000"/>
                </a:schemeClr>
              </a:solidFill>
              <a:latin typeface="+mj-lt"/>
            </a:endParaRPr>
          </a:p>
        </p:txBody>
      </p:sp>
      <p:sp>
        <p:nvSpPr>
          <p:cNvPr id="19" name="Rectangle: Rounded Corners 18">
            <a:extLst>
              <a:ext uri="{FF2B5EF4-FFF2-40B4-BE49-F238E27FC236}">
                <a16:creationId xmlns:a16="http://schemas.microsoft.com/office/drawing/2014/main" id="{32FB470C-F139-BBFC-1640-0BFC57702334}"/>
              </a:ext>
            </a:extLst>
          </p:cNvPr>
          <p:cNvSpPr/>
          <p:nvPr/>
        </p:nvSpPr>
        <p:spPr>
          <a:xfrm>
            <a:off x="18147358" y="11573403"/>
            <a:ext cx="2163418" cy="791628"/>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End</a:t>
            </a:r>
          </a:p>
        </p:txBody>
      </p:sp>
      <p:sp>
        <p:nvSpPr>
          <p:cNvPr id="27" name="Flowchart: Off-page Connector 26">
            <a:extLst>
              <a:ext uri="{FF2B5EF4-FFF2-40B4-BE49-F238E27FC236}">
                <a16:creationId xmlns:a16="http://schemas.microsoft.com/office/drawing/2014/main" id="{8B66198A-F818-0C23-8EDF-32023E1B09E8}"/>
              </a:ext>
            </a:extLst>
          </p:cNvPr>
          <p:cNvSpPr/>
          <p:nvPr/>
        </p:nvSpPr>
        <p:spPr>
          <a:xfrm>
            <a:off x="11328556" y="9858090"/>
            <a:ext cx="1262392" cy="1197203"/>
          </a:xfrm>
          <a:prstGeom prst="flowChartOffpageConnector">
            <a:avLst/>
          </a:prstGeom>
          <a:ln w="76200">
            <a:solidFill>
              <a:schemeClr val="accent3">
                <a:lumMod val="75000"/>
              </a:scheme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2</a:t>
            </a:r>
          </a:p>
        </p:txBody>
      </p:sp>
      <p:sp>
        <p:nvSpPr>
          <p:cNvPr id="31" name="Flowchart: Off-page Connector 30">
            <a:extLst>
              <a:ext uri="{FF2B5EF4-FFF2-40B4-BE49-F238E27FC236}">
                <a16:creationId xmlns:a16="http://schemas.microsoft.com/office/drawing/2014/main" id="{86A937BB-CE10-7C0F-75DA-E9B95A3024C8}"/>
              </a:ext>
            </a:extLst>
          </p:cNvPr>
          <p:cNvSpPr/>
          <p:nvPr/>
        </p:nvSpPr>
        <p:spPr>
          <a:xfrm>
            <a:off x="18597867" y="4778769"/>
            <a:ext cx="1262392" cy="1197203"/>
          </a:xfrm>
          <a:prstGeom prst="flowChartOffpageConnector">
            <a:avLst/>
          </a:prstGeom>
          <a:ln w="76200">
            <a:solidFill>
              <a:schemeClr val="accent3">
                <a:lumMod val="75000"/>
              </a:scheme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1</a:t>
            </a:r>
          </a:p>
        </p:txBody>
      </p:sp>
      <p:sp>
        <p:nvSpPr>
          <p:cNvPr id="35" name="TextBox 34">
            <a:extLst>
              <a:ext uri="{FF2B5EF4-FFF2-40B4-BE49-F238E27FC236}">
                <a16:creationId xmlns:a16="http://schemas.microsoft.com/office/drawing/2014/main" id="{A13280D5-6C8F-3611-3CE8-728725F6D893}"/>
              </a:ext>
            </a:extLst>
          </p:cNvPr>
          <p:cNvSpPr txBox="1"/>
          <p:nvPr/>
        </p:nvSpPr>
        <p:spPr>
          <a:xfrm>
            <a:off x="12280148" y="12067513"/>
            <a:ext cx="2532745"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sz="3200" dirty="0">
                <a:solidFill>
                  <a:schemeClr val="tx1">
                    <a:lumMod val="50000"/>
                  </a:schemeClr>
                </a:solidFill>
              </a:rPr>
              <a:t>Go to page 2</a:t>
            </a:r>
            <a:endParaRPr kumimoji="0" lang="en-US" sz="3200" b="0" i="0" u="none" strike="noStrike" cap="none" spc="0" normalizeH="0" baseline="0" dirty="0">
              <a:ln>
                <a:noFill/>
              </a:ln>
              <a:solidFill>
                <a:schemeClr val="tx1">
                  <a:lumMod val="50000"/>
                </a:schemeClr>
              </a:solidFill>
              <a:effectLst/>
              <a:uFillTx/>
              <a:latin typeface="+mn-lt"/>
              <a:ea typeface="+mn-ea"/>
              <a:cs typeface="+mn-cs"/>
              <a:sym typeface="Helvetica Neue"/>
            </a:endParaRPr>
          </a:p>
        </p:txBody>
      </p:sp>
      <p:sp>
        <p:nvSpPr>
          <p:cNvPr id="36" name="TextBox 35">
            <a:extLst>
              <a:ext uri="{FF2B5EF4-FFF2-40B4-BE49-F238E27FC236}">
                <a16:creationId xmlns:a16="http://schemas.microsoft.com/office/drawing/2014/main" id="{C90DA471-3E46-8795-DF43-D42AA196F244}"/>
              </a:ext>
            </a:extLst>
          </p:cNvPr>
          <p:cNvSpPr txBox="1"/>
          <p:nvPr/>
        </p:nvSpPr>
        <p:spPr>
          <a:xfrm>
            <a:off x="17769389" y="2870297"/>
            <a:ext cx="5588069"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lang="en-US" sz="3200" dirty="0">
                <a:solidFill>
                  <a:schemeClr val="tx1">
                    <a:lumMod val="50000"/>
                  </a:schemeClr>
                </a:solidFill>
              </a:rPr>
              <a:t>This flow comes from page 1</a:t>
            </a:r>
            <a:endParaRPr kumimoji="0" lang="en-US" sz="3200" b="0" i="0" u="none" strike="noStrike" cap="none" spc="0" normalizeH="0" baseline="0" dirty="0">
              <a:ln>
                <a:noFill/>
              </a:ln>
              <a:solidFill>
                <a:schemeClr val="tx1">
                  <a:lumMod val="50000"/>
                </a:schemeClr>
              </a:solidFill>
              <a:effectLst/>
              <a:uFillTx/>
              <a:latin typeface="+mn-lt"/>
              <a:ea typeface="+mn-ea"/>
              <a:cs typeface="+mn-cs"/>
              <a:sym typeface="Helvetica Neue"/>
            </a:endParaRPr>
          </a:p>
        </p:txBody>
      </p:sp>
    </p:spTree>
    <p:extLst>
      <p:ext uri="{BB962C8B-B14F-4D97-AF65-F5344CB8AC3E}">
        <p14:creationId xmlns:p14="http://schemas.microsoft.com/office/powerpoint/2010/main" val="1382441137"/>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F87969-6354-37BC-7CFA-058374B743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3E08E6-F2C2-B6A8-F36F-7FDC8E8ACE6B}"/>
              </a:ext>
            </a:extLst>
          </p:cNvPr>
          <p:cNvSpPr>
            <a:spLocks noGrp="1"/>
          </p:cNvSpPr>
          <p:nvPr>
            <p:ph type="title"/>
          </p:nvPr>
        </p:nvSpPr>
        <p:spPr/>
        <p:txBody>
          <a:bodyPr>
            <a:normAutofit fontScale="90000"/>
          </a:bodyPr>
          <a:lstStyle/>
          <a:p>
            <a:r>
              <a:rPr lang="en-US" dirty="0"/>
              <a:t>Connector</a:t>
            </a:r>
          </a:p>
        </p:txBody>
      </p:sp>
      <p:sp>
        <p:nvSpPr>
          <p:cNvPr id="29" name="Content Placeholder 4">
            <a:extLst>
              <a:ext uri="{FF2B5EF4-FFF2-40B4-BE49-F238E27FC236}">
                <a16:creationId xmlns:a16="http://schemas.microsoft.com/office/drawing/2014/main" id="{8F3A1FEE-4E99-5878-710D-32D24AF43A25}"/>
              </a:ext>
            </a:extLst>
          </p:cNvPr>
          <p:cNvSpPr>
            <a:spLocks noGrp="1"/>
          </p:cNvSpPr>
          <p:nvPr>
            <p:ph sz="quarter" idx="11"/>
          </p:nvPr>
        </p:nvSpPr>
        <p:spPr>
          <a:xfrm>
            <a:off x="2167377" y="2790873"/>
            <a:ext cx="20197323" cy="1057227"/>
          </a:xfrm>
        </p:spPr>
        <p:txBody>
          <a:bodyPr>
            <a:normAutofit/>
          </a:bodyPr>
          <a:lstStyle/>
          <a:p>
            <a:pPr marL="0" indent="0">
              <a:lnSpc>
                <a:spcPct val="150000"/>
              </a:lnSpc>
              <a:buNone/>
            </a:pPr>
            <a:r>
              <a:rPr lang="en-US" sz="3200" dirty="0">
                <a:latin typeface="+mj-lt"/>
              </a:rPr>
              <a:t>Careful when labelling the connector. Labeling on-page and off-page connector has a different rule.</a:t>
            </a:r>
          </a:p>
        </p:txBody>
      </p:sp>
      <p:sp>
        <p:nvSpPr>
          <p:cNvPr id="4" name="Parallelogram 3">
            <a:extLst>
              <a:ext uri="{FF2B5EF4-FFF2-40B4-BE49-F238E27FC236}">
                <a16:creationId xmlns:a16="http://schemas.microsoft.com/office/drawing/2014/main" id="{5B06575E-8283-B76E-497A-6FC5ADA88571}"/>
              </a:ext>
            </a:extLst>
          </p:cNvPr>
          <p:cNvSpPr/>
          <p:nvPr/>
        </p:nvSpPr>
        <p:spPr>
          <a:xfrm>
            <a:off x="1076194" y="5870268"/>
            <a:ext cx="4176418" cy="1413510"/>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Display “What’s your name?”</a:t>
            </a:r>
          </a:p>
        </p:txBody>
      </p:sp>
      <p:sp>
        <p:nvSpPr>
          <p:cNvPr id="5" name="Rectangle: Rounded Corners 4">
            <a:extLst>
              <a:ext uri="{FF2B5EF4-FFF2-40B4-BE49-F238E27FC236}">
                <a16:creationId xmlns:a16="http://schemas.microsoft.com/office/drawing/2014/main" id="{445D8886-0439-5814-9183-E405EBB9E0A0}"/>
              </a:ext>
            </a:extLst>
          </p:cNvPr>
          <p:cNvSpPr/>
          <p:nvPr/>
        </p:nvSpPr>
        <p:spPr>
          <a:xfrm>
            <a:off x="2082691" y="4394922"/>
            <a:ext cx="2163418" cy="791628"/>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Start</a:t>
            </a:r>
          </a:p>
        </p:txBody>
      </p:sp>
      <p:sp>
        <p:nvSpPr>
          <p:cNvPr id="7" name="Parallelogram 6">
            <a:extLst>
              <a:ext uri="{FF2B5EF4-FFF2-40B4-BE49-F238E27FC236}">
                <a16:creationId xmlns:a16="http://schemas.microsoft.com/office/drawing/2014/main" id="{9971F193-A362-F884-3C34-C557C5742635}"/>
              </a:ext>
            </a:extLst>
          </p:cNvPr>
          <p:cNvSpPr/>
          <p:nvPr/>
        </p:nvSpPr>
        <p:spPr>
          <a:xfrm>
            <a:off x="1213019" y="8013356"/>
            <a:ext cx="3902765" cy="744657"/>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Input name</a:t>
            </a:r>
          </a:p>
        </p:txBody>
      </p:sp>
      <p:cxnSp>
        <p:nvCxnSpPr>
          <p:cNvPr id="15" name="Connector: Elbow 14">
            <a:extLst>
              <a:ext uri="{FF2B5EF4-FFF2-40B4-BE49-F238E27FC236}">
                <a16:creationId xmlns:a16="http://schemas.microsoft.com/office/drawing/2014/main" id="{756581AD-E3FF-FA33-BE86-AEE05F6C60E5}"/>
              </a:ext>
            </a:extLst>
          </p:cNvPr>
          <p:cNvCxnSpPr>
            <a:cxnSpLocks/>
            <a:stCxn id="5" idx="2"/>
            <a:endCxn id="4" idx="0"/>
          </p:cNvCxnSpPr>
          <p:nvPr/>
        </p:nvCxnSpPr>
        <p:spPr>
          <a:xfrm rot="16200000" flipH="1">
            <a:off x="2822542" y="5528407"/>
            <a:ext cx="683718" cy="3"/>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16" name="Connector: Elbow 15">
            <a:extLst>
              <a:ext uri="{FF2B5EF4-FFF2-40B4-BE49-F238E27FC236}">
                <a16:creationId xmlns:a16="http://schemas.microsoft.com/office/drawing/2014/main" id="{9D2106CD-B4CC-2E9D-D7D1-34FC0ACAA295}"/>
              </a:ext>
            </a:extLst>
          </p:cNvPr>
          <p:cNvCxnSpPr>
            <a:cxnSpLocks/>
            <a:stCxn id="4" idx="4"/>
            <a:endCxn id="7" idx="0"/>
          </p:cNvCxnSpPr>
          <p:nvPr/>
        </p:nvCxnSpPr>
        <p:spPr>
          <a:xfrm rot="5400000">
            <a:off x="2799614" y="7648567"/>
            <a:ext cx="729578"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17" name="Rectangle: Rounded Corners 16">
            <a:extLst>
              <a:ext uri="{FF2B5EF4-FFF2-40B4-BE49-F238E27FC236}">
                <a16:creationId xmlns:a16="http://schemas.microsoft.com/office/drawing/2014/main" id="{A9CEC286-B065-ED14-3A94-C16B0184C6F6}"/>
              </a:ext>
            </a:extLst>
          </p:cNvPr>
          <p:cNvSpPr/>
          <p:nvPr/>
        </p:nvSpPr>
        <p:spPr>
          <a:xfrm>
            <a:off x="18475600" y="11287454"/>
            <a:ext cx="2163418" cy="791628"/>
          </a:xfrm>
          <a:prstGeom prst="roundRect">
            <a:avLst>
              <a:gd name="adj" fmla="val 50000"/>
            </a:avLst>
          </a:prstGeom>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End</a:t>
            </a:r>
          </a:p>
        </p:txBody>
      </p:sp>
      <p:sp>
        <p:nvSpPr>
          <p:cNvPr id="18" name="Parallelogram 17">
            <a:extLst>
              <a:ext uri="{FF2B5EF4-FFF2-40B4-BE49-F238E27FC236}">
                <a16:creationId xmlns:a16="http://schemas.microsoft.com/office/drawing/2014/main" id="{D49BCEAE-1816-4F68-A922-C96AB3401C1F}"/>
              </a:ext>
            </a:extLst>
          </p:cNvPr>
          <p:cNvSpPr/>
          <p:nvPr/>
        </p:nvSpPr>
        <p:spPr>
          <a:xfrm>
            <a:off x="10413584" y="6132838"/>
            <a:ext cx="3902765" cy="1424027"/>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Display “Hello “, name</a:t>
            </a:r>
          </a:p>
        </p:txBody>
      </p:sp>
      <p:sp>
        <p:nvSpPr>
          <p:cNvPr id="20" name="Flowchart: Connector 19">
            <a:extLst>
              <a:ext uri="{FF2B5EF4-FFF2-40B4-BE49-F238E27FC236}">
                <a16:creationId xmlns:a16="http://schemas.microsoft.com/office/drawing/2014/main" id="{90C62D2B-937A-0E84-2938-78332E0C01C4}"/>
              </a:ext>
            </a:extLst>
          </p:cNvPr>
          <p:cNvSpPr/>
          <p:nvPr/>
        </p:nvSpPr>
        <p:spPr>
          <a:xfrm>
            <a:off x="2533203" y="9568295"/>
            <a:ext cx="1262392" cy="1197204"/>
          </a:xfrm>
          <a:prstGeom prst="flowChartConnector">
            <a:avLst/>
          </a:prstGeom>
          <a:ln w="76200">
            <a:solidFill>
              <a:schemeClr val="accent3">
                <a:lumMod val="75000"/>
              </a:scheme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A</a:t>
            </a:r>
          </a:p>
        </p:txBody>
      </p:sp>
      <p:sp>
        <p:nvSpPr>
          <p:cNvPr id="22" name="Flowchart: Connector 21">
            <a:extLst>
              <a:ext uri="{FF2B5EF4-FFF2-40B4-BE49-F238E27FC236}">
                <a16:creationId xmlns:a16="http://schemas.microsoft.com/office/drawing/2014/main" id="{0BBFEB70-8EC5-DCDB-9BF6-FAADACA5F26B}"/>
              </a:ext>
            </a:extLst>
          </p:cNvPr>
          <p:cNvSpPr/>
          <p:nvPr/>
        </p:nvSpPr>
        <p:spPr>
          <a:xfrm>
            <a:off x="11733772" y="4107794"/>
            <a:ext cx="1262392" cy="1197204"/>
          </a:xfrm>
          <a:prstGeom prst="flowChartConnector">
            <a:avLst/>
          </a:prstGeom>
          <a:ln w="76200">
            <a:solidFill>
              <a:schemeClr val="accent3">
                <a:lumMod val="75000"/>
              </a:scheme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A</a:t>
            </a:r>
          </a:p>
        </p:txBody>
      </p:sp>
      <p:cxnSp>
        <p:nvCxnSpPr>
          <p:cNvPr id="23" name="Connector: Elbow 22">
            <a:extLst>
              <a:ext uri="{FF2B5EF4-FFF2-40B4-BE49-F238E27FC236}">
                <a16:creationId xmlns:a16="http://schemas.microsoft.com/office/drawing/2014/main" id="{6AE658FE-302B-A3E9-3788-5D895F9FA0C8}"/>
              </a:ext>
            </a:extLst>
          </p:cNvPr>
          <p:cNvCxnSpPr>
            <a:cxnSpLocks/>
            <a:stCxn id="22" idx="4"/>
            <a:endCxn id="18" idx="0"/>
          </p:cNvCxnSpPr>
          <p:nvPr/>
        </p:nvCxnSpPr>
        <p:spPr>
          <a:xfrm rot="5400000">
            <a:off x="11951048" y="5718918"/>
            <a:ext cx="827840"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24" name="Parallelogram 23">
            <a:extLst>
              <a:ext uri="{FF2B5EF4-FFF2-40B4-BE49-F238E27FC236}">
                <a16:creationId xmlns:a16="http://schemas.microsoft.com/office/drawing/2014/main" id="{1C36C15E-AE2E-991F-DBA9-F6E18101E72F}"/>
              </a:ext>
            </a:extLst>
          </p:cNvPr>
          <p:cNvSpPr/>
          <p:nvPr/>
        </p:nvSpPr>
        <p:spPr>
          <a:xfrm>
            <a:off x="10413583" y="8569154"/>
            <a:ext cx="3902765" cy="1424027"/>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Display “Tell me your age”</a:t>
            </a:r>
          </a:p>
        </p:txBody>
      </p:sp>
      <p:cxnSp>
        <p:nvCxnSpPr>
          <p:cNvPr id="25" name="Connector: Elbow 24">
            <a:extLst>
              <a:ext uri="{FF2B5EF4-FFF2-40B4-BE49-F238E27FC236}">
                <a16:creationId xmlns:a16="http://schemas.microsoft.com/office/drawing/2014/main" id="{E1D7C2F6-96AF-F01D-A1CB-46F6F1C5C221}"/>
              </a:ext>
            </a:extLst>
          </p:cNvPr>
          <p:cNvCxnSpPr>
            <a:cxnSpLocks/>
            <a:stCxn id="18" idx="4"/>
            <a:endCxn id="24" idx="0"/>
          </p:cNvCxnSpPr>
          <p:nvPr/>
        </p:nvCxnSpPr>
        <p:spPr>
          <a:xfrm rot="5400000">
            <a:off x="11858823" y="8063009"/>
            <a:ext cx="1012289"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28" name="Parallelogram 27">
            <a:extLst>
              <a:ext uri="{FF2B5EF4-FFF2-40B4-BE49-F238E27FC236}">
                <a16:creationId xmlns:a16="http://schemas.microsoft.com/office/drawing/2014/main" id="{5C8D4664-282F-CDEE-5DAA-CB8624C021A4}"/>
              </a:ext>
            </a:extLst>
          </p:cNvPr>
          <p:cNvSpPr/>
          <p:nvPr/>
        </p:nvSpPr>
        <p:spPr>
          <a:xfrm>
            <a:off x="17605925" y="6610907"/>
            <a:ext cx="3902765" cy="744657"/>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Input age</a:t>
            </a:r>
          </a:p>
        </p:txBody>
      </p:sp>
      <p:sp>
        <p:nvSpPr>
          <p:cNvPr id="30" name="Parallelogram 29">
            <a:extLst>
              <a:ext uri="{FF2B5EF4-FFF2-40B4-BE49-F238E27FC236}">
                <a16:creationId xmlns:a16="http://schemas.microsoft.com/office/drawing/2014/main" id="{313821ED-743B-A87C-6ACF-946A46C61882}"/>
              </a:ext>
            </a:extLst>
          </p:cNvPr>
          <p:cNvSpPr/>
          <p:nvPr/>
        </p:nvSpPr>
        <p:spPr>
          <a:xfrm>
            <a:off x="17278797" y="8528441"/>
            <a:ext cx="4557020" cy="1402993"/>
          </a:xfrm>
          <a:prstGeom prst="parallelogram">
            <a:avLst/>
          </a:prstGeom>
          <a:solidFill>
            <a:schemeClr val="lt1"/>
          </a:solidFill>
          <a:ln w="76200">
            <a:solidFill>
              <a:srgbClr val="254FA1"/>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square" lIns="50800" tIns="50800" rIns="50800" bIns="50800" numCol="1" spcCol="38100" rtlCol="0" anchor="ctr">
            <a:spAutoFit/>
          </a:bodyPr>
          <a:lstStyle/>
          <a:p>
            <a:pPr defTabSz="825500"/>
            <a:r>
              <a:rPr lang="en-US" sz="3200" dirty="0">
                <a:solidFill>
                  <a:schemeClr val="tx1">
                    <a:lumMod val="50000"/>
                  </a:schemeClr>
                </a:solidFill>
                <a:latin typeface="+mj-lt"/>
                <a:sym typeface="Helvetica Neue Medium"/>
              </a:rPr>
              <a:t>Display “You are &lt;age&gt; years old”</a:t>
            </a:r>
          </a:p>
        </p:txBody>
      </p:sp>
      <p:cxnSp>
        <p:nvCxnSpPr>
          <p:cNvPr id="34" name="Connector: Elbow 33">
            <a:extLst>
              <a:ext uri="{FF2B5EF4-FFF2-40B4-BE49-F238E27FC236}">
                <a16:creationId xmlns:a16="http://schemas.microsoft.com/office/drawing/2014/main" id="{B513CC91-3E30-CA47-B2A0-080AA702E162}"/>
              </a:ext>
            </a:extLst>
          </p:cNvPr>
          <p:cNvCxnSpPr>
            <a:cxnSpLocks/>
            <a:stCxn id="7" idx="4"/>
            <a:endCxn id="20" idx="0"/>
          </p:cNvCxnSpPr>
          <p:nvPr/>
        </p:nvCxnSpPr>
        <p:spPr>
          <a:xfrm rot="5400000">
            <a:off x="2759260" y="9163153"/>
            <a:ext cx="810282" cy="3"/>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39" name="Connector: Elbow 38">
            <a:extLst>
              <a:ext uri="{FF2B5EF4-FFF2-40B4-BE49-F238E27FC236}">
                <a16:creationId xmlns:a16="http://schemas.microsoft.com/office/drawing/2014/main" id="{46EE592B-FC6D-7299-E847-DD09860623A7}"/>
              </a:ext>
            </a:extLst>
          </p:cNvPr>
          <p:cNvCxnSpPr>
            <a:cxnSpLocks/>
            <a:stCxn id="24" idx="4"/>
          </p:cNvCxnSpPr>
          <p:nvPr/>
        </p:nvCxnSpPr>
        <p:spPr>
          <a:xfrm rot="16200000" flipH="1">
            <a:off x="11934842" y="10423304"/>
            <a:ext cx="860250" cy="3"/>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40" name="Connector: Elbow 39">
            <a:extLst>
              <a:ext uri="{FF2B5EF4-FFF2-40B4-BE49-F238E27FC236}">
                <a16:creationId xmlns:a16="http://schemas.microsoft.com/office/drawing/2014/main" id="{480A200F-E5EB-FEB0-84A1-08ECDAAA2A3A}"/>
              </a:ext>
            </a:extLst>
          </p:cNvPr>
          <p:cNvCxnSpPr>
            <a:cxnSpLocks/>
            <a:endCxn id="28" idx="1"/>
          </p:cNvCxnSpPr>
          <p:nvPr/>
        </p:nvCxnSpPr>
        <p:spPr>
          <a:xfrm rot="5400000">
            <a:off x="19212379" y="6172895"/>
            <a:ext cx="876024"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41" name="Connector: Elbow 40">
            <a:extLst>
              <a:ext uri="{FF2B5EF4-FFF2-40B4-BE49-F238E27FC236}">
                <a16:creationId xmlns:a16="http://schemas.microsoft.com/office/drawing/2014/main" id="{551A5B86-D0EC-315D-A2B0-364A053B1881}"/>
              </a:ext>
            </a:extLst>
          </p:cNvPr>
          <p:cNvCxnSpPr>
            <a:cxnSpLocks/>
            <a:stCxn id="28" idx="4"/>
            <a:endCxn id="30" idx="0"/>
          </p:cNvCxnSpPr>
          <p:nvPr/>
        </p:nvCxnSpPr>
        <p:spPr>
          <a:xfrm rot="5400000">
            <a:off x="18970870" y="7942002"/>
            <a:ext cx="1172877" cy="1"/>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cxnSp>
        <p:nvCxnSpPr>
          <p:cNvPr id="42" name="Connector: Elbow 41">
            <a:extLst>
              <a:ext uri="{FF2B5EF4-FFF2-40B4-BE49-F238E27FC236}">
                <a16:creationId xmlns:a16="http://schemas.microsoft.com/office/drawing/2014/main" id="{B69376E5-DA8E-EEFB-3FEE-1F4E163F82B7}"/>
              </a:ext>
            </a:extLst>
          </p:cNvPr>
          <p:cNvCxnSpPr>
            <a:cxnSpLocks/>
            <a:stCxn id="30" idx="4"/>
            <a:endCxn id="17" idx="0"/>
          </p:cNvCxnSpPr>
          <p:nvPr/>
        </p:nvCxnSpPr>
        <p:spPr>
          <a:xfrm rot="16200000" flipH="1">
            <a:off x="18879298" y="10609443"/>
            <a:ext cx="1356020" cy="2"/>
          </a:xfrm>
          <a:prstGeom prst="bentConnector3">
            <a:avLst>
              <a:gd name="adj1" fmla="val 50000"/>
            </a:avLst>
          </a:prstGeom>
          <a:ln w="76200" cap="flat">
            <a:solidFill>
              <a:srgbClr val="254FA1"/>
            </a:solidFill>
            <a:headEnd type="none" w="med" len="med"/>
            <a:tailEnd type="triangle" w="lg" len="lg"/>
          </a:ln>
        </p:spPr>
        <p:style>
          <a:lnRef idx="2">
            <a:schemeClr val="accent1"/>
          </a:lnRef>
          <a:fillRef idx="1">
            <a:schemeClr val="lt1"/>
          </a:fillRef>
          <a:effectRef idx="0">
            <a:schemeClr val="accent1"/>
          </a:effectRef>
          <a:fontRef idx="minor">
            <a:schemeClr val="dk1"/>
          </a:fontRef>
        </p:style>
      </p:cxnSp>
      <p:sp>
        <p:nvSpPr>
          <p:cNvPr id="43" name="Arrow: Down 42">
            <a:extLst>
              <a:ext uri="{FF2B5EF4-FFF2-40B4-BE49-F238E27FC236}">
                <a16:creationId xmlns:a16="http://schemas.microsoft.com/office/drawing/2014/main" id="{00E27E6C-91DA-F684-F31A-E63B0BF69108}"/>
              </a:ext>
            </a:extLst>
          </p:cNvPr>
          <p:cNvSpPr/>
          <p:nvPr/>
        </p:nvSpPr>
        <p:spPr>
          <a:xfrm rot="3060959">
            <a:off x="4389738" y="8326949"/>
            <a:ext cx="830441" cy="2103120"/>
          </a:xfrm>
          <a:prstGeom prst="downArrow">
            <a:avLst/>
          </a:prstGeom>
          <a:solidFill>
            <a:schemeClr val="accent3">
              <a:lumMod val="75000"/>
            </a:schemeClr>
          </a:solidFill>
          <a:ln>
            <a:solidFill>
              <a:schemeClr val="accent3">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47" name="TextBox 46">
            <a:extLst>
              <a:ext uri="{FF2B5EF4-FFF2-40B4-BE49-F238E27FC236}">
                <a16:creationId xmlns:a16="http://schemas.microsoft.com/office/drawing/2014/main" id="{33B59CAA-262C-7633-9C7B-0CE09B34A916}"/>
              </a:ext>
            </a:extLst>
          </p:cNvPr>
          <p:cNvSpPr txBox="1"/>
          <p:nvPr/>
        </p:nvSpPr>
        <p:spPr>
          <a:xfrm>
            <a:off x="5821645" y="6442493"/>
            <a:ext cx="3956829" cy="182614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tx1">
                    <a:lumMod val="50000"/>
                  </a:schemeClr>
                </a:solidFill>
                <a:effectLst/>
                <a:uFillTx/>
                <a:latin typeface="+mn-lt"/>
                <a:ea typeface="+mn-ea"/>
                <a:cs typeface="+mn-cs"/>
                <a:sym typeface="Helvetica Neue"/>
              </a:rPr>
              <a:t>Navigate the on-page connector by looking for the same label within the same page</a:t>
            </a:r>
          </a:p>
        </p:txBody>
      </p:sp>
      <p:sp>
        <p:nvSpPr>
          <p:cNvPr id="48" name="Flowchart: Off-page Connector 47">
            <a:extLst>
              <a:ext uri="{FF2B5EF4-FFF2-40B4-BE49-F238E27FC236}">
                <a16:creationId xmlns:a16="http://schemas.microsoft.com/office/drawing/2014/main" id="{D011C878-1A71-51F3-F228-5489B24A6CC6}"/>
              </a:ext>
            </a:extLst>
          </p:cNvPr>
          <p:cNvSpPr/>
          <p:nvPr/>
        </p:nvSpPr>
        <p:spPr>
          <a:xfrm>
            <a:off x="11733769" y="10912769"/>
            <a:ext cx="1262392" cy="1197203"/>
          </a:xfrm>
          <a:prstGeom prst="flowChartOffpageConnector">
            <a:avLst/>
          </a:prstGeom>
          <a:ln w="7620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2</a:t>
            </a:r>
          </a:p>
        </p:txBody>
      </p:sp>
      <p:sp>
        <p:nvSpPr>
          <p:cNvPr id="49" name="Flowchart: Off-page Connector 48">
            <a:extLst>
              <a:ext uri="{FF2B5EF4-FFF2-40B4-BE49-F238E27FC236}">
                <a16:creationId xmlns:a16="http://schemas.microsoft.com/office/drawing/2014/main" id="{325FC292-BF56-4EB5-37EC-4C951907D1BD}"/>
              </a:ext>
            </a:extLst>
          </p:cNvPr>
          <p:cNvSpPr/>
          <p:nvPr/>
        </p:nvSpPr>
        <p:spPr>
          <a:xfrm>
            <a:off x="19019194" y="4535019"/>
            <a:ext cx="1262392" cy="1197203"/>
          </a:xfrm>
          <a:prstGeom prst="flowChartOffpageConnector">
            <a:avLst/>
          </a:prstGeom>
          <a:ln w="76200">
            <a:solidFill>
              <a:schemeClr val="accent4">
                <a:lumMod val="75000"/>
              </a:schemeClr>
            </a:solidFill>
          </a:ln>
        </p:spPr>
        <p:style>
          <a:lnRef idx="2">
            <a:schemeClr val="accent1"/>
          </a:lnRef>
          <a:fillRef idx="1">
            <a:schemeClr val="lt1"/>
          </a:fillRef>
          <a:effectRef idx="0">
            <a:schemeClr val="accent1"/>
          </a:effectRef>
          <a:fontRef idx="minor">
            <a:schemeClr val="dk1"/>
          </a:fontRef>
        </p:style>
        <p:txBody>
          <a:bodyPr rot="0" spcFirstLastPara="1" vertOverflow="overflow" horzOverflow="overflow" vert="horz" wrap="none" lIns="50800" tIns="50800" rIns="50800" bIns="50800" numCol="1" spcCol="38100" rtlCol="0" anchor="ctr">
            <a:noAutofit/>
          </a:bodyPr>
          <a:lstStyle/>
          <a:p>
            <a:pPr defTabSz="825500"/>
            <a:r>
              <a:rPr lang="en-US" sz="3200" dirty="0">
                <a:solidFill>
                  <a:schemeClr val="tx1">
                    <a:lumMod val="50000"/>
                  </a:schemeClr>
                </a:solidFill>
                <a:latin typeface="+mj-lt"/>
                <a:sym typeface="Helvetica Neue Medium"/>
              </a:rPr>
              <a:t>1</a:t>
            </a:r>
          </a:p>
        </p:txBody>
      </p:sp>
      <p:cxnSp>
        <p:nvCxnSpPr>
          <p:cNvPr id="50" name="Straight Connector 49">
            <a:extLst>
              <a:ext uri="{FF2B5EF4-FFF2-40B4-BE49-F238E27FC236}">
                <a16:creationId xmlns:a16="http://schemas.microsoft.com/office/drawing/2014/main" id="{FE01F32C-5B2C-24EA-DE07-FA8806A254C4}"/>
              </a:ext>
            </a:extLst>
          </p:cNvPr>
          <p:cNvCxnSpPr/>
          <p:nvPr/>
        </p:nvCxnSpPr>
        <p:spPr>
          <a:xfrm>
            <a:off x="15260068" y="3661007"/>
            <a:ext cx="0" cy="9675911"/>
          </a:xfrm>
          <a:prstGeom prst="line">
            <a:avLst/>
          </a:prstGeom>
          <a:ln w="76200"/>
        </p:spPr>
        <p:style>
          <a:lnRef idx="3">
            <a:schemeClr val="dk1"/>
          </a:lnRef>
          <a:fillRef idx="0">
            <a:schemeClr val="dk1"/>
          </a:fillRef>
          <a:effectRef idx="2">
            <a:schemeClr val="dk1"/>
          </a:effectRef>
          <a:fontRef idx="minor">
            <a:schemeClr val="tx1"/>
          </a:fontRef>
        </p:style>
      </p:cxnSp>
      <p:sp>
        <p:nvSpPr>
          <p:cNvPr id="51" name="Content Placeholder 4">
            <a:extLst>
              <a:ext uri="{FF2B5EF4-FFF2-40B4-BE49-F238E27FC236}">
                <a16:creationId xmlns:a16="http://schemas.microsoft.com/office/drawing/2014/main" id="{5AB987BA-0930-4816-DC84-3DD300A4EEEC}"/>
              </a:ext>
            </a:extLst>
          </p:cNvPr>
          <p:cNvSpPr txBox="1">
            <a:spLocks/>
          </p:cNvSpPr>
          <p:nvPr/>
        </p:nvSpPr>
        <p:spPr>
          <a:xfrm>
            <a:off x="11419933" y="12772507"/>
            <a:ext cx="1861446" cy="5102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lnSpcReduction="10000"/>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spcBef>
                <a:spcPts val="0"/>
              </a:spcBef>
              <a:buFontTx/>
              <a:buNone/>
            </a:pPr>
            <a:r>
              <a:rPr lang="en-US" sz="2800" dirty="0">
                <a:latin typeface="+mj-lt"/>
              </a:rPr>
              <a:t>Page 1</a:t>
            </a:r>
            <a:endParaRPr lang="en-US" sz="2800" dirty="0">
              <a:solidFill>
                <a:schemeClr val="accent3">
                  <a:lumMod val="75000"/>
                </a:schemeClr>
              </a:solidFill>
              <a:latin typeface="+mj-lt"/>
            </a:endParaRPr>
          </a:p>
        </p:txBody>
      </p:sp>
      <p:sp>
        <p:nvSpPr>
          <p:cNvPr id="52" name="Content Placeholder 4">
            <a:extLst>
              <a:ext uri="{FF2B5EF4-FFF2-40B4-BE49-F238E27FC236}">
                <a16:creationId xmlns:a16="http://schemas.microsoft.com/office/drawing/2014/main" id="{80431191-7B91-3937-10EC-4EADECBD7D4D}"/>
              </a:ext>
            </a:extLst>
          </p:cNvPr>
          <p:cNvSpPr txBox="1">
            <a:spLocks/>
          </p:cNvSpPr>
          <p:nvPr/>
        </p:nvSpPr>
        <p:spPr>
          <a:xfrm>
            <a:off x="17548189" y="12974096"/>
            <a:ext cx="1861446" cy="5102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lnSpcReduction="10000"/>
          </a:bodyPr>
          <a:lstStyle>
            <a:lvl1pPr marL="266700" marR="0" indent="-2667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1pPr>
            <a:lvl2pPr marL="890588" marR="0" indent="-280988"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2pPr>
            <a:lvl3pPr marL="1470025" marR="0" indent="-250825"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3pPr>
            <a:lvl4pPr marL="2138363" marR="0" indent="-309563"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4pPr>
            <a:lvl5pPr marL="2717800" marR="0" indent="-279400" algn="l" defTabSz="2438338" rtl="0" eaLnBrk="1" latinLnBrk="0" hangingPunct="1">
              <a:lnSpc>
                <a:spcPct val="100000"/>
              </a:lnSpc>
              <a:spcBef>
                <a:spcPts val="4500"/>
              </a:spcBef>
              <a:spcAft>
                <a:spcPts val="0"/>
              </a:spcAft>
              <a:buClrTx/>
              <a:buSzPct val="123000"/>
              <a:buFontTx/>
              <a:buChar char="•"/>
              <a:tabLst/>
              <a:defRPr kumimoji="0" lang="en-US" sz="2600" b="0" i="0" u="none" strike="noStrike" cap="none" spc="0" normalizeH="0" baseline="0">
                <a:ln>
                  <a:noFill/>
                </a:ln>
                <a:solidFill>
                  <a:srgbClr val="212121"/>
                </a:solidFill>
                <a:effectLst/>
                <a:uFillTx/>
                <a:latin typeface="Open Sans Light"/>
                <a:ea typeface="Open Sans Light"/>
                <a:cs typeface="Open Sans Light"/>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marL="0" indent="0" algn="ctr">
              <a:spcBef>
                <a:spcPts val="0"/>
              </a:spcBef>
              <a:buFontTx/>
              <a:buNone/>
            </a:pPr>
            <a:r>
              <a:rPr lang="en-US" sz="2800" dirty="0">
                <a:latin typeface="+mj-lt"/>
              </a:rPr>
              <a:t>Page 2</a:t>
            </a:r>
            <a:endParaRPr lang="en-US" sz="2800" dirty="0">
              <a:solidFill>
                <a:schemeClr val="accent3">
                  <a:lumMod val="75000"/>
                </a:schemeClr>
              </a:solidFill>
              <a:latin typeface="+mj-lt"/>
            </a:endParaRPr>
          </a:p>
        </p:txBody>
      </p:sp>
      <p:sp>
        <p:nvSpPr>
          <p:cNvPr id="53" name="Arrow: Down 52">
            <a:extLst>
              <a:ext uri="{FF2B5EF4-FFF2-40B4-BE49-F238E27FC236}">
                <a16:creationId xmlns:a16="http://schemas.microsoft.com/office/drawing/2014/main" id="{8D9A4872-1CAC-35B5-D8F2-9E6E3F0FA9E2}"/>
              </a:ext>
            </a:extLst>
          </p:cNvPr>
          <p:cNvSpPr/>
          <p:nvPr/>
        </p:nvSpPr>
        <p:spPr>
          <a:xfrm rot="13490414">
            <a:off x="10093851" y="4590141"/>
            <a:ext cx="830441" cy="2103120"/>
          </a:xfrm>
          <a:prstGeom prst="downArrow">
            <a:avLst/>
          </a:prstGeom>
          <a:solidFill>
            <a:schemeClr val="accent3">
              <a:lumMod val="75000"/>
            </a:schemeClr>
          </a:solidFill>
          <a:ln>
            <a:solidFill>
              <a:schemeClr val="accent3">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mj-lt"/>
              <a:ea typeface="Helvetica Neue Medium"/>
              <a:cs typeface="Helvetica Neue Medium"/>
              <a:sym typeface="Helvetica Neue Medium"/>
            </a:endParaRPr>
          </a:p>
        </p:txBody>
      </p:sp>
      <p:sp>
        <p:nvSpPr>
          <p:cNvPr id="55" name="Arrow: Down 54">
            <a:extLst>
              <a:ext uri="{FF2B5EF4-FFF2-40B4-BE49-F238E27FC236}">
                <a16:creationId xmlns:a16="http://schemas.microsoft.com/office/drawing/2014/main" id="{5FF000FD-F950-62CE-CDE4-813811FC40FA}"/>
              </a:ext>
            </a:extLst>
          </p:cNvPr>
          <p:cNvSpPr/>
          <p:nvPr/>
        </p:nvSpPr>
        <p:spPr>
          <a:xfrm rot="15636622">
            <a:off x="9813926" y="10631707"/>
            <a:ext cx="830441" cy="2103120"/>
          </a:xfrm>
          <a:prstGeom prst="downArrow">
            <a:avLst/>
          </a:prstGeom>
          <a:solidFill>
            <a:schemeClr val="accent4">
              <a:lumMod val="75000"/>
            </a:schemeClr>
          </a:solidFill>
          <a:ln>
            <a:solidFill>
              <a:schemeClr val="accent4">
                <a:lumMod val="75000"/>
              </a:schemeClr>
            </a:solidFill>
          </a:ln>
        </p:spPr>
        <p:style>
          <a:lnRef idx="2">
            <a:schemeClr val="accent5">
              <a:shade val="15000"/>
            </a:schemeClr>
          </a:lnRef>
          <a:fillRef idx="1">
            <a:schemeClr val="accent5"/>
          </a:fillRef>
          <a:effectRef idx="0">
            <a:schemeClr val="accent5"/>
          </a:effectRef>
          <a:fontRef idx="minor">
            <a:schemeClr val="lt1"/>
          </a:fontRef>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j-lt"/>
              <a:ea typeface="Helvetica Neue Medium"/>
              <a:cs typeface="Helvetica Neue Medium"/>
              <a:sym typeface="Helvetica Neue Medium"/>
            </a:endParaRPr>
          </a:p>
        </p:txBody>
      </p:sp>
      <p:sp>
        <p:nvSpPr>
          <p:cNvPr id="57" name="TextBox 56">
            <a:extLst>
              <a:ext uri="{FF2B5EF4-FFF2-40B4-BE49-F238E27FC236}">
                <a16:creationId xmlns:a16="http://schemas.microsoft.com/office/drawing/2014/main" id="{82450537-5AD4-FBA8-0BBA-9E0944FFB66B}"/>
              </a:ext>
            </a:extLst>
          </p:cNvPr>
          <p:cNvSpPr txBox="1"/>
          <p:nvPr/>
        </p:nvSpPr>
        <p:spPr>
          <a:xfrm>
            <a:off x="4457705" y="11633119"/>
            <a:ext cx="4466524" cy="139525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tx1">
                    <a:lumMod val="50000"/>
                  </a:schemeClr>
                </a:solidFill>
                <a:effectLst/>
                <a:uFillTx/>
                <a:latin typeface="+mn-lt"/>
                <a:ea typeface="+mn-ea"/>
                <a:cs typeface="+mn-cs"/>
                <a:sym typeface="Helvetica Neue"/>
              </a:rPr>
              <a:t>Navigate the on-page connector by flipping the page within the document</a:t>
            </a:r>
          </a:p>
        </p:txBody>
      </p:sp>
    </p:spTree>
    <p:extLst>
      <p:ext uri="{BB962C8B-B14F-4D97-AF65-F5344CB8AC3E}">
        <p14:creationId xmlns:p14="http://schemas.microsoft.com/office/powerpoint/2010/main" val="592046764"/>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F91E5-3ECA-8EFD-411E-D6CB261BA1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C0C97B-C778-F4B6-C6C4-C247EF822172}"/>
              </a:ext>
            </a:extLst>
          </p:cNvPr>
          <p:cNvSpPr>
            <a:spLocks noGrp="1"/>
          </p:cNvSpPr>
          <p:nvPr>
            <p:ph type="title"/>
          </p:nvPr>
        </p:nvSpPr>
        <p:spPr/>
        <p:txBody>
          <a:bodyPr>
            <a:normAutofit fontScale="90000"/>
          </a:bodyPr>
          <a:lstStyle/>
          <a:p>
            <a:r>
              <a:rPr lang="en-US" dirty="0"/>
              <a:t>Connector</a:t>
            </a:r>
          </a:p>
        </p:txBody>
      </p:sp>
      <p:sp>
        <p:nvSpPr>
          <p:cNvPr id="3" name="Text Placeholder 2">
            <a:extLst>
              <a:ext uri="{FF2B5EF4-FFF2-40B4-BE49-F238E27FC236}">
                <a16:creationId xmlns:a16="http://schemas.microsoft.com/office/drawing/2014/main" id="{052872D3-4D73-B295-3A0B-6B971E9D5FA9}"/>
              </a:ext>
            </a:extLst>
          </p:cNvPr>
          <p:cNvSpPr>
            <a:spLocks noGrp="1"/>
          </p:cNvSpPr>
          <p:nvPr>
            <p:ph type="body" sz="quarter" idx="10"/>
          </p:nvPr>
        </p:nvSpPr>
        <p:spPr>
          <a:xfrm>
            <a:off x="2167377" y="2419728"/>
            <a:ext cx="10996173" cy="799722"/>
          </a:xfrm>
        </p:spPr>
        <p:txBody>
          <a:bodyPr/>
          <a:lstStyle/>
          <a:p>
            <a:r>
              <a:rPr lang="en-US" dirty="0"/>
              <a:t>Best Practice</a:t>
            </a:r>
          </a:p>
        </p:txBody>
      </p:sp>
      <p:sp>
        <p:nvSpPr>
          <p:cNvPr id="29" name="Content Placeholder 4">
            <a:extLst>
              <a:ext uri="{FF2B5EF4-FFF2-40B4-BE49-F238E27FC236}">
                <a16:creationId xmlns:a16="http://schemas.microsoft.com/office/drawing/2014/main" id="{2289BA16-521F-31BE-3B8A-0401564192FB}"/>
              </a:ext>
            </a:extLst>
          </p:cNvPr>
          <p:cNvSpPr>
            <a:spLocks noGrp="1"/>
          </p:cNvSpPr>
          <p:nvPr>
            <p:ph sz="quarter" idx="11"/>
          </p:nvPr>
        </p:nvSpPr>
        <p:spPr>
          <a:xfrm>
            <a:off x="2167377" y="3786631"/>
            <a:ext cx="19930623" cy="9529319"/>
          </a:xfrm>
        </p:spPr>
        <p:txBody>
          <a:bodyPr>
            <a:normAutofit/>
          </a:bodyPr>
          <a:lstStyle/>
          <a:p>
            <a:pPr marL="514350" indent="-514350">
              <a:lnSpc>
                <a:spcPct val="150000"/>
              </a:lnSpc>
              <a:buSzPct val="100000"/>
              <a:buFontTx/>
              <a:buAutoNum type="arabicPeriod"/>
            </a:pPr>
            <a:r>
              <a:rPr lang="en-US" sz="3200" dirty="0">
                <a:latin typeface="+mj-lt"/>
              </a:rPr>
              <a:t>Try not to use on-page connector at all. Instead, redesign the flow. A good flow rarely use on-page connector. On-page connector should be used as a last resort.</a:t>
            </a:r>
          </a:p>
          <a:p>
            <a:pPr marL="514350" indent="-514350">
              <a:lnSpc>
                <a:spcPct val="150000"/>
              </a:lnSpc>
              <a:buSzPct val="100000"/>
              <a:buFontTx/>
              <a:buAutoNum type="arabicPeriod"/>
            </a:pPr>
            <a:r>
              <a:rPr lang="en-US" sz="3200" dirty="0">
                <a:latin typeface="+mj-lt"/>
              </a:rPr>
              <a:t>Make sure the connector comes in pair. A single connector means nothing and causes confusion.</a:t>
            </a:r>
          </a:p>
          <a:p>
            <a:pPr marL="514350" indent="-514350">
              <a:lnSpc>
                <a:spcPct val="150000"/>
              </a:lnSpc>
              <a:buSzPct val="100000"/>
              <a:buFontTx/>
              <a:buAutoNum type="arabicPeriod"/>
            </a:pPr>
            <a:r>
              <a:rPr lang="en-US" sz="3200" dirty="0">
                <a:latin typeface="+mj-lt"/>
              </a:rPr>
              <a:t>Keep labelling consistent. Page number is inherently number, so using number for off-page connector can be more intuitive than using letter. This leaves using letter to label the on-page connector.</a:t>
            </a:r>
          </a:p>
        </p:txBody>
      </p:sp>
    </p:spTree>
    <p:extLst>
      <p:ext uri="{BB962C8B-B14F-4D97-AF65-F5344CB8AC3E}">
        <p14:creationId xmlns:p14="http://schemas.microsoft.com/office/powerpoint/2010/main" val="3292215636"/>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C439A-83BB-D5D2-BA95-A39B09FDD1E1}"/>
              </a:ext>
            </a:extLst>
          </p:cNvPr>
          <p:cNvSpPr>
            <a:spLocks noGrp="1"/>
          </p:cNvSpPr>
          <p:nvPr>
            <p:ph type="title"/>
          </p:nvPr>
        </p:nvSpPr>
        <p:spPr/>
        <p:txBody>
          <a:bodyPr/>
          <a:lstStyle/>
          <a:p>
            <a:r>
              <a:rPr lang="en-US" dirty="0"/>
              <a:t>Reading and drawing the flowchart</a:t>
            </a:r>
          </a:p>
        </p:txBody>
      </p:sp>
    </p:spTree>
    <p:extLst>
      <p:ext uri="{BB962C8B-B14F-4D97-AF65-F5344CB8AC3E}">
        <p14:creationId xmlns:p14="http://schemas.microsoft.com/office/powerpoint/2010/main" val="2621305402"/>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8C2C6-6548-A00F-E603-DA537F39E9F0}"/>
              </a:ext>
            </a:extLst>
          </p:cNvPr>
          <p:cNvSpPr>
            <a:spLocks noGrp="1"/>
          </p:cNvSpPr>
          <p:nvPr>
            <p:ph type="title"/>
          </p:nvPr>
        </p:nvSpPr>
        <p:spPr/>
        <p:txBody>
          <a:bodyPr>
            <a:normAutofit fontScale="90000"/>
          </a:bodyPr>
          <a:lstStyle/>
          <a:p>
            <a:r>
              <a:rPr lang="en-US" dirty="0"/>
              <a:t>Reading the flowchart</a:t>
            </a:r>
          </a:p>
        </p:txBody>
      </p:sp>
      <p:sp>
        <p:nvSpPr>
          <p:cNvPr id="3" name="Text Placeholder 2">
            <a:extLst>
              <a:ext uri="{FF2B5EF4-FFF2-40B4-BE49-F238E27FC236}">
                <a16:creationId xmlns:a16="http://schemas.microsoft.com/office/drawing/2014/main" id="{EB91AFB1-4CDC-A09A-09D7-CD74CA85DC2B}"/>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5ED6CB8D-7714-0A5E-DA88-59D10F61B4C9}"/>
              </a:ext>
            </a:extLst>
          </p:cNvPr>
          <p:cNvSpPr>
            <a:spLocks noGrp="1"/>
          </p:cNvSpPr>
          <p:nvPr>
            <p:ph sz="quarter" idx="11"/>
          </p:nvPr>
        </p:nvSpPr>
        <p:spPr>
          <a:xfrm>
            <a:off x="2167377" y="3786631"/>
            <a:ext cx="19930623" cy="9529319"/>
          </a:xfrm>
        </p:spPr>
        <p:txBody>
          <a:bodyPr>
            <a:normAutofit/>
          </a:bodyPr>
          <a:lstStyle/>
          <a:p>
            <a:pPr marL="514350" indent="-514350">
              <a:lnSpc>
                <a:spcPct val="150000"/>
              </a:lnSpc>
              <a:spcBef>
                <a:spcPts val="0"/>
              </a:spcBef>
              <a:buSzPct val="100000"/>
              <a:buFontTx/>
              <a:buAutoNum type="arabicPeriod"/>
            </a:pPr>
            <a:r>
              <a:rPr lang="en-US" sz="3200" u="sng" dirty="0">
                <a:latin typeface="+mj-lt"/>
              </a:rPr>
              <a:t>Always find the “start” terminal</a:t>
            </a:r>
            <a:r>
              <a:rPr lang="en-US" sz="3200" dirty="0">
                <a:latin typeface="+mj-lt"/>
              </a:rPr>
              <a:t>. Every reading starts there, never anywhere else.</a:t>
            </a:r>
          </a:p>
          <a:p>
            <a:pPr marL="514350" indent="-514350">
              <a:lnSpc>
                <a:spcPct val="150000"/>
              </a:lnSpc>
              <a:spcBef>
                <a:spcPts val="0"/>
              </a:spcBef>
              <a:buSzPct val="100000"/>
              <a:buFontTx/>
              <a:buAutoNum type="arabicPeriod"/>
            </a:pPr>
            <a:r>
              <a:rPr lang="en-US" sz="3200" u="sng" dirty="0">
                <a:latin typeface="+mj-lt"/>
              </a:rPr>
              <a:t>Follow the arrow carefully</a:t>
            </a:r>
            <a:r>
              <a:rPr lang="en-US" sz="3200" dirty="0">
                <a:latin typeface="+mj-lt"/>
              </a:rPr>
              <a:t>. While it is usual for the path to go top-to-bottom, as we have seen before there are occasion when an arrow goes back, or when connector is involved.</a:t>
            </a:r>
          </a:p>
          <a:p>
            <a:pPr marL="514350" indent="-514350">
              <a:lnSpc>
                <a:spcPct val="150000"/>
              </a:lnSpc>
              <a:spcBef>
                <a:spcPts val="0"/>
              </a:spcBef>
              <a:buSzPct val="100000"/>
              <a:buFontTx/>
              <a:buAutoNum type="arabicPeriod"/>
            </a:pPr>
            <a:r>
              <a:rPr lang="en-US" sz="3200" u="sng" dirty="0">
                <a:latin typeface="+mj-lt"/>
              </a:rPr>
              <a:t>Understand the intent of each symbol.</a:t>
            </a:r>
            <a:r>
              <a:rPr lang="en-US" sz="3200" dirty="0">
                <a:latin typeface="+mj-lt"/>
              </a:rPr>
              <a:t> Ask “why” and try to answer the question yourself to deepen your understanding of the flowchart.</a:t>
            </a:r>
          </a:p>
          <a:p>
            <a:pPr marL="514350" indent="-514350">
              <a:lnSpc>
                <a:spcPct val="150000"/>
              </a:lnSpc>
              <a:spcBef>
                <a:spcPts val="0"/>
              </a:spcBef>
              <a:buSzPct val="100000"/>
              <a:buFontTx/>
              <a:buAutoNum type="arabicPeriod"/>
            </a:pPr>
            <a:r>
              <a:rPr lang="en-US" sz="3200" u="sng" dirty="0">
                <a:latin typeface="+mj-lt"/>
              </a:rPr>
              <a:t>Observe the decision symbol with utmost care</a:t>
            </a:r>
            <a:r>
              <a:rPr lang="en-US" sz="3200" dirty="0">
                <a:latin typeface="+mj-lt"/>
              </a:rPr>
              <a:t>. A decision symbol can be solely for decision but also can be for an iteration. Each branch have different label which also must be taken into consideration when reading.</a:t>
            </a:r>
          </a:p>
          <a:p>
            <a:pPr marL="514350" indent="-514350">
              <a:lnSpc>
                <a:spcPct val="150000"/>
              </a:lnSpc>
              <a:spcBef>
                <a:spcPts val="0"/>
              </a:spcBef>
              <a:buSzPct val="100000"/>
              <a:buFontTx/>
              <a:buAutoNum type="arabicPeriod"/>
            </a:pPr>
            <a:r>
              <a:rPr lang="en-US" sz="3200" u="sng" dirty="0">
                <a:latin typeface="+mj-lt"/>
              </a:rPr>
              <a:t>Track variables’ value.</a:t>
            </a:r>
            <a:r>
              <a:rPr lang="en-US" sz="3200" dirty="0">
                <a:latin typeface="+mj-lt"/>
              </a:rPr>
              <a:t> You can do this mentally, or better, create a note using other paper. Hand-tracing flowchart is useful to have a picture of the flowchart’s intent.</a:t>
            </a:r>
          </a:p>
          <a:p>
            <a:pPr marL="514350" indent="-514350">
              <a:lnSpc>
                <a:spcPct val="150000"/>
              </a:lnSpc>
              <a:spcBef>
                <a:spcPts val="0"/>
              </a:spcBef>
              <a:buSzPct val="100000"/>
              <a:buFontTx/>
              <a:buAutoNum type="arabicPeriod"/>
            </a:pPr>
            <a:r>
              <a:rPr lang="en-US" sz="3200" u="sng" dirty="0">
                <a:latin typeface="+mj-lt"/>
              </a:rPr>
              <a:t>Always end at the “end” terminal.</a:t>
            </a:r>
            <a:r>
              <a:rPr lang="en-US" sz="3200" dirty="0">
                <a:latin typeface="+mj-lt"/>
              </a:rPr>
              <a:t> If the flowchart you’re reading ends somewhere else, it’s a faulty flowchart.</a:t>
            </a:r>
            <a:endParaRPr lang="en-US" sz="3200" u="sng" dirty="0">
              <a:latin typeface="+mj-lt"/>
            </a:endParaRPr>
          </a:p>
          <a:p>
            <a:pPr marL="514350" indent="-514350">
              <a:lnSpc>
                <a:spcPct val="150000"/>
              </a:lnSpc>
              <a:spcBef>
                <a:spcPts val="0"/>
              </a:spcBef>
              <a:buSzPct val="100000"/>
              <a:buFontTx/>
              <a:buAutoNum type="arabicPeriod"/>
            </a:pPr>
            <a:endParaRPr lang="en-US" sz="3200" dirty="0">
              <a:latin typeface="+mj-lt"/>
            </a:endParaRPr>
          </a:p>
        </p:txBody>
      </p:sp>
    </p:spTree>
    <p:extLst>
      <p:ext uri="{BB962C8B-B14F-4D97-AF65-F5344CB8AC3E}">
        <p14:creationId xmlns:p14="http://schemas.microsoft.com/office/powerpoint/2010/main" val="1027162919"/>
      </p:ext>
    </p:ext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01079-44DE-93E6-894F-78ABC1271D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7C5BB5-0D0C-A67C-DF2B-2FF7DC885CB1}"/>
              </a:ext>
            </a:extLst>
          </p:cNvPr>
          <p:cNvSpPr>
            <a:spLocks noGrp="1"/>
          </p:cNvSpPr>
          <p:nvPr>
            <p:ph type="title"/>
          </p:nvPr>
        </p:nvSpPr>
        <p:spPr/>
        <p:txBody>
          <a:bodyPr>
            <a:normAutofit fontScale="90000"/>
          </a:bodyPr>
          <a:lstStyle/>
          <a:p>
            <a:r>
              <a:rPr lang="en-US" dirty="0"/>
              <a:t>Drawing the flowchart</a:t>
            </a:r>
          </a:p>
        </p:txBody>
      </p:sp>
      <p:sp>
        <p:nvSpPr>
          <p:cNvPr id="3" name="Text Placeholder 2">
            <a:extLst>
              <a:ext uri="{FF2B5EF4-FFF2-40B4-BE49-F238E27FC236}">
                <a16:creationId xmlns:a16="http://schemas.microsoft.com/office/drawing/2014/main" id="{91BD4B23-C972-E033-4D55-22C8086A21E4}"/>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FF57B59C-AA57-EA37-52E2-D2EBD4E9F4B6}"/>
              </a:ext>
            </a:extLst>
          </p:cNvPr>
          <p:cNvSpPr>
            <a:spLocks noGrp="1"/>
          </p:cNvSpPr>
          <p:nvPr>
            <p:ph sz="quarter" idx="11"/>
          </p:nvPr>
        </p:nvSpPr>
        <p:spPr>
          <a:xfrm>
            <a:off x="2167377" y="3786631"/>
            <a:ext cx="19930623" cy="9529319"/>
          </a:xfrm>
        </p:spPr>
        <p:txBody>
          <a:bodyPr>
            <a:normAutofit lnSpcReduction="10000"/>
          </a:bodyPr>
          <a:lstStyle/>
          <a:p>
            <a:pPr marL="514350" indent="-514350">
              <a:lnSpc>
                <a:spcPct val="150000"/>
              </a:lnSpc>
              <a:spcBef>
                <a:spcPts val="0"/>
              </a:spcBef>
              <a:buSzPct val="100000"/>
              <a:buFontTx/>
              <a:buAutoNum type="arabicPeriod"/>
            </a:pPr>
            <a:r>
              <a:rPr lang="en-US" sz="3200" u="sng" dirty="0">
                <a:latin typeface="+mj-lt"/>
              </a:rPr>
              <a:t>Analyze the problem fully before drawing.</a:t>
            </a:r>
            <a:r>
              <a:rPr lang="en-US" sz="3200" dirty="0">
                <a:latin typeface="+mj-lt"/>
              </a:rPr>
              <a:t> Plan out the algorithm, identify the variables and processes are needed, and so on.</a:t>
            </a:r>
          </a:p>
          <a:p>
            <a:pPr marL="514350" indent="-514350">
              <a:lnSpc>
                <a:spcPct val="150000"/>
              </a:lnSpc>
              <a:spcBef>
                <a:spcPts val="0"/>
              </a:spcBef>
              <a:buSzPct val="100000"/>
              <a:buFontTx/>
              <a:buAutoNum type="arabicPeriod"/>
            </a:pPr>
            <a:r>
              <a:rPr lang="en-US" sz="3200" u="sng" dirty="0">
                <a:latin typeface="+mj-lt"/>
              </a:rPr>
              <a:t>Always starts and ends with terminal symbol.</a:t>
            </a:r>
            <a:r>
              <a:rPr lang="en-US" sz="3200" dirty="0">
                <a:latin typeface="+mj-lt"/>
              </a:rPr>
              <a:t> This is a non-negotiable rule.</a:t>
            </a:r>
          </a:p>
          <a:p>
            <a:pPr marL="514350" indent="-514350">
              <a:lnSpc>
                <a:spcPct val="150000"/>
              </a:lnSpc>
              <a:spcBef>
                <a:spcPts val="0"/>
              </a:spcBef>
              <a:buSzPct val="100000"/>
              <a:buFontTx/>
              <a:buAutoNum type="arabicPeriod"/>
            </a:pPr>
            <a:r>
              <a:rPr lang="en-US" sz="3200" u="sng" dirty="0">
                <a:latin typeface="+mj-lt"/>
              </a:rPr>
              <a:t>Always be consistent.</a:t>
            </a:r>
            <a:r>
              <a:rPr lang="en-US" sz="3200" dirty="0">
                <a:latin typeface="+mj-lt"/>
              </a:rPr>
              <a:t> Decide on one characteristic you’re using and stick with it the entire time. This includes but not limited to keywords, naming convention, arrowhead style, printing style, and line gap type.</a:t>
            </a:r>
          </a:p>
          <a:p>
            <a:pPr marL="514350" indent="-514350">
              <a:lnSpc>
                <a:spcPct val="150000"/>
              </a:lnSpc>
              <a:spcBef>
                <a:spcPts val="0"/>
              </a:spcBef>
              <a:buSzPct val="100000"/>
              <a:buFontTx/>
              <a:buAutoNum type="arabicPeriod"/>
            </a:pPr>
            <a:r>
              <a:rPr lang="en-US" sz="3200" u="sng" dirty="0">
                <a:latin typeface="+mj-lt"/>
              </a:rPr>
              <a:t>When drawing flowchart, use the “reading path”.</a:t>
            </a:r>
            <a:r>
              <a:rPr lang="en-US" sz="3200" dirty="0">
                <a:latin typeface="+mj-lt"/>
              </a:rPr>
              <a:t> When proceeding, flow down or to the right. When going back, flow up or left.</a:t>
            </a:r>
          </a:p>
          <a:p>
            <a:pPr marL="514350" indent="-514350">
              <a:lnSpc>
                <a:spcPct val="150000"/>
              </a:lnSpc>
              <a:spcBef>
                <a:spcPts val="0"/>
              </a:spcBef>
              <a:buSzPct val="100000"/>
              <a:buFontTx/>
              <a:buAutoNum type="arabicPeriod"/>
            </a:pPr>
            <a:r>
              <a:rPr lang="en-US" sz="3200" u="sng" dirty="0">
                <a:latin typeface="+mj-lt"/>
              </a:rPr>
              <a:t>Always label every decision branch.</a:t>
            </a:r>
            <a:r>
              <a:rPr lang="en-US" sz="3200" dirty="0">
                <a:latin typeface="+mj-lt"/>
              </a:rPr>
              <a:t> Even when the option is only true or false, write both. Never leave room for reader’s interpretation.</a:t>
            </a:r>
          </a:p>
          <a:p>
            <a:pPr marL="514350" indent="-514350">
              <a:lnSpc>
                <a:spcPct val="150000"/>
              </a:lnSpc>
              <a:spcBef>
                <a:spcPts val="0"/>
              </a:spcBef>
              <a:buSzPct val="100000"/>
              <a:buFontTx/>
              <a:buAutoNum type="arabicPeriod"/>
            </a:pPr>
            <a:r>
              <a:rPr lang="en-US" sz="3200" u="sng" dirty="0">
                <a:latin typeface="+mj-lt"/>
              </a:rPr>
              <a:t>When hand-drawing the flowchart, use pencil first.</a:t>
            </a:r>
            <a:r>
              <a:rPr lang="en-US" sz="3200" dirty="0">
                <a:latin typeface="+mj-lt"/>
              </a:rPr>
              <a:t> This is to prevent poor layout which ends up in excessive use of line gap and connector.</a:t>
            </a:r>
          </a:p>
          <a:p>
            <a:pPr marL="514350" indent="-514350">
              <a:lnSpc>
                <a:spcPct val="150000"/>
              </a:lnSpc>
              <a:spcBef>
                <a:spcPts val="0"/>
              </a:spcBef>
              <a:buSzPct val="100000"/>
              <a:buFontTx/>
              <a:buAutoNum type="arabicPeriod"/>
            </a:pPr>
            <a:r>
              <a:rPr lang="en-US" sz="3200" u="sng" dirty="0">
                <a:latin typeface="+mj-lt"/>
              </a:rPr>
              <a:t>Hand-trace your flowchart</a:t>
            </a:r>
            <a:r>
              <a:rPr lang="en-US" sz="3200" dirty="0">
                <a:latin typeface="+mj-lt"/>
              </a:rPr>
              <a:t>. This way you will recognize the flowchart’s error if there’s any.</a:t>
            </a:r>
            <a:endParaRPr lang="en-US" sz="3200" u="sng" dirty="0">
              <a:latin typeface="+mj-lt"/>
            </a:endParaRPr>
          </a:p>
          <a:p>
            <a:pPr marL="514350" indent="-514350">
              <a:lnSpc>
                <a:spcPct val="150000"/>
              </a:lnSpc>
              <a:spcBef>
                <a:spcPts val="0"/>
              </a:spcBef>
              <a:buSzPct val="100000"/>
              <a:buFontTx/>
              <a:buAutoNum type="arabicPeriod"/>
            </a:pPr>
            <a:endParaRPr lang="en-US" sz="3200" u="sng" dirty="0">
              <a:latin typeface="+mj-lt"/>
            </a:endParaRPr>
          </a:p>
        </p:txBody>
      </p:sp>
    </p:spTree>
    <p:extLst>
      <p:ext uri="{BB962C8B-B14F-4D97-AF65-F5344CB8AC3E}">
        <p14:creationId xmlns:p14="http://schemas.microsoft.com/office/powerpoint/2010/main" val="1278644388"/>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DEA5B1F-DF62-7F6D-B439-042F3AC70C14}"/>
              </a:ext>
            </a:extLst>
          </p:cNvPr>
          <p:cNvSpPr/>
          <p:nvPr/>
        </p:nvSpPr>
        <p:spPr>
          <a:xfrm>
            <a:off x="0" y="2382339"/>
            <a:ext cx="24384000" cy="11589570"/>
          </a:xfrm>
          <a:prstGeom prst="rect">
            <a:avLst/>
          </a:prstGeom>
          <a:solidFill>
            <a:srgbClr val="875907">
              <a:alpha val="64706"/>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j-lt"/>
              <a:ea typeface="Helvetica Neue Medium"/>
              <a:cs typeface="Helvetica Neue Medium"/>
              <a:sym typeface="Helvetica Neue Medium"/>
            </a:endParaRPr>
          </a:p>
        </p:txBody>
      </p:sp>
      <p:sp>
        <p:nvSpPr>
          <p:cNvPr id="2" name="Title 1">
            <a:extLst>
              <a:ext uri="{FF2B5EF4-FFF2-40B4-BE49-F238E27FC236}">
                <a16:creationId xmlns:a16="http://schemas.microsoft.com/office/drawing/2014/main" id="{06282FFB-061C-E428-69BA-DE94A8D3521F}"/>
              </a:ext>
            </a:extLst>
          </p:cNvPr>
          <p:cNvSpPr>
            <a:spLocks noGrp="1"/>
          </p:cNvSpPr>
          <p:nvPr>
            <p:ph type="title"/>
          </p:nvPr>
        </p:nvSpPr>
        <p:spPr/>
        <p:txBody>
          <a:bodyPr>
            <a:normAutofit fontScale="90000"/>
          </a:bodyPr>
          <a:lstStyle/>
          <a:p>
            <a:r>
              <a:rPr lang="en-US" dirty="0"/>
              <a:t>A little note</a:t>
            </a:r>
          </a:p>
        </p:txBody>
      </p:sp>
      <p:sp>
        <p:nvSpPr>
          <p:cNvPr id="3" name="Text Placeholder 2">
            <a:extLst>
              <a:ext uri="{FF2B5EF4-FFF2-40B4-BE49-F238E27FC236}">
                <a16:creationId xmlns:a16="http://schemas.microsoft.com/office/drawing/2014/main" id="{5C062294-4095-52E5-621A-6F5AADD69FB5}"/>
              </a:ext>
            </a:extLst>
          </p:cNvPr>
          <p:cNvSpPr>
            <a:spLocks noGrp="1"/>
          </p:cNvSpPr>
          <p:nvPr>
            <p:ph type="body" sz="quarter" idx="10"/>
          </p:nvPr>
        </p:nvSpPr>
        <p:spPr/>
        <p:txBody>
          <a:bodyPr/>
          <a:lstStyle/>
          <a:p>
            <a:endParaRPr lang="en-US"/>
          </a:p>
        </p:txBody>
      </p:sp>
      <p:sp>
        <p:nvSpPr>
          <p:cNvPr id="9" name="Content Placeholder 4">
            <a:extLst>
              <a:ext uri="{FF2B5EF4-FFF2-40B4-BE49-F238E27FC236}">
                <a16:creationId xmlns:a16="http://schemas.microsoft.com/office/drawing/2014/main" id="{438A3FC4-B708-E58E-37AA-75F1B0450762}"/>
              </a:ext>
            </a:extLst>
          </p:cNvPr>
          <p:cNvSpPr txBox="1">
            <a:spLocks/>
          </p:cNvSpPr>
          <p:nvPr/>
        </p:nvSpPr>
        <p:spPr>
          <a:xfrm>
            <a:off x="2167377" y="4442614"/>
            <a:ext cx="20006824" cy="740132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chemeClr val="bg1"/>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a:lnSpc>
                <a:spcPct val="150000"/>
              </a:lnSpc>
            </a:pPr>
            <a:r>
              <a:rPr lang="en-US" sz="3200" dirty="0">
                <a:latin typeface="+mj-lt"/>
              </a:rPr>
              <a:t>There are plenty of theory books and software out there, each with their own flowchart symbol and technique. When using software, especially, you will find a slight difference on representing things. Do not be confused and stick to the convention.</a:t>
            </a:r>
          </a:p>
          <a:p>
            <a:pPr>
              <a:lnSpc>
                <a:spcPct val="150000"/>
              </a:lnSpc>
            </a:pPr>
            <a:r>
              <a:rPr lang="en-US" sz="3200" dirty="0">
                <a:latin typeface="+mj-lt"/>
              </a:rPr>
              <a:t>One of the recommended tool is </a:t>
            </a:r>
            <a:r>
              <a:rPr lang="en-US" sz="3200" b="1" u="sng" dirty="0" err="1">
                <a:latin typeface="+mj-lt"/>
              </a:rPr>
              <a:t>Flowgorithm</a:t>
            </a:r>
            <a:r>
              <a:rPr lang="en-US" sz="3200" dirty="0">
                <a:latin typeface="+mj-lt"/>
              </a:rPr>
              <a:t>, which was built using the same theory this slide uses. There are learning curves, however, and stricter design policy.</a:t>
            </a:r>
          </a:p>
          <a:p>
            <a:pPr>
              <a:lnSpc>
                <a:spcPct val="150000"/>
              </a:lnSpc>
            </a:pPr>
            <a:r>
              <a:rPr lang="en-US" sz="3200" dirty="0">
                <a:latin typeface="+mj-lt"/>
              </a:rPr>
              <a:t>Another recommended tools to create flowchart are Draw.io (diagrams.net), </a:t>
            </a:r>
            <a:r>
              <a:rPr lang="en-US" sz="3200" dirty="0" err="1">
                <a:latin typeface="+mj-lt"/>
              </a:rPr>
              <a:t>Lucidchart</a:t>
            </a:r>
            <a:r>
              <a:rPr lang="en-US" sz="3200" dirty="0">
                <a:latin typeface="+mj-lt"/>
              </a:rPr>
              <a:t>, Visual Paradigm, and Miro.</a:t>
            </a:r>
          </a:p>
          <a:p>
            <a:pPr>
              <a:lnSpc>
                <a:spcPct val="150000"/>
              </a:lnSpc>
            </a:pPr>
            <a:endParaRPr lang="en-US" sz="3200" dirty="0">
              <a:latin typeface="+mj-lt"/>
            </a:endParaRPr>
          </a:p>
        </p:txBody>
      </p:sp>
    </p:spTree>
    <p:extLst>
      <p:ext uri="{BB962C8B-B14F-4D97-AF65-F5344CB8AC3E}">
        <p14:creationId xmlns:p14="http://schemas.microsoft.com/office/powerpoint/2010/main" val="3280514127"/>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4070D-6F9C-118E-7427-AB19F4BBBCEC}"/>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3F6799AF-19B9-7CF5-B9BE-79AFE8AA14F9}"/>
              </a:ext>
            </a:extLst>
          </p:cNvPr>
          <p:cNvSpPr>
            <a:spLocks noGrp="1" noRot="1" noMove="1" noResize="1" noEditPoints="1" noAdjustHandles="1" noChangeArrowheads="1" noChangeShapeType="1"/>
          </p:cNvSpPr>
          <p:nvPr/>
        </p:nvSpPr>
        <p:spPr>
          <a:xfrm>
            <a:off x="0" y="2382339"/>
            <a:ext cx="24384000" cy="11589570"/>
          </a:xfrm>
          <a:prstGeom prst="rect">
            <a:avLst/>
          </a:prstGeom>
          <a:solidFill>
            <a:srgbClr val="254FA1">
              <a:alpha val="65098"/>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j-lt"/>
              <a:ea typeface="Helvetica Neue Medium"/>
              <a:cs typeface="Helvetica Neue Medium"/>
              <a:sym typeface="Helvetica Neue Medium"/>
            </a:endParaRPr>
          </a:p>
        </p:txBody>
      </p:sp>
      <p:sp>
        <p:nvSpPr>
          <p:cNvPr id="3" name="Title 2">
            <a:extLst>
              <a:ext uri="{FF2B5EF4-FFF2-40B4-BE49-F238E27FC236}">
                <a16:creationId xmlns:a16="http://schemas.microsoft.com/office/drawing/2014/main" id="{074A8394-30BB-6701-B13E-A8B0AF42EAFB}"/>
              </a:ext>
            </a:extLst>
          </p:cNvPr>
          <p:cNvSpPr>
            <a:spLocks noGrp="1"/>
          </p:cNvSpPr>
          <p:nvPr>
            <p:ph type="title"/>
          </p:nvPr>
        </p:nvSpPr>
        <p:spPr/>
        <p:txBody>
          <a:bodyPr>
            <a:normAutofit fontScale="90000"/>
          </a:bodyPr>
          <a:lstStyle/>
          <a:p>
            <a:r>
              <a:rPr lang="en-US" dirty="0"/>
              <a:t>FOOD FOR THOUGHT</a:t>
            </a:r>
          </a:p>
        </p:txBody>
      </p:sp>
      <p:sp>
        <p:nvSpPr>
          <p:cNvPr id="4" name="Text Placeholder 3">
            <a:extLst>
              <a:ext uri="{FF2B5EF4-FFF2-40B4-BE49-F238E27FC236}">
                <a16:creationId xmlns:a16="http://schemas.microsoft.com/office/drawing/2014/main" id="{3E4BEBBE-93D6-08F2-2998-0F1A996226AA}"/>
              </a:ext>
            </a:extLst>
          </p:cNvPr>
          <p:cNvSpPr>
            <a:spLocks noGrp="1"/>
          </p:cNvSpPr>
          <p:nvPr>
            <p:ph type="body" sz="quarter" idx="10"/>
          </p:nvPr>
        </p:nvSpPr>
        <p:spPr/>
        <p:txBody>
          <a:bodyPr/>
          <a:lstStyle/>
          <a:p>
            <a:endParaRPr lang="en-US"/>
          </a:p>
        </p:txBody>
      </p:sp>
      <p:sp>
        <p:nvSpPr>
          <p:cNvPr id="5" name="Content Placeholder 4">
            <a:extLst>
              <a:ext uri="{FF2B5EF4-FFF2-40B4-BE49-F238E27FC236}">
                <a16:creationId xmlns:a16="http://schemas.microsoft.com/office/drawing/2014/main" id="{B030F012-A313-D5CF-B6CE-7803C1F8EC85}"/>
              </a:ext>
            </a:extLst>
          </p:cNvPr>
          <p:cNvSpPr>
            <a:spLocks noGrp="1"/>
          </p:cNvSpPr>
          <p:nvPr>
            <p:ph sz="quarter" idx="11"/>
          </p:nvPr>
        </p:nvSpPr>
        <p:spPr>
          <a:xfrm>
            <a:off x="2167376" y="4442615"/>
            <a:ext cx="8745789" cy="7757871"/>
          </a:xfrm>
        </p:spPr>
        <p:txBody>
          <a:bodyPr>
            <a:normAutofit/>
          </a:bodyPr>
          <a:lstStyle/>
          <a:p>
            <a:pPr marL="0" indent="0" algn="just">
              <a:buNone/>
            </a:pPr>
            <a:r>
              <a:rPr lang="en-US" sz="3200" dirty="0">
                <a:latin typeface="+mj-lt"/>
              </a:rPr>
              <a:t>It is rarely seen for flowchart to describe every step within a program or task to a minute detail. Although visual representation often provide clarity to the viewer even to the non-technical, when the complexity rises, the visual can get cluttered </a:t>
            </a:r>
            <a:r>
              <a:rPr lang="en-US" sz="3200" b="1" dirty="0">
                <a:latin typeface="+mj-lt"/>
              </a:rPr>
              <a:t>quickly</a:t>
            </a:r>
            <a:r>
              <a:rPr lang="en-US" sz="3200" dirty="0">
                <a:latin typeface="+mj-lt"/>
              </a:rPr>
              <a:t>. The popularity of high-level languages also makes it faster to simply code than to diagram first. Constant change to the code also requires changing the flowchart as well.</a:t>
            </a:r>
          </a:p>
          <a:p>
            <a:pPr marL="0" indent="0" algn="just">
              <a:buNone/>
            </a:pPr>
            <a:r>
              <a:rPr lang="en-US" sz="3200" dirty="0">
                <a:latin typeface="+mj-lt"/>
              </a:rPr>
              <a:t>Nowadays, the usage of flowchart has shifted from representing low-level, logical steps into high-level design architecture or plans.</a:t>
            </a:r>
          </a:p>
        </p:txBody>
      </p:sp>
      <p:pic>
        <p:nvPicPr>
          <p:cNvPr id="11" name="Picture 10">
            <a:extLst>
              <a:ext uri="{FF2B5EF4-FFF2-40B4-BE49-F238E27FC236}">
                <a16:creationId xmlns:a16="http://schemas.microsoft.com/office/drawing/2014/main" id="{6F58CED8-6F7C-3CE5-4559-FA3954011A9C}"/>
              </a:ext>
            </a:extLst>
          </p:cNvPr>
          <p:cNvPicPr>
            <a:picLocks noChangeAspect="1"/>
          </p:cNvPicPr>
          <p:nvPr/>
        </p:nvPicPr>
        <p:blipFill>
          <a:blip r:embed="rId2"/>
          <a:stretch>
            <a:fillRect/>
          </a:stretch>
        </p:blipFill>
        <p:spPr>
          <a:xfrm>
            <a:off x="11846156" y="3766974"/>
            <a:ext cx="11794436" cy="8077862"/>
          </a:xfrm>
          <a:prstGeom prst="rect">
            <a:avLst/>
          </a:prstGeom>
        </p:spPr>
      </p:pic>
      <p:sp>
        <p:nvSpPr>
          <p:cNvPr id="12" name="TextBox 11">
            <a:extLst>
              <a:ext uri="{FF2B5EF4-FFF2-40B4-BE49-F238E27FC236}">
                <a16:creationId xmlns:a16="http://schemas.microsoft.com/office/drawing/2014/main" id="{650E9FA8-97AB-1CF9-C0E7-486B817D33FA}"/>
              </a:ext>
            </a:extLst>
          </p:cNvPr>
          <p:cNvSpPr txBox="1"/>
          <p:nvPr/>
        </p:nvSpPr>
        <p:spPr>
          <a:xfrm>
            <a:off x="11454793" y="12200486"/>
            <a:ext cx="12577162"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r>
              <a:rPr kumimoji="0" lang="en-US" sz="2400" b="0" i="0" u="none" strike="noStrike" cap="none" spc="0" normalizeH="0" baseline="0" dirty="0">
                <a:ln>
                  <a:noFill/>
                </a:ln>
                <a:solidFill>
                  <a:schemeClr val="bg1">
                    <a:lumMod val="95000"/>
                  </a:schemeClr>
                </a:solidFill>
                <a:effectLst/>
                <a:uFillTx/>
                <a:latin typeface="+mn-lt"/>
                <a:ea typeface="+mn-ea"/>
                <a:cs typeface="+mn-cs"/>
                <a:sym typeface="Helvetica Neue"/>
              </a:rPr>
              <a:t>Published flowchart of Runcible by Don </a:t>
            </a:r>
            <a:r>
              <a:rPr lang="en-US" dirty="0">
                <a:solidFill>
                  <a:schemeClr val="bg1">
                    <a:lumMod val="95000"/>
                  </a:schemeClr>
                </a:solidFill>
              </a:rPr>
              <a:t>Knuth (https://tjsawyer.com/B205proglang.php)</a:t>
            </a:r>
            <a:endParaRPr kumimoji="0" lang="en-US" sz="2400" b="0" i="0" u="none" strike="noStrike" cap="none" spc="0" normalizeH="0" baseline="0" dirty="0">
              <a:ln>
                <a:noFill/>
              </a:ln>
              <a:solidFill>
                <a:schemeClr val="bg1">
                  <a:lumMod val="95000"/>
                </a:schemeClr>
              </a:solidFill>
              <a:effectLst/>
              <a:uFillTx/>
              <a:latin typeface="+mn-lt"/>
              <a:ea typeface="+mn-ea"/>
              <a:cs typeface="+mn-cs"/>
              <a:sym typeface="Helvetica Neue"/>
            </a:endParaRPr>
          </a:p>
        </p:txBody>
      </p:sp>
    </p:spTree>
    <p:extLst>
      <p:ext uri="{BB962C8B-B14F-4D97-AF65-F5344CB8AC3E}">
        <p14:creationId xmlns:p14="http://schemas.microsoft.com/office/powerpoint/2010/main" val="3677284340"/>
      </p:ext>
    </p:ext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34BB0AB-02B9-5404-3872-B4EA6DAD8E7A}"/>
              </a:ext>
            </a:extLst>
          </p:cNvPr>
          <p:cNvSpPr/>
          <p:nvPr/>
        </p:nvSpPr>
        <p:spPr>
          <a:xfrm>
            <a:off x="0" y="2382339"/>
            <a:ext cx="24384000" cy="11589570"/>
          </a:xfrm>
          <a:prstGeom prst="rect">
            <a:avLst/>
          </a:prstGeom>
          <a:solidFill>
            <a:srgbClr val="254FA1">
              <a:alpha val="65098"/>
            </a:srgb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mj-lt"/>
              <a:ea typeface="Helvetica Neue Medium"/>
              <a:cs typeface="Helvetica Neue Medium"/>
              <a:sym typeface="Helvetica Neue Medium"/>
            </a:endParaRPr>
          </a:p>
        </p:txBody>
      </p:sp>
      <p:sp>
        <p:nvSpPr>
          <p:cNvPr id="2" name="Title 1">
            <a:extLst>
              <a:ext uri="{FF2B5EF4-FFF2-40B4-BE49-F238E27FC236}">
                <a16:creationId xmlns:a16="http://schemas.microsoft.com/office/drawing/2014/main" id="{50EA6916-B5F5-FC1A-1197-BAF5E09050E3}"/>
              </a:ext>
            </a:extLst>
          </p:cNvPr>
          <p:cNvSpPr>
            <a:spLocks noGrp="1"/>
          </p:cNvSpPr>
          <p:nvPr>
            <p:ph type="title"/>
          </p:nvPr>
        </p:nvSpPr>
        <p:spPr/>
        <p:txBody>
          <a:bodyPr>
            <a:normAutofit fontScale="90000"/>
          </a:bodyPr>
          <a:lstStyle/>
          <a:p>
            <a:r>
              <a:rPr lang="en-US" dirty="0"/>
              <a:t>Exercise</a:t>
            </a:r>
          </a:p>
        </p:txBody>
      </p:sp>
      <p:sp>
        <p:nvSpPr>
          <p:cNvPr id="3" name="Text Placeholder 2">
            <a:extLst>
              <a:ext uri="{FF2B5EF4-FFF2-40B4-BE49-F238E27FC236}">
                <a16:creationId xmlns:a16="http://schemas.microsoft.com/office/drawing/2014/main" id="{B5EB8961-A3D1-0343-0DE8-281D723F8A13}"/>
              </a:ext>
            </a:extLst>
          </p:cNvPr>
          <p:cNvSpPr>
            <a:spLocks noGrp="1"/>
          </p:cNvSpPr>
          <p:nvPr>
            <p:ph type="body" sz="quarter" idx="10"/>
          </p:nvPr>
        </p:nvSpPr>
        <p:spPr>
          <a:xfrm>
            <a:off x="2167377" y="2419728"/>
            <a:ext cx="15834873" cy="803546"/>
          </a:xfrm>
        </p:spPr>
        <p:txBody>
          <a:bodyPr>
            <a:normAutofit/>
          </a:bodyPr>
          <a:lstStyle/>
          <a:p>
            <a:r>
              <a:rPr lang="en-US" dirty="0"/>
              <a:t>Draw flowchart for the following problems</a:t>
            </a:r>
          </a:p>
        </p:txBody>
      </p:sp>
      <p:sp>
        <p:nvSpPr>
          <p:cNvPr id="5" name="Content Placeholder 4">
            <a:extLst>
              <a:ext uri="{FF2B5EF4-FFF2-40B4-BE49-F238E27FC236}">
                <a16:creationId xmlns:a16="http://schemas.microsoft.com/office/drawing/2014/main" id="{E4ED7186-4F63-AC1F-8824-BD1A17C1000E}"/>
              </a:ext>
            </a:extLst>
          </p:cNvPr>
          <p:cNvSpPr>
            <a:spLocks noGrp="1"/>
          </p:cNvSpPr>
          <p:nvPr>
            <p:ph sz="quarter" idx="11"/>
          </p:nvPr>
        </p:nvSpPr>
        <p:spPr>
          <a:xfrm>
            <a:off x="2167376" y="4442614"/>
            <a:ext cx="21050433" cy="7401328"/>
          </a:xfrm>
        </p:spPr>
        <p:txBody>
          <a:bodyPr>
            <a:normAutofit/>
          </a:bodyPr>
          <a:lstStyle/>
          <a:p>
            <a:pPr marL="514350" indent="-514350">
              <a:buAutoNum type="arabicPeriod"/>
            </a:pPr>
            <a:r>
              <a:rPr lang="en-US" sz="3200" dirty="0">
                <a:latin typeface="+mj-lt"/>
              </a:rPr>
              <a:t>Calculate the area and volume and perimeter of a cuboid (rectangular block). User will input the length, width, and height.</a:t>
            </a:r>
          </a:p>
          <a:p>
            <a:pPr marL="514350" indent="-514350">
              <a:buAutoNum type="arabicPeriod"/>
            </a:pPr>
            <a:r>
              <a:rPr lang="en-US" sz="3200" dirty="0">
                <a:latin typeface="+mj-lt"/>
              </a:rPr>
              <a:t>User inputs a positive-value year. Determine whether that year is leap year or not.</a:t>
            </a:r>
          </a:p>
          <a:p>
            <a:pPr marL="514350" indent="-514350">
              <a:buAutoNum type="arabicPeriod"/>
            </a:pPr>
            <a:r>
              <a:rPr lang="en-US" sz="3200" dirty="0">
                <a:latin typeface="+mj-lt"/>
              </a:rPr>
              <a:t>Calculate the factorial of N. User will input N.</a:t>
            </a:r>
          </a:p>
          <a:p>
            <a:pPr marL="514350" indent="-514350">
              <a:buAutoNum type="arabicPeriod"/>
            </a:pPr>
            <a:r>
              <a:rPr lang="en-US" sz="3200" dirty="0">
                <a:latin typeface="+mj-lt"/>
              </a:rPr>
              <a:t>Given a list of student’s score, determine the number of students that pass and fail. The threshold for passing is 65 (65 is also a passing score).</a:t>
            </a:r>
          </a:p>
        </p:txBody>
      </p:sp>
    </p:spTree>
    <p:extLst>
      <p:ext uri="{BB962C8B-B14F-4D97-AF65-F5344CB8AC3E}">
        <p14:creationId xmlns:p14="http://schemas.microsoft.com/office/powerpoint/2010/main" val="1354930"/>
      </p:ext>
    </p:ext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59DB3-C9D3-6129-8D17-775EC7D69FB9}"/>
              </a:ext>
            </a:extLst>
          </p:cNvPr>
          <p:cNvSpPr>
            <a:spLocks noGrp="1"/>
          </p:cNvSpPr>
          <p:nvPr>
            <p:ph type="title"/>
          </p:nvPr>
        </p:nvSpPr>
        <p:spPr/>
        <p:txBody>
          <a:bodyPr>
            <a:normAutofit fontScale="90000"/>
          </a:bodyPr>
          <a:lstStyle/>
          <a:p>
            <a:r>
              <a:rPr lang="en-US" dirty="0"/>
              <a:t>References</a:t>
            </a:r>
          </a:p>
        </p:txBody>
      </p:sp>
      <p:sp>
        <p:nvSpPr>
          <p:cNvPr id="5" name="Content Placeholder 4">
            <a:extLst>
              <a:ext uri="{FF2B5EF4-FFF2-40B4-BE49-F238E27FC236}">
                <a16:creationId xmlns:a16="http://schemas.microsoft.com/office/drawing/2014/main" id="{E1A5AA8C-4BB7-A044-8583-7F8F7CA605C1}"/>
              </a:ext>
            </a:extLst>
          </p:cNvPr>
          <p:cNvSpPr txBox="1">
            <a:spLocks/>
          </p:cNvSpPr>
          <p:nvPr/>
        </p:nvSpPr>
        <p:spPr>
          <a:xfrm>
            <a:off x="2167377" y="4442614"/>
            <a:ext cx="20006824" cy="683498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ormAutofit/>
          </a:bodyPr>
          <a:lstStyle>
            <a:lvl1pPr marL="0" marR="0" indent="0" algn="l" defTabSz="2438338" rtl="0" eaLnBrk="1" latinLnBrk="0" hangingPunct="1">
              <a:lnSpc>
                <a:spcPct val="90000"/>
              </a:lnSpc>
              <a:spcBef>
                <a:spcPts val="4500"/>
              </a:spcBef>
              <a:spcAft>
                <a:spcPts val="0"/>
              </a:spcAft>
              <a:buClrTx/>
              <a:buSzPct val="123000"/>
              <a:buFontTx/>
              <a:buNone/>
              <a:tabLst/>
              <a:defRPr sz="4800" b="0" i="0" u="none" strike="noStrike" cap="none" spc="0" baseline="0">
                <a:solidFill>
                  <a:schemeClr val="bg1"/>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Open Sans Light" panose="020B0606030504020204" pitchFamily="34" charset="0"/>
                <a:ea typeface="Open Sans Light" panose="020B0606030504020204" pitchFamily="34" charset="0"/>
                <a:cs typeface="Open Sans Light" panose="020B0606030504020204" pitchFamily="34" charset="0"/>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a:lstStyle>
          <a:p>
            <a:pPr>
              <a:lnSpc>
                <a:spcPct val="150000"/>
              </a:lnSpc>
            </a:pPr>
            <a:r>
              <a:rPr lang="en-US" sz="3200" dirty="0">
                <a:solidFill>
                  <a:schemeClr val="tx1">
                    <a:lumMod val="50000"/>
                  </a:schemeClr>
                </a:solidFill>
                <a:latin typeface="+mj-lt"/>
              </a:rPr>
              <a:t>Gaddis, T. (2022). Starting Out with Programming Logic and Design 6th Edition.</a:t>
            </a:r>
            <a:br>
              <a:rPr lang="en-US" sz="3200" dirty="0">
                <a:solidFill>
                  <a:schemeClr val="tx1">
                    <a:lumMod val="50000"/>
                  </a:schemeClr>
                </a:solidFill>
                <a:latin typeface="+mj-lt"/>
              </a:rPr>
            </a:br>
            <a:r>
              <a:rPr lang="en-US" sz="3200" dirty="0">
                <a:solidFill>
                  <a:schemeClr val="tx1">
                    <a:lumMod val="50000"/>
                  </a:schemeClr>
                </a:solidFill>
                <a:latin typeface="+mj-lt"/>
              </a:rPr>
              <a:t>ISBN: 9780137602018 / 9780137602148 </a:t>
            </a:r>
          </a:p>
        </p:txBody>
      </p:sp>
    </p:spTree>
    <p:extLst>
      <p:ext uri="{BB962C8B-B14F-4D97-AF65-F5344CB8AC3E}">
        <p14:creationId xmlns:p14="http://schemas.microsoft.com/office/powerpoint/2010/main" val="2209554331"/>
      </p:ext>
    </p:ext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3D077BB-F08D-9DAA-C767-8628DE54DF28}"/>
              </a:ext>
            </a:extLst>
          </p:cNvPr>
          <p:cNvSpPr>
            <a:spLocks noGrp="1"/>
          </p:cNvSpPr>
          <p:nvPr>
            <p:ph type="body" sz="quarter" idx="1"/>
          </p:nvPr>
        </p:nvSpPr>
        <p:spPr/>
        <p:txBody>
          <a:bodyPr/>
          <a:lstStyle/>
          <a:p>
            <a:endParaRPr lang="en-US"/>
          </a:p>
        </p:txBody>
      </p:sp>
      <p:sp>
        <p:nvSpPr>
          <p:cNvPr id="5" name="Title 4">
            <a:extLst>
              <a:ext uri="{FF2B5EF4-FFF2-40B4-BE49-F238E27FC236}">
                <a16:creationId xmlns:a16="http://schemas.microsoft.com/office/drawing/2014/main" id="{1140456B-40FD-D3AA-48D4-4D8CA5B1DC5C}"/>
              </a:ext>
            </a:extLst>
          </p:cNvPr>
          <p:cNvSpPr>
            <a:spLocks noGrp="1"/>
          </p:cNvSpPr>
          <p:nvPr>
            <p:ph type="title"/>
          </p:nvPr>
        </p:nvSpPr>
        <p:spPr/>
        <p:txBody>
          <a:bodyPr/>
          <a:lstStyle/>
          <a:p>
            <a:r>
              <a:rPr lang="en-US" dirty="0"/>
              <a:t>Thank you</a:t>
            </a:r>
          </a:p>
        </p:txBody>
      </p:sp>
      <p:sp>
        <p:nvSpPr>
          <p:cNvPr id="7" name="Text Placeholder 6">
            <a:extLst>
              <a:ext uri="{FF2B5EF4-FFF2-40B4-BE49-F238E27FC236}">
                <a16:creationId xmlns:a16="http://schemas.microsoft.com/office/drawing/2014/main" id="{449B381B-80DB-C4F9-B7CC-F7FD40DC0393}"/>
              </a:ext>
            </a:extLst>
          </p:cNvPr>
          <p:cNvSpPr>
            <a:spLocks noGrp="1"/>
          </p:cNvSpPr>
          <p:nvPr>
            <p:ph type="body" sz="quarter" idx="10"/>
          </p:nvPr>
        </p:nvSpPr>
        <p:spPr/>
        <p:txBody>
          <a:bodyPr>
            <a:normAutofit lnSpcReduction="10000"/>
          </a:bodyPr>
          <a:lstStyle/>
          <a:p>
            <a:endParaRPr lang="en-US"/>
          </a:p>
        </p:txBody>
      </p:sp>
    </p:spTree>
    <p:extLst>
      <p:ext uri="{BB962C8B-B14F-4D97-AF65-F5344CB8AC3E}">
        <p14:creationId xmlns:p14="http://schemas.microsoft.com/office/powerpoint/2010/main" val="3680879326"/>
      </p:ext>
    </p:extLst>
  </p:cSld>
  <p:clrMapOvr>
    <a:masterClrMapping/>
  </p:clrMapOvr>
  <p:transition spd="med"/>
</p:sld>
</file>

<file path=ppt/theme/theme1.xml><?xml version="1.0" encoding="utf-8"?>
<a:theme xmlns:a="http://schemas.openxmlformats.org/drawingml/2006/main" name="21_BasicWhite">
  <a:themeElements>
    <a:clrScheme name="21_BasicWhite">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Custom 1">
      <a:majorFont>
        <a:latin typeface="Open Sans"/>
        <a:ea typeface=""/>
        <a:cs typeface=""/>
      </a:majorFont>
      <a:minorFont>
        <a:latin typeface="Open Sans"/>
        <a:ea typeface=""/>
        <a:cs typefac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BINUS Learning Object Slide Template 2023  -  Read-Only" id="{0B9ADDDE-C7FD-42D8-83B7-6621693F3C5D}" vid="{472DF894-1FEC-4319-A5F3-1F8BDBEC1F3D}"/>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Template Online Resources 2023_Binus University_BHE Logo</Template>
  <TotalTime>2188</TotalTime>
  <Words>4445</Words>
  <Application>Microsoft Office PowerPoint</Application>
  <PresentationFormat>Custom</PresentationFormat>
  <Paragraphs>550</Paragraphs>
  <Slides>55</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55</vt:i4>
      </vt:variant>
    </vt:vector>
  </HeadingPairs>
  <TitlesOfParts>
    <vt:vector size="62" baseType="lpstr">
      <vt:lpstr>Open Sans ExtraBold</vt:lpstr>
      <vt:lpstr>Courier New</vt:lpstr>
      <vt:lpstr>OCRB</vt:lpstr>
      <vt:lpstr>Open Sans Semibold</vt:lpstr>
      <vt:lpstr>Open Sans Light</vt:lpstr>
      <vt:lpstr>Arial</vt:lpstr>
      <vt:lpstr>21_BasicWhite</vt:lpstr>
      <vt:lpstr>Introduction to Flowchart</vt:lpstr>
      <vt:lpstr>Learning Outcomes</vt:lpstr>
      <vt:lpstr>Outline</vt:lpstr>
      <vt:lpstr>What is a flowchart?</vt:lpstr>
      <vt:lpstr>Going back to the fundamentals</vt:lpstr>
      <vt:lpstr>What is a flowchart?</vt:lpstr>
      <vt:lpstr>Going Back in Time</vt:lpstr>
      <vt:lpstr>Standard symbols</vt:lpstr>
      <vt:lpstr>Refreshment = variable</vt:lpstr>
      <vt:lpstr>Standard Symbols</vt:lpstr>
      <vt:lpstr>List of Symbols</vt:lpstr>
      <vt:lpstr>Terminal Symbols</vt:lpstr>
      <vt:lpstr>Terminal Symbols</vt:lpstr>
      <vt:lpstr>Terminal Symbols</vt:lpstr>
      <vt:lpstr>Arrow</vt:lpstr>
      <vt:lpstr>Arrow</vt:lpstr>
      <vt:lpstr>Arrow</vt:lpstr>
      <vt:lpstr>arrow</vt:lpstr>
      <vt:lpstr>I/O Symbol</vt:lpstr>
      <vt:lpstr>I/O Symbol</vt:lpstr>
      <vt:lpstr>I/O Symbol</vt:lpstr>
      <vt:lpstr>Process Symbol</vt:lpstr>
      <vt:lpstr>Process Symbol</vt:lpstr>
      <vt:lpstr>Decision Symbol</vt:lpstr>
      <vt:lpstr>Decision Symbol</vt:lpstr>
      <vt:lpstr>Decision Symbol</vt:lpstr>
      <vt:lpstr>Decision Symbol</vt:lpstr>
      <vt:lpstr>Decision Symbol</vt:lpstr>
      <vt:lpstr>Going back to the asterisk</vt:lpstr>
      <vt:lpstr>Iteration</vt:lpstr>
      <vt:lpstr>Iteration</vt:lpstr>
      <vt:lpstr>Iteration</vt:lpstr>
      <vt:lpstr>Iteration</vt:lpstr>
      <vt:lpstr>Iteration</vt:lpstr>
      <vt:lpstr>Iteration</vt:lpstr>
      <vt:lpstr>Iteration</vt:lpstr>
      <vt:lpstr>Iteration</vt:lpstr>
      <vt:lpstr>iteration</vt:lpstr>
      <vt:lpstr>For-Loop symbol</vt:lpstr>
      <vt:lpstr>For-Loop symbol</vt:lpstr>
      <vt:lpstr>For-Loop symbol</vt:lpstr>
      <vt:lpstr>iteration</vt:lpstr>
      <vt:lpstr>Connector</vt:lpstr>
      <vt:lpstr>Connector</vt:lpstr>
      <vt:lpstr>Connector</vt:lpstr>
      <vt:lpstr>Connector</vt:lpstr>
      <vt:lpstr>Connector</vt:lpstr>
      <vt:lpstr>Reading and drawing the flowchart</vt:lpstr>
      <vt:lpstr>Reading the flowchart</vt:lpstr>
      <vt:lpstr>Drawing the flowchart</vt:lpstr>
      <vt:lpstr>A little note</vt:lpstr>
      <vt:lpstr>FOOD FOR THOUGHT</vt:lpstr>
      <vt:lpstr>Exercise</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Katherina Anastasya Samosir</dc:creator>
  <cp:lastModifiedBy>Nicholaus Hendrik Jeremy</cp:lastModifiedBy>
  <cp:revision>2</cp:revision>
  <dcterms:created xsi:type="dcterms:W3CDTF">2025-04-16T03:14:16Z</dcterms:created>
  <dcterms:modified xsi:type="dcterms:W3CDTF">2026-06-25T09:25:52Z</dcterms:modified>
</cp:coreProperties>
</file>