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7"/>
  </p:notesMasterIdLst>
  <p:sldIdLst>
    <p:sldId id="256" r:id="rId2"/>
    <p:sldId id="257" r:id="rId3"/>
    <p:sldId id="258" r:id="rId4"/>
    <p:sldId id="260" r:id="rId5"/>
    <p:sldId id="263" r:id="rId6"/>
    <p:sldId id="262" r:id="rId7"/>
    <p:sldId id="264" r:id="rId8"/>
    <p:sldId id="286" r:id="rId9"/>
    <p:sldId id="273" r:id="rId10"/>
    <p:sldId id="274" r:id="rId11"/>
    <p:sldId id="276" r:id="rId12"/>
    <p:sldId id="277" r:id="rId13"/>
    <p:sldId id="278" r:id="rId14"/>
    <p:sldId id="279" r:id="rId15"/>
    <p:sldId id="280" r:id="rId16"/>
    <p:sldId id="281" r:id="rId17"/>
    <p:sldId id="282" r:id="rId18"/>
    <p:sldId id="284" r:id="rId19"/>
    <p:sldId id="267" r:id="rId20"/>
    <p:sldId id="287" r:id="rId21"/>
    <p:sldId id="288" r:id="rId22"/>
    <p:sldId id="289" r:id="rId23"/>
    <p:sldId id="290" r:id="rId24"/>
    <p:sldId id="291" r:id="rId25"/>
    <p:sldId id="292" r:id="rId26"/>
    <p:sldId id="293" r:id="rId27"/>
    <p:sldId id="294" r:id="rId28"/>
    <p:sldId id="295" r:id="rId29"/>
    <p:sldId id="297" r:id="rId30"/>
    <p:sldId id="296" r:id="rId31"/>
    <p:sldId id="312" r:id="rId32"/>
    <p:sldId id="314" r:id="rId33"/>
    <p:sldId id="311" r:id="rId34"/>
    <p:sldId id="259" r:id="rId35"/>
    <p:sldId id="306" r:id="rId36"/>
  </p:sldIdLst>
  <p:sldSz cx="24384000" cy="13716000"/>
  <p:notesSz cx="6858000" cy="9144000"/>
  <p:embeddedFontLst>
    <p:embeddedFont>
      <p:font typeface="OCRB" panose="020B0609020202020204" pitchFamily="49" charset="0"/>
      <p:regular r:id="rId38"/>
    </p:embeddedFont>
    <p:embeddedFont>
      <p:font typeface="Open Sans ExtraBold" panose="020B0906030804020204" pitchFamily="34" charset="0"/>
      <p:bold r:id="rId39"/>
      <p:italic r:id="rId40"/>
      <p:boldItalic r:id="rId41"/>
    </p:embeddedFont>
    <p:embeddedFont>
      <p:font typeface="Open Sans Light" panose="020B0306030504020204" pitchFamily="34" charset="0"/>
      <p:regular r:id="rId42"/>
      <p:italic r:id="rId43"/>
    </p:embeddedFont>
    <p:embeddedFont>
      <p:font typeface="Open Sans Semibold" panose="020B0706030804020204" pitchFamily="34" charset="0"/>
      <p:bold r:id="rId44"/>
      <p:boldItalic r:id="rId4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121"/>
    <a:srgbClr val="4A4A4A"/>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42" autoAdjust="0"/>
    <p:restoredTop sz="96247" autoAdjust="0"/>
  </p:normalViewPr>
  <p:slideViewPr>
    <p:cSldViewPr snapToGrid="0" snapToObjects="1">
      <p:cViewPr varScale="1">
        <p:scale>
          <a:sx n="52" d="100"/>
          <a:sy n="52" d="100"/>
        </p:scale>
        <p:origin x="870" y="10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aus Hendrik Jeremy" userId="050fe605-ebde-4dd7-903d-4aca7e74020c" providerId="ADAL" clId="{A2F88768-BF52-4650-89C9-6A6704974A83}"/>
    <pc:docChg chg="undo custSel addSld delSld modSld sldOrd">
      <pc:chgData name="Nicholaus Hendrik Jeremy" userId="050fe605-ebde-4dd7-903d-4aca7e74020c" providerId="ADAL" clId="{A2F88768-BF52-4650-89C9-6A6704974A83}" dt="2026-06-23T09:33:35.330" v="18536" actId="2696"/>
      <pc:docMkLst>
        <pc:docMk/>
      </pc:docMkLst>
      <pc:sldChg chg="modSp mod">
        <pc:chgData name="Nicholaus Hendrik Jeremy" userId="050fe605-ebde-4dd7-903d-4aca7e74020c" providerId="ADAL" clId="{A2F88768-BF52-4650-89C9-6A6704974A83}" dt="2026-06-09T07:15:52.825" v="6324" actId="20577"/>
        <pc:sldMkLst>
          <pc:docMk/>
          <pc:sldMk cId="3807564589" sldId="256"/>
        </pc:sldMkLst>
        <pc:spChg chg="mod">
          <ac:chgData name="Nicholaus Hendrik Jeremy" userId="050fe605-ebde-4dd7-903d-4aca7e74020c" providerId="ADAL" clId="{A2F88768-BF52-4650-89C9-6A6704974A83}" dt="2026-06-09T07:15:52.825" v="6324" actId="20577"/>
          <ac:spMkLst>
            <pc:docMk/>
            <pc:sldMk cId="3807564589" sldId="256"/>
            <ac:spMk id="3" creationId="{05C0E2BF-BBBC-BF27-4255-C5149D193112}"/>
          </ac:spMkLst>
        </pc:spChg>
      </pc:sldChg>
      <pc:sldChg chg="addSp delSp modSp new mod">
        <pc:chgData name="Nicholaus Hendrik Jeremy" userId="050fe605-ebde-4dd7-903d-4aca7e74020c" providerId="ADAL" clId="{A2F88768-BF52-4650-89C9-6A6704974A83}" dt="2026-06-09T07:28:25.805" v="6724" actId="20577"/>
        <pc:sldMkLst>
          <pc:docMk/>
          <pc:sldMk cId="2770642273" sldId="258"/>
        </pc:sldMkLst>
        <pc:spChg chg="add mod">
          <ac:chgData name="Nicholaus Hendrik Jeremy" userId="050fe605-ebde-4dd7-903d-4aca7e74020c" providerId="ADAL" clId="{A2F88768-BF52-4650-89C9-6A6704974A83}" dt="2026-06-09T07:28:25.805" v="6724" actId="20577"/>
          <ac:spMkLst>
            <pc:docMk/>
            <pc:sldMk cId="2770642273" sldId="258"/>
            <ac:spMk id="8" creationId="{953430F5-4513-BB9F-6CCB-F51B24DE6D38}"/>
          </ac:spMkLst>
        </pc:spChg>
      </pc:sldChg>
      <pc:sldChg chg="addSp modSp add mod">
        <pc:chgData name="Nicholaus Hendrik Jeremy" userId="050fe605-ebde-4dd7-903d-4aca7e74020c" providerId="ADAL" clId="{A2F88768-BF52-4650-89C9-6A6704974A83}" dt="2026-06-09T07:20:17.703" v="6481" actId="2711"/>
        <pc:sldMkLst>
          <pc:docMk/>
          <pc:sldMk cId="312487503" sldId="262"/>
        </pc:sldMkLst>
        <pc:spChg chg="mod">
          <ac:chgData name="Nicholaus Hendrik Jeremy" userId="050fe605-ebde-4dd7-903d-4aca7e74020c" providerId="ADAL" clId="{A2F88768-BF52-4650-89C9-6A6704974A83}" dt="2026-06-09T07:18:59.322" v="6471" actId="2711"/>
          <ac:spMkLst>
            <pc:docMk/>
            <pc:sldMk cId="312487503" sldId="262"/>
            <ac:spMk id="5" creationId="{C158A593-42FA-6914-99CB-9B33C0E4E8FE}"/>
          </ac:spMkLst>
        </pc:spChg>
        <pc:spChg chg="add mod">
          <ac:chgData name="Nicholaus Hendrik Jeremy" userId="050fe605-ebde-4dd7-903d-4aca7e74020c" providerId="ADAL" clId="{A2F88768-BF52-4650-89C9-6A6704974A83}" dt="2026-06-09T07:20:17.703" v="6481" actId="2711"/>
          <ac:spMkLst>
            <pc:docMk/>
            <pc:sldMk cId="312487503" sldId="262"/>
            <ac:spMk id="6" creationId="{5A5629AC-4C2F-5CCE-4DE5-C50EEC3E284F}"/>
          </ac:spMkLst>
        </pc:spChg>
        <pc:spChg chg="add mod">
          <ac:chgData name="Nicholaus Hendrik Jeremy" userId="050fe605-ebde-4dd7-903d-4aca7e74020c" providerId="ADAL" clId="{A2F88768-BF52-4650-89C9-6A6704974A83}" dt="2026-06-09T07:20:17.703" v="6481" actId="2711"/>
          <ac:spMkLst>
            <pc:docMk/>
            <pc:sldMk cId="312487503" sldId="262"/>
            <ac:spMk id="15" creationId="{C22990A9-1EDC-55D8-ED0F-E3ABC89EA83F}"/>
          </ac:spMkLst>
        </pc:spChg>
        <pc:spChg chg="add mod">
          <ac:chgData name="Nicholaus Hendrik Jeremy" userId="050fe605-ebde-4dd7-903d-4aca7e74020c" providerId="ADAL" clId="{A2F88768-BF52-4650-89C9-6A6704974A83}" dt="2026-06-09T07:20:17.703" v="6481" actId="2711"/>
          <ac:spMkLst>
            <pc:docMk/>
            <pc:sldMk cId="312487503" sldId="262"/>
            <ac:spMk id="16" creationId="{D1C245E7-B82A-E9C5-065F-05813A36F2E9}"/>
          </ac:spMkLst>
        </pc:spChg>
        <pc:spChg chg="add mod">
          <ac:chgData name="Nicholaus Hendrik Jeremy" userId="050fe605-ebde-4dd7-903d-4aca7e74020c" providerId="ADAL" clId="{A2F88768-BF52-4650-89C9-6A6704974A83}" dt="2026-06-09T07:20:05.083" v="6480" actId="2711"/>
          <ac:spMkLst>
            <pc:docMk/>
            <pc:sldMk cId="312487503" sldId="262"/>
            <ac:spMk id="17" creationId="{254585A8-6AD7-097D-E535-3D0ACD04ADDD}"/>
          </ac:spMkLst>
        </pc:spChg>
        <pc:spChg chg="add mod">
          <ac:chgData name="Nicholaus Hendrik Jeremy" userId="050fe605-ebde-4dd7-903d-4aca7e74020c" providerId="ADAL" clId="{A2F88768-BF52-4650-89C9-6A6704974A83}" dt="2026-06-09T07:20:05.083" v="6480" actId="2711"/>
          <ac:spMkLst>
            <pc:docMk/>
            <pc:sldMk cId="312487503" sldId="262"/>
            <ac:spMk id="18" creationId="{EE354475-BA44-8FFB-3656-2561D390E7CA}"/>
          </ac:spMkLst>
        </pc:spChg>
        <pc:spChg chg="add mod">
          <ac:chgData name="Nicholaus Hendrik Jeremy" userId="050fe605-ebde-4dd7-903d-4aca7e74020c" providerId="ADAL" clId="{A2F88768-BF52-4650-89C9-6A6704974A83}" dt="2026-06-09T07:20:05.083" v="6480" actId="2711"/>
          <ac:spMkLst>
            <pc:docMk/>
            <pc:sldMk cId="312487503" sldId="262"/>
            <ac:spMk id="19" creationId="{F380C582-6156-787F-960F-45B0649DBAA8}"/>
          </ac:spMkLst>
        </pc:spChg>
      </pc:sldChg>
      <pc:sldChg chg="addSp delSp modSp add mod ord">
        <pc:chgData name="Nicholaus Hendrik Jeremy" userId="050fe605-ebde-4dd7-903d-4aca7e74020c" providerId="ADAL" clId="{A2F88768-BF52-4650-89C9-6A6704974A83}" dt="2026-06-09T07:19:20.015" v="6477" actId="34135"/>
        <pc:sldMkLst>
          <pc:docMk/>
          <pc:sldMk cId="4092905851" sldId="263"/>
        </pc:sldMkLst>
        <pc:spChg chg="add mod ord">
          <ac:chgData name="Nicholaus Hendrik Jeremy" userId="050fe605-ebde-4dd7-903d-4aca7e74020c" providerId="ADAL" clId="{A2F88768-BF52-4650-89C9-6A6704974A83}" dt="2026-06-09T07:19:20.015" v="6477" actId="34135"/>
          <ac:spMkLst>
            <pc:docMk/>
            <pc:sldMk cId="4092905851" sldId="263"/>
            <ac:spMk id="4" creationId="{E98F1FE9-B42B-AF19-80B8-B47CF24136D5}"/>
          </ac:spMkLst>
        </pc:spChg>
      </pc:sldChg>
      <pc:sldChg chg="addSp delSp modSp add del mod modShow">
        <pc:chgData name="Nicholaus Hendrik Jeremy" userId="050fe605-ebde-4dd7-903d-4aca7e74020c" providerId="ADAL" clId="{A2F88768-BF52-4650-89C9-6A6704974A83}" dt="2026-06-23T09:33:35.330" v="18536" actId="2696"/>
        <pc:sldMkLst>
          <pc:docMk/>
          <pc:sldMk cId="3097362576" sldId="265"/>
        </pc:sldMkLst>
      </pc:sldChg>
      <pc:sldChg chg="addSp delSp modSp add mod">
        <pc:chgData name="Nicholaus Hendrik Jeremy" userId="050fe605-ebde-4dd7-903d-4aca7e74020c" providerId="ADAL" clId="{A2F88768-BF52-4650-89C9-6A6704974A83}" dt="2026-06-09T10:30:48.802" v="11724" actId="948"/>
        <pc:sldMkLst>
          <pc:docMk/>
          <pc:sldMk cId="4175212829" sldId="267"/>
        </pc:sldMkLst>
        <pc:spChg chg="mod">
          <ac:chgData name="Nicholaus Hendrik Jeremy" userId="050fe605-ebde-4dd7-903d-4aca7e74020c" providerId="ADAL" clId="{A2F88768-BF52-4650-89C9-6A6704974A83}" dt="2026-06-05T02:56:40.807" v="4093" actId="20577"/>
          <ac:spMkLst>
            <pc:docMk/>
            <pc:sldMk cId="4175212829" sldId="267"/>
            <ac:spMk id="2" creationId="{B0B55603-5B9A-D2A6-542D-94F58326114A}"/>
          </ac:spMkLst>
        </pc:spChg>
        <pc:spChg chg="mod">
          <ac:chgData name="Nicholaus Hendrik Jeremy" userId="050fe605-ebde-4dd7-903d-4aca7e74020c" providerId="ADAL" clId="{A2F88768-BF52-4650-89C9-6A6704974A83}" dt="2026-06-09T10:30:48.802" v="11724" actId="948"/>
          <ac:spMkLst>
            <pc:docMk/>
            <pc:sldMk cId="4175212829" sldId="267"/>
            <ac:spMk id="4" creationId="{ADFA09C2-B633-0B20-DE18-C0554A45B6A6}"/>
          </ac:spMkLst>
        </pc:spChg>
      </pc:sldChg>
      <pc:sldChg chg="modSp add del mod modShow">
        <pc:chgData name="Nicholaus Hendrik Jeremy" userId="050fe605-ebde-4dd7-903d-4aca7e74020c" providerId="ADAL" clId="{A2F88768-BF52-4650-89C9-6A6704974A83}" dt="2026-06-23T09:33:35.330" v="18536" actId="2696"/>
        <pc:sldMkLst>
          <pc:docMk/>
          <pc:sldMk cId="158818677" sldId="268"/>
        </pc:sldMkLst>
      </pc:sldChg>
      <pc:sldChg chg="modSp new add del mod">
        <pc:chgData name="Nicholaus Hendrik Jeremy" userId="050fe605-ebde-4dd7-903d-4aca7e74020c" providerId="ADAL" clId="{A2F88768-BF52-4650-89C9-6A6704974A83}" dt="2026-06-09T09:12:22.416" v="10487" actId="2696"/>
        <pc:sldMkLst>
          <pc:docMk/>
          <pc:sldMk cId="3641481050" sldId="273"/>
        </pc:sldMkLst>
        <pc:spChg chg="mod">
          <ac:chgData name="Nicholaus Hendrik Jeremy" userId="050fe605-ebde-4dd7-903d-4aca7e74020c" providerId="ADAL" clId="{A2F88768-BF52-4650-89C9-6A6704974A83}" dt="2026-06-09T09:12:14.817" v="10485"/>
          <ac:spMkLst>
            <pc:docMk/>
            <pc:sldMk cId="3641481050" sldId="273"/>
            <ac:spMk id="2" creationId="{58FEFB00-B167-BB9A-B564-55FA8570F7E1}"/>
          </ac:spMkLst>
        </pc:spChg>
      </pc:sldChg>
      <pc:sldChg chg="addSp delSp modSp add mod">
        <pc:chgData name="Nicholaus Hendrik Jeremy" userId="050fe605-ebde-4dd7-903d-4aca7e74020c" providerId="ADAL" clId="{A2F88768-BF52-4650-89C9-6A6704974A83}" dt="2026-06-09T07:25:55.382" v="6594" actId="1076"/>
        <pc:sldMkLst>
          <pc:docMk/>
          <pc:sldMk cId="486224700" sldId="274"/>
        </pc:sldMkLst>
        <pc:spChg chg="mod">
          <ac:chgData name="Nicholaus Hendrik Jeremy" userId="050fe605-ebde-4dd7-903d-4aca7e74020c" providerId="ADAL" clId="{A2F88768-BF52-4650-89C9-6A6704974A83}" dt="2026-06-05T03:25:39.410" v="4716" actId="20577"/>
          <ac:spMkLst>
            <pc:docMk/>
            <pc:sldMk cId="486224700" sldId="274"/>
            <ac:spMk id="2" creationId="{9E1E8C32-24A2-0ED8-5B24-C916CB66B668}"/>
          </ac:spMkLst>
        </pc:spChg>
        <pc:spChg chg="mod">
          <ac:chgData name="Nicholaus Hendrik Jeremy" userId="050fe605-ebde-4dd7-903d-4aca7e74020c" providerId="ADAL" clId="{A2F88768-BF52-4650-89C9-6A6704974A83}" dt="2026-06-09T07:25:24.738" v="6585" actId="14100"/>
          <ac:spMkLst>
            <pc:docMk/>
            <pc:sldMk cId="486224700" sldId="274"/>
            <ac:spMk id="4" creationId="{017B6912-BFC3-39DE-940C-70A688A71FAE}"/>
          </ac:spMkLst>
        </pc:spChg>
        <pc:spChg chg="add mod">
          <ac:chgData name="Nicholaus Hendrik Jeremy" userId="050fe605-ebde-4dd7-903d-4aca7e74020c" providerId="ADAL" clId="{A2F88768-BF52-4650-89C9-6A6704974A83}" dt="2026-06-09T07:25:55.382" v="6594" actId="1076"/>
          <ac:spMkLst>
            <pc:docMk/>
            <pc:sldMk cId="486224700" sldId="274"/>
            <ac:spMk id="10" creationId="{3BCDC1A9-E5BF-0873-D0E4-C1D8FADD4DFF}"/>
          </ac:spMkLst>
        </pc:spChg>
        <pc:picChg chg="add mod">
          <ac:chgData name="Nicholaus Hendrik Jeremy" userId="050fe605-ebde-4dd7-903d-4aca7e74020c" providerId="ADAL" clId="{A2F88768-BF52-4650-89C9-6A6704974A83}" dt="2026-06-09T07:24:56.355" v="6555" actId="1076"/>
          <ac:picMkLst>
            <pc:docMk/>
            <pc:sldMk cId="486224700" sldId="274"/>
            <ac:picMk id="8" creationId="{6752B1B8-E910-8F99-BFE6-4D41B33F6673}"/>
          </ac:picMkLst>
        </pc:picChg>
      </pc:sldChg>
      <pc:sldChg chg="modSp add mod">
        <pc:chgData name="Nicholaus Hendrik Jeremy" userId="050fe605-ebde-4dd7-903d-4aca7e74020c" providerId="ADAL" clId="{A2F88768-BF52-4650-89C9-6A6704974A83}" dt="2026-06-09T07:27:11.831" v="6723" actId="20577"/>
        <pc:sldMkLst>
          <pc:docMk/>
          <pc:sldMk cId="1474022336" sldId="276"/>
        </pc:sldMkLst>
        <pc:spChg chg="mod">
          <ac:chgData name="Nicholaus Hendrik Jeremy" userId="050fe605-ebde-4dd7-903d-4aca7e74020c" providerId="ADAL" clId="{A2F88768-BF52-4650-89C9-6A6704974A83}" dt="2026-06-09T07:27:11.831" v="6723" actId="20577"/>
          <ac:spMkLst>
            <pc:docMk/>
            <pc:sldMk cId="1474022336" sldId="276"/>
            <ac:spMk id="4" creationId="{9C25FBA5-FCCB-5673-D865-5A20F9EDBD9F}"/>
          </ac:spMkLst>
        </pc:spChg>
      </pc:sldChg>
      <pc:sldChg chg="addSp delSp modSp add mod">
        <pc:chgData name="Nicholaus Hendrik Jeremy" userId="050fe605-ebde-4dd7-903d-4aca7e74020c" providerId="ADAL" clId="{A2F88768-BF52-4650-89C9-6A6704974A83}" dt="2026-06-09T07:50:21.335" v="7521" actId="207"/>
        <pc:sldMkLst>
          <pc:docMk/>
          <pc:sldMk cId="118518900" sldId="277"/>
        </pc:sldMkLst>
        <pc:spChg chg="mod">
          <ac:chgData name="Nicholaus Hendrik Jeremy" userId="050fe605-ebde-4dd7-903d-4aca7e74020c" providerId="ADAL" clId="{A2F88768-BF52-4650-89C9-6A6704974A83}" dt="2026-06-09T07:50:12.471" v="7519" actId="207"/>
          <ac:spMkLst>
            <pc:docMk/>
            <pc:sldMk cId="118518900" sldId="277"/>
            <ac:spMk id="4" creationId="{224A27E8-CA35-FF96-247A-01C4236E6FC9}"/>
          </ac:spMkLst>
        </pc:spChg>
        <pc:spChg chg="add mod">
          <ac:chgData name="Nicholaus Hendrik Jeremy" userId="050fe605-ebde-4dd7-903d-4aca7e74020c" providerId="ADAL" clId="{A2F88768-BF52-4650-89C9-6A6704974A83}" dt="2026-06-09T07:33:50.462" v="6886" actId="1076"/>
          <ac:spMkLst>
            <pc:docMk/>
            <pc:sldMk cId="118518900" sldId="277"/>
            <ac:spMk id="6" creationId="{334DE761-5400-42D7-D463-48F1A38F73DD}"/>
          </ac:spMkLst>
        </pc:spChg>
        <pc:spChg chg="add mod">
          <ac:chgData name="Nicholaus Hendrik Jeremy" userId="050fe605-ebde-4dd7-903d-4aca7e74020c" providerId="ADAL" clId="{A2F88768-BF52-4650-89C9-6A6704974A83}" dt="2026-06-09T07:50:21.335" v="7521" actId="207"/>
          <ac:spMkLst>
            <pc:docMk/>
            <pc:sldMk cId="118518900" sldId="277"/>
            <ac:spMk id="12" creationId="{5B368704-B106-C6BA-493C-16FF20C388D6}"/>
          </ac:spMkLst>
        </pc:spChg>
        <pc:spChg chg="add mod">
          <ac:chgData name="Nicholaus Hendrik Jeremy" userId="050fe605-ebde-4dd7-903d-4aca7e74020c" providerId="ADAL" clId="{A2F88768-BF52-4650-89C9-6A6704974A83}" dt="2026-06-09T07:45:25.412" v="7162" actId="1036"/>
          <ac:spMkLst>
            <pc:docMk/>
            <pc:sldMk cId="118518900" sldId="277"/>
            <ac:spMk id="15" creationId="{1D2ADAD9-401E-2FAC-CDE8-3AB95AEB49DB}"/>
          </ac:spMkLst>
        </pc:spChg>
        <pc:spChg chg="add mod">
          <ac:chgData name="Nicholaus Hendrik Jeremy" userId="050fe605-ebde-4dd7-903d-4aca7e74020c" providerId="ADAL" clId="{A2F88768-BF52-4650-89C9-6A6704974A83}" dt="2026-06-09T07:50:18.336" v="7520" actId="207"/>
          <ac:spMkLst>
            <pc:docMk/>
            <pc:sldMk cId="118518900" sldId="277"/>
            <ac:spMk id="16" creationId="{9C07EF11-715E-E6E8-3079-94B253FB2DEA}"/>
          </ac:spMkLst>
        </pc:spChg>
        <pc:spChg chg="add mod">
          <ac:chgData name="Nicholaus Hendrik Jeremy" userId="050fe605-ebde-4dd7-903d-4aca7e74020c" providerId="ADAL" clId="{A2F88768-BF52-4650-89C9-6A6704974A83}" dt="2026-06-09T07:50:18.336" v="7520" actId="207"/>
          <ac:spMkLst>
            <pc:docMk/>
            <pc:sldMk cId="118518900" sldId="277"/>
            <ac:spMk id="17" creationId="{1138358F-4506-8052-5338-F3D7AFC665CD}"/>
          </ac:spMkLst>
        </pc:spChg>
        <pc:spChg chg="add mod">
          <ac:chgData name="Nicholaus Hendrik Jeremy" userId="050fe605-ebde-4dd7-903d-4aca7e74020c" providerId="ADAL" clId="{A2F88768-BF52-4650-89C9-6A6704974A83}" dt="2026-06-09T07:45:30.215" v="7175" actId="1035"/>
          <ac:spMkLst>
            <pc:docMk/>
            <pc:sldMk cId="118518900" sldId="277"/>
            <ac:spMk id="18" creationId="{C30867DD-2399-12C3-A321-6DF7E8E1BB9D}"/>
          </ac:spMkLst>
        </pc:spChg>
        <pc:picChg chg="add mod">
          <ac:chgData name="Nicholaus Hendrik Jeremy" userId="050fe605-ebde-4dd7-903d-4aca7e74020c" providerId="ADAL" clId="{A2F88768-BF52-4650-89C9-6A6704974A83}" dt="2026-06-09T07:41:34.486" v="6943" actId="1076"/>
          <ac:picMkLst>
            <pc:docMk/>
            <pc:sldMk cId="118518900" sldId="277"/>
            <ac:picMk id="11" creationId="{33A2CC59-DAAF-EAB0-1EE5-B02A0C98D929}"/>
          </ac:picMkLst>
        </pc:picChg>
        <pc:picChg chg="add mod">
          <ac:chgData name="Nicholaus Hendrik Jeremy" userId="050fe605-ebde-4dd7-903d-4aca7e74020c" providerId="ADAL" clId="{A2F88768-BF52-4650-89C9-6A6704974A83}" dt="2026-06-09T07:42:55.178" v="7003" actId="1076"/>
          <ac:picMkLst>
            <pc:docMk/>
            <pc:sldMk cId="118518900" sldId="277"/>
            <ac:picMk id="14" creationId="{ADC1A9BE-0E20-2053-9CB7-23B730E543F9}"/>
          </ac:picMkLst>
        </pc:picChg>
      </pc:sldChg>
      <pc:sldChg chg="addSp delSp modSp add mod modNotesTx">
        <pc:chgData name="Nicholaus Hendrik Jeremy" userId="050fe605-ebde-4dd7-903d-4aca7e74020c" providerId="ADAL" clId="{A2F88768-BF52-4650-89C9-6A6704974A83}" dt="2026-06-09T09:11:24.605" v="10483" actId="948"/>
        <pc:sldMkLst>
          <pc:docMk/>
          <pc:sldMk cId="1042587430" sldId="278"/>
        </pc:sldMkLst>
        <pc:spChg chg="mod">
          <ac:chgData name="Nicholaus Hendrik Jeremy" userId="050fe605-ebde-4dd7-903d-4aca7e74020c" providerId="ADAL" clId="{A2F88768-BF52-4650-89C9-6A6704974A83}" dt="2026-06-09T09:11:24.605" v="10483" actId="948"/>
          <ac:spMkLst>
            <pc:docMk/>
            <pc:sldMk cId="1042587430" sldId="278"/>
            <ac:spMk id="4" creationId="{2B10EEEB-07DE-F210-E69D-1287F66CD5EC}"/>
          </ac:spMkLst>
        </pc:spChg>
        <pc:spChg chg="add mod">
          <ac:chgData name="Nicholaus Hendrik Jeremy" userId="050fe605-ebde-4dd7-903d-4aca7e74020c" providerId="ADAL" clId="{A2F88768-BF52-4650-89C9-6A6704974A83}" dt="2026-06-09T08:40:03.716" v="9273" actId="207"/>
          <ac:spMkLst>
            <pc:docMk/>
            <pc:sldMk cId="1042587430" sldId="278"/>
            <ac:spMk id="8" creationId="{ED830EDA-6EB6-DCC5-07D5-6FCAAFAE59BE}"/>
          </ac:spMkLst>
        </pc:spChg>
        <pc:spChg chg="add mod">
          <ac:chgData name="Nicholaus Hendrik Jeremy" userId="050fe605-ebde-4dd7-903d-4aca7e74020c" providerId="ADAL" clId="{A2F88768-BF52-4650-89C9-6A6704974A83}" dt="2026-06-09T08:40:03.716" v="9273" actId="207"/>
          <ac:spMkLst>
            <pc:docMk/>
            <pc:sldMk cId="1042587430" sldId="278"/>
            <ac:spMk id="9" creationId="{36AF556D-7625-124E-4B19-9509AE3161C4}"/>
          </ac:spMkLst>
        </pc:spChg>
        <pc:spChg chg="add mod">
          <ac:chgData name="Nicholaus Hendrik Jeremy" userId="050fe605-ebde-4dd7-903d-4aca7e74020c" providerId="ADAL" clId="{A2F88768-BF52-4650-89C9-6A6704974A83}" dt="2026-06-09T08:40:03.716" v="9273" actId="207"/>
          <ac:spMkLst>
            <pc:docMk/>
            <pc:sldMk cId="1042587430" sldId="278"/>
            <ac:spMk id="10" creationId="{1162E7C6-FA2D-BB62-1A2A-9DF1527498B4}"/>
          </ac:spMkLst>
        </pc:spChg>
        <pc:spChg chg="add mod">
          <ac:chgData name="Nicholaus Hendrik Jeremy" userId="050fe605-ebde-4dd7-903d-4aca7e74020c" providerId="ADAL" clId="{A2F88768-BF52-4650-89C9-6A6704974A83}" dt="2026-06-09T08:40:03.716" v="9273" actId="207"/>
          <ac:spMkLst>
            <pc:docMk/>
            <pc:sldMk cId="1042587430" sldId="278"/>
            <ac:spMk id="13" creationId="{130FBB39-AAA9-5F26-3F6A-C31F1B75055E}"/>
          </ac:spMkLst>
        </pc:spChg>
        <pc:spChg chg="add mod">
          <ac:chgData name="Nicholaus Hendrik Jeremy" userId="050fe605-ebde-4dd7-903d-4aca7e74020c" providerId="ADAL" clId="{A2F88768-BF52-4650-89C9-6A6704974A83}" dt="2026-06-09T08:40:03.716" v="9273" actId="207"/>
          <ac:spMkLst>
            <pc:docMk/>
            <pc:sldMk cId="1042587430" sldId="278"/>
            <ac:spMk id="19" creationId="{B615EEA4-88F7-5307-44BF-E66E12C014C5}"/>
          </ac:spMkLst>
        </pc:spChg>
        <pc:spChg chg="add mod">
          <ac:chgData name="Nicholaus Hendrik Jeremy" userId="050fe605-ebde-4dd7-903d-4aca7e74020c" providerId="ADAL" clId="{A2F88768-BF52-4650-89C9-6A6704974A83}" dt="2026-06-09T08:40:03.716" v="9273" actId="207"/>
          <ac:spMkLst>
            <pc:docMk/>
            <pc:sldMk cId="1042587430" sldId="278"/>
            <ac:spMk id="20" creationId="{E95F81A9-B9FB-B71F-B0DC-CF4F63936439}"/>
          </ac:spMkLst>
        </pc:spChg>
        <pc:spChg chg="add mod">
          <ac:chgData name="Nicholaus Hendrik Jeremy" userId="050fe605-ebde-4dd7-903d-4aca7e74020c" providerId="ADAL" clId="{A2F88768-BF52-4650-89C9-6A6704974A83}" dt="2026-06-09T08:40:03.716" v="9273" actId="207"/>
          <ac:spMkLst>
            <pc:docMk/>
            <pc:sldMk cId="1042587430" sldId="278"/>
            <ac:spMk id="21" creationId="{A332E6AE-7026-6915-ED7D-C5D9AB25A89D}"/>
          </ac:spMkLst>
        </pc:spChg>
        <pc:spChg chg="add mod">
          <ac:chgData name="Nicholaus Hendrik Jeremy" userId="050fe605-ebde-4dd7-903d-4aca7e74020c" providerId="ADAL" clId="{A2F88768-BF52-4650-89C9-6A6704974A83}" dt="2026-06-09T08:40:03.716" v="9273" actId="207"/>
          <ac:spMkLst>
            <pc:docMk/>
            <pc:sldMk cId="1042587430" sldId="278"/>
            <ac:spMk id="22" creationId="{BCD2725F-91F5-4AAD-FD1C-C0AC9922E7E1}"/>
          </ac:spMkLst>
        </pc:spChg>
        <pc:spChg chg="add mod">
          <ac:chgData name="Nicholaus Hendrik Jeremy" userId="050fe605-ebde-4dd7-903d-4aca7e74020c" providerId="ADAL" clId="{A2F88768-BF52-4650-89C9-6A6704974A83}" dt="2026-06-09T08:40:03.716" v="9273" actId="207"/>
          <ac:spMkLst>
            <pc:docMk/>
            <pc:sldMk cId="1042587430" sldId="278"/>
            <ac:spMk id="23" creationId="{E7F33108-C361-E6AB-3AA8-24E5CE12E766}"/>
          </ac:spMkLst>
        </pc:spChg>
        <pc:picChg chg="add mod">
          <ac:chgData name="Nicholaus Hendrik Jeremy" userId="050fe605-ebde-4dd7-903d-4aca7e74020c" providerId="ADAL" clId="{A2F88768-BF52-4650-89C9-6A6704974A83}" dt="2026-06-09T07:48:17.864" v="7196" actId="1076"/>
          <ac:picMkLst>
            <pc:docMk/>
            <pc:sldMk cId="1042587430" sldId="278"/>
            <ac:picMk id="7" creationId="{7511C6BE-6672-E93A-5AAC-75EA73113F89}"/>
          </ac:picMkLst>
        </pc:picChg>
      </pc:sldChg>
      <pc:sldChg chg="addSp delSp modSp add mod modNotesTx">
        <pc:chgData name="Nicholaus Hendrik Jeremy" userId="050fe605-ebde-4dd7-903d-4aca7e74020c" providerId="ADAL" clId="{A2F88768-BF52-4650-89C9-6A6704974A83}" dt="2026-06-09T13:42:52.105" v="15702" actId="1076"/>
        <pc:sldMkLst>
          <pc:docMk/>
          <pc:sldMk cId="3726390289" sldId="279"/>
        </pc:sldMkLst>
        <pc:spChg chg="mod">
          <ac:chgData name="Nicholaus Hendrik Jeremy" userId="050fe605-ebde-4dd7-903d-4aca7e74020c" providerId="ADAL" clId="{A2F88768-BF52-4650-89C9-6A6704974A83}" dt="2026-06-09T08:00:53.090" v="8514" actId="20577"/>
          <ac:spMkLst>
            <pc:docMk/>
            <pc:sldMk cId="3726390289" sldId="279"/>
            <ac:spMk id="2" creationId="{B86AB852-8891-6889-4A2B-78D9DF302230}"/>
          </ac:spMkLst>
        </pc:spChg>
        <pc:spChg chg="mod">
          <ac:chgData name="Nicholaus Hendrik Jeremy" userId="050fe605-ebde-4dd7-903d-4aca7e74020c" providerId="ADAL" clId="{A2F88768-BF52-4650-89C9-6A6704974A83}" dt="2026-06-09T13:41:58.038" v="15667" actId="20577"/>
          <ac:spMkLst>
            <pc:docMk/>
            <pc:sldMk cId="3726390289" sldId="279"/>
            <ac:spMk id="4" creationId="{CAC12CAF-BA00-E800-F4F4-2689325FD548}"/>
          </ac:spMkLst>
        </pc:spChg>
        <pc:spChg chg="add mod">
          <ac:chgData name="Nicholaus Hendrik Jeremy" userId="050fe605-ebde-4dd7-903d-4aca7e74020c" providerId="ADAL" clId="{A2F88768-BF52-4650-89C9-6A6704974A83}" dt="2026-06-09T13:42:52.105" v="15702" actId="1076"/>
          <ac:spMkLst>
            <pc:docMk/>
            <pc:sldMk cId="3726390289" sldId="279"/>
            <ac:spMk id="5" creationId="{14D86187-D093-672B-02A4-4D77445B8F1F}"/>
          </ac:spMkLst>
        </pc:spChg>
        <pc:spChg chg="add mod">
          <ac:chgData name="Nicholaus Hendrik Jeremy" userId="050fe605-ebde-4dd7-903d-4aca7e74020c" providerId="ADAL" clId="{A2F88768-BF52-4650-89C9-6A6704974A83}" dt="2026-06-09T13:42:52.105" v="15702" actId="1076"/>
          <ac:spMkLst>
            <pc:docMk/>
            <pc:sldMk cId="3726390289" sldId="279"/>
            <ac:spMk id="6" creationId="{5D6091F6-D7F2-2C4F-6BC9-653C4D83075C}"/>
          </ac:spMkLst>
        </pc:spChg>
        <pc:spChg chg="add mod">
          <ac:chgData name="Nicholaus Hendrik Jeremy" userId="050fe605-ebde-4dd7-903d-4aca7e74020c" providerId="ADAL" clId="{A2F88768-BF52-4650-89C9-6A6704974A83}" dt="2026-06-09T13:42:52.105" v="15702" actId="1076"/>
          <ac:spMkLst>
            <pc:docMk/>
            <pc:sldMk cId="3726390289" sldId="279"/>
            <ac:spMk id="11" creationId="{348F8605-BDE1-2A14-1147-EA280E69C0F5}"/>
          </ac:spMkLst>
        </pc:spChg>
        <pc:spChg chg="add mod">
          <ac:chgData name="Nicholaus Hendrik Jeremy" userId="050fe605-ebde-4dd7-903d-4aca7e74020c" providerId="ADAL" clId="{A2F88768-BF52-4650-89C9-6A6704974A83}" dt="2026-06-09T13:42:52.105" v="15702" actId="1076"/>
          <ac:spMkLst>
            <pc:docMk/>
            <pc:sldMk cId="3726390289" sldId="279"/>
            <ac:spMk id="12" creationId="{B22AFF04-9E74-BB0F-C6A1-4351C6A1BDDC}"/>
          </ac:spMkLst>
        </pc:spChg>
        <pc:spChg chg="add mod">
          <ac:chgData name="Nicholaus Hendrik Jeremy" userId="050fe605-ebde-4dd7-903d-4aca7e74020c" providerId="ADAL" clId="{A2F88768-BF52-4650-89C9-6A6704974A83}" dt="2026-06-09T13:42:52.105" v="15702" actId="1076"/>
          <ac:spMkLst>
            <pc:docMk/>
            <pc:sldMk cId="3726390289" sldId="279"/>
            <ac:spMk id="16" creationId="{F0355C33-A0D2-5C59-82D0-9397D1FA6439}"/>
          </ac:spMkLst>
        </pc:spChg>
        <pc:spChg chg="add mod">
          <ac:chgData name="Nicholaus Hendrik Jeremy" userId="050fe605-ebde-4dd7-903d-4aca7e74020c" providerId="ADAL" clId="{A2F88768-BF52-4650-89C9-6A6704974A83}" dt="2026-06-09T13:42:52.105" v="15702" actId="1076"/>
          <ac:spMkLst>
            <pc:docMk/>
            <pc:sldMk cId="3726390289" sldId="279"/>
            <ac:spMk id="17" creationId="{EB86E60D-15AD-58AA-DED7-49AD73FE664C}"/>
          </ac:spMkLst>
        </pc:spChg>
      </pc:sldChg>
      <pc:sldChg chg="addSp delSp modSp add mod">
        <pc:chgData name="Nicholaus Hendrik Jeremy" userId="050fe605-ebde-4dd7-903d-4aca7e74020c" providerId="ADAL" clId="{A2F88768-BF52-4650-89C9-6A6704974A83}" dt="2026-06-09T13:37:05.734" v="15468" actId="2711"/>
        <pc:sldMkLst>
          <pc:docMk/>
          <pc:sldMk cId="2295636965" sldId="280"/>
        </pc:sldMkLst>
        <pc:spChg chg="mod">
          <ac:chgData name="Nicholaus Hendrik Jeremy" userId="050fe605-ebde-4dd7-903d-4aca7e74020c" providerId="ADAL" clId="{A2F88768-BF52-4650-89C9-6A6704974A83}" dt="2026-06-09T08:07:03.646" v="8943" actId="20577"/>
          <ac:spMkLst>
            <pc:docMk/>
            <pc:sldMk cId="2295636965" sldId="280"/>
            <ac:spMk id="2" creationId="{35F2321E-277C-EE42-FC92-128E24B7F1C3}"/>
          </ac:spMkLst>
        </pc:spChg>
        <pc:spChg chg="add mod">
          <ac:chgData name="Nicholaus Hendrik Jeremy" userId="050fe605-ebde-4dd7-903d-4aca7e74020c" providerId="ADAL" clId="{A2F88768-BF52-4650-89C9-6A6704974A83}" dt="2026-06-09T08:35:57.418" v="9120" actId="113"/>
          <ac:spMkLst>
            <pc:docMk/>
            <pc:sldMk cId="2295636965" sldId="280"/>
            <ac:spMk id="5" creationId="{17BD200A-AE22-D037-A301-8E8B38F09D9C}"/>
          </ac:spMkLst>
        </pc:spChg>
        <pc:spChg chg="add mod">
          <ac:chgData name="Nicholaus Hendrik Jeremy" userId="050fe605-ebde-4dd7-903d-4aca7e74020c" providerId="ADAL" clId="{A2F88768-BF52-4650-89C9-6A6704974A83}" dt="2026-06-09T08:47:58.275" v="9684" actId="12789"/>
          <ac:spMkLst>
            <pc:docMk/>
            <pc:sldMk cId="2295636965" sldId="280"/>
            <ac:spMk id="6" creationId="{4AD034AD-C8B6-8245-D5CB-663700CCB924}"/>
          </ac:spMkLst>
        </pc:spChg>
        <pc:spChg chg="add mod">
          <ac:chgData name="Nicholaus Hendrik Jeremy" userId="050fe605-ebde-4dd7-903d-4aca7e74020c" providerId="ADAL" clId="{A2F88768-BF52-4650-89C9-6A6704974A83}" dt="2026-06-09T08:42:23.826" v="9406" actId="1076"/>
          <ac:spMkLst>
            <pc:docMk/>
            <pc:sldMk cId="2295636965" sldId="280"/>
            <ac:spMk id="8" creationId="{0B28CE1D-B118-B8BC-5425-6CD7019A1903}"/>
          </ac:spMkLst>
        </pc:spChg>
        <pc:spChg chg="add mod">
          <ac:chgData name="Nicholaus Hendrik Jeremy" userId="050fe605-ebde-4dd7-903d-4aca7e74020c" providerId="ADAL" clId="{A2F88768-BF52-4650-89C9-6A6704974A83}" dt="2026-06-09T13:37:05.734" v="15468" actId="2711"/>
          <ac:spMkLst>
            <pc:docMk/>
            <pc:sldMk cId="2295636965" sldId="280"/>
            <ac:spMk id="16" creationId="{32E74379-0DF7-7DE0-746F-3950F5E90F2E}"/>
          </ac:spMkLst>
        </pc:spChg>
        <pc:spChg chg="add mod">
          <ac:chgData name="Nicholaus Hendrik Jeremy" userId="050fe605-ebde-4dd7-903d-4aca7e74020c" providerId="ADAL" clId="{A2F88768-BF52-4650-89C9-6A6704974A83}" dt="2026-06-09T08:45:26.804" v="9485" actId="1076"/>
          <ac:spMkLst>
            <pc:docMk/>
            <pc:sldMk cId="2295636965" sldId="280"/>
            <ac:spMk id="21" creationId="{211D5E51-2A85-CE48-033C-E5BA2B9FB880}"/>
          </ac:spMkLst>
        </pc:spChg>
        <pc:spChg chg="add mod">
          <ac:chgData name="Nicholaus Hendrik Jeremy" userId="050fe605-ebde-4dd7-903d-4aca7e74020c" providerId="ADAL" clId="{A2F88768-BF52-4650-89C9-6A6704974A83}" dt="2026-06-09T08:50:23.395" v="9773" actId="14100"/>
          <ac:spMkLst>
            <pc:docMk/>
            <pc:sldMk cId="2295636965" sldId="280"/>
            <ac:spMk id="22" creationId="{43ED2F73-40BC-8C66-38D6-D3490D04D800}"/>
          </ac:spMkLst>
        </pc:spChg>
        <pc:spChg chg="add mod">
          <ac:chgData name="Nicholaus Hendrik Jeremy" userId="050fe605-ebde-4dd7-903d-4aca7e74020c" providerId="ADAL" clId="{A2F88768-BF52-4650-89C9-6A6704974A83}" dt="2026-06-09T08:48:13.804" v="9687" actId="113"/>
          <ac:spMkLst>
            <pc:docMk/>
            <pc:sldMk cId="2295636965" sldId="280"/>
            <ac:spMk id="24" creationId="{B70DDEE7-3C77-C23D-DC8C-59D6E864B505}"/>
          </ac:spMkLst>
        </pc:spChg>
        <pc:spChg chg="add mod">
          <ac:chgData name="Nicholaus Hendrik Jeremy" userId="050fe605-ebde-4dd7-903d-4aca7e74020c" providerId="ADAL" clId="{A2F88768-BF52-4650-89C9-6A6704974A83}" dt="2026-06-09T09:01:01.500" v="9939" actId="1076"/>
          <ac:spMkLst>
            <pc:docMk/>
            <pc:sldMk cId="2295636965" sldId="280"/>
            <ac:spMk id="34" creationId="{C34692FE-9F8B-3166-742D-643167B8A870}"/>
          </ac:spMkLst>
        </pc:spChg>
        <pc:spChg chg="add mod">
          <ac:chgData name="Nicholaus Hendrik Jeremy" userId="050fe605-ebde-4dd7-903d-4aca7e74020c" providerId="ADAL" clId="{A2F88768-BF52-4650-89C9-6A6704974A83}" dt="2026-06-09T08:45:41.279" v="9495" actId="1037"/>
          <ac:spMkLst>
            <pc:docMk/>
            <pc:sldMk cId="2295636965" sldId="280"/>
            <ac:spMk id="45" creationId="{7CB8D5F4-5210-979D-626D-80F9ED0B5415}"/>
          </ac:spMkLst>
        </pc:spChg>
        <pc:spChg chg="add mod">
          <ac:chgData name="Nicholaus Hendrik Jeremy" userId="050fe605-ebde-4dd7-903d-4aca7e74020c" providerId="ADAL" clId="{A2F88768-BF52-4650-89C9-6A6704974A83}" dt="2026-06-09T08:47:15.228" v="9666" actId="1076"/>
          <ac:spMkLst>
            <pc:docMk/>
            <pc:sldMk cId="2295636965" sldId="280"/>
            <ac:spMk id="66" creationId="{FE757F81-BB86-DD40-529E-01A849684BEC}"/>
          </ac:spMkLst>
        </pc:spChg>
        <pc:spChg chg="add mod">
          <ac:chgData name="Nicholaus Hendrik Jeremy" userId="050fe605-ebde-4dd7-903d-4aca7e74020c" providerId="ADAL" clId="{A2F88768-BF52-4650-89C9-6A6704974A83}" dt="2026-06-09T08:47:58.275" v="9684" actId="12789"/>
          <ac:spMkLst>
            <pc:docMk/>
            <pc:sldMk cId="2295636965" sldId="280"/>
            <ac:spMk id="72" creationId="{3A7DC408-F651-B27B-11BA-9C1A16AB1DB0}"/>
          </ac:spMkLst>
        </pc:spChg>
        <pc:spChg chg="add mod">
          <ac:chgData name="Nicholaus Hendrik Jeremy" userId="050fe605-ebde-4dd7-903d-4aca7e74020c" providerId="ADAL" clId="{A2F88768-BF52-4650-89C9-6A6704974A83}" dt="2026-06-09T13:37:05.734" v="15468" actId="2711"/>
          <ac:spMkLst>
            <pc:docMk/>
            <pc:sldMk cId="2295636965" sldId="280"/>
            <ac:spMk id="85" creationId="{16BE8363-1E56-B200-909D-93E54D489002}"/>
          </ac:spMkLst>
        </pc:spChg>
        <pc:spChg chg="add mod">
          <ac:chgData name="Nicholaus Hendrik Jeremy" userId="050fe605-ebde-4dd7-903d-4aca7e74020c" providerId="ADAL" clId="{A2F88768-BF52-4650-89C9-6A6704974A83}" dt="2026-06-09T13:37:05.734" v="15468" actId="2711"/>
          <ac:spMkLst>
            <pc:docMk/>
            <pc:sldMk cId="2295636965" sldId="280"/>
            <ac:spMk id="86" creationId="{1B22225D-C3DF-DB29-3046-3DCA939E7ABB}"/>
          </ac:spMkLst>
        </pc:spChg>
        <pc:spChg chg="add mod">
          <ac:chgData name="Nicholaus Hendrik Jeremy" userId="050fe605-ebde-4dd7-903d-4aca7e74020c" providerId="ADAL" clId="{A2F88768-BF52-4650-89C9-6A6704974A83}" dt="2026-06-09T13:37:05.734" v="15468" actId="2711"/>
          <ac:spMkLst>
            <pc:docMk/>
            <pc:sldMk cId="2295636965" sldId="280"/>
            <ac:spMk id="87" creationId="{B37E5DFE-76F2-497C-1059-A70E3A2D5823}"/>
          </ac:spMkLst>
        </pc:spChg>
        <pc:picChg chg="add mod">
          <ac:chgData name="Nicholaus Hendrik Jeremy" userId="050fe605-ebde-4dd7-903d-4aca7e74020c" providerId="ADAL" clId="{A2F88768-BF52-4650-89C9-6A6704974A83}" dt="2026-06-09T09:01:01.500" v="9939" actId="1076"/>
          <ac:picMkLst>
            <pc:docMk/>
            <pc:sldMk cId="2295636965" sldId="280"/>
            <ac:picMk id="23" creationId="{DAADC2E4-0BF7-C0A9-2115-D4E61DA4DCA3}"/>
          </ac:picMkLst>
        </pc:picChg>
        <pc:cxnChg chg="add mod">
          <ac:chgData name="Nicholaus Hendrik Jeremy" userId="050fe605-ebde-4dd7-903d-4aca7e74020c" providerId="ADAL" clId="{A2F88768-BF52-4650-89C9-6A6704974A83}" dt="2026-06-09T08:50:23.395" v="9773" actId="14100"/>
          <ac:cxnSpMkLst>
            <pc:docMk/>
            <pc:sldMk cId="2295636965" sldId="280"/>
            <ac:cxnSpMk id="12" creationId="{5938B531-935A-CAB3-D29A-A1333FBC09F3}"/>
          </ac:cxnSpMkLst>
        </pc:cxnChg>
        <pc:cxnChg chg="add mod">
          <ac:chgData name="Nicholaus Hendrik Jeremy" userId="050fe605-ebde-4dd7-903d-4aca7e74020c" providerId="ADAL" clId="{A2F88768-BF52-4650-89C9-6A6704974A83}" dt="2026-06-09T08:50:23.395" v="9773" actId="14100"/>
          <ac:cxnSpMkLst>
            <pc:docMk/>
            <pc:sldMk cId="2295636965" sldId="280"/>
            <ac:cxnSpMk id="30" creationId="{1D536C6B-9B33-DA14-A52B-47F3205FE35A}"/>
          </ac:cxnSpMkLst>
        </pc:cxnChg>
        <pc:cxnChg chg="add mod">
          <ac:chgData name="Nicholaus Hendrik Jeremy" userId="050fe605-ebde-4dd7-903d-4aca7e74020c" providerId="ADAL" clId="{A2F88768-BF52-4650-89C9-6A6704974A83}" dt="2026-06-09T08:45:31.985" v="9488" actId="14100"/>
          <ac:cxnSpMkLst>
            <pc:docMk/>
            <pc:sldMk cId="2295636965" sldId="280"/>
            <ac:cxnSpMk id="39" creationId="{DA639730-5B03-98C8-2145-8F9C8DB17A8A}"/>
          </ac:cxnSpMkLst>
        </pc:cxnChg>
        <pc:cxnChg chg="add mod">
          <ac:chgData name="Nicholaus Hendrik Jeremy" userId="050fe605-ebde-4dd7-903d-4aca7e74020c" providerId="ADAL" clId="{A2F88768-BF52-4650-89C9-6A6704974A83}" dt="2026-06-09T08:45:41.279" v="9495" actId="1037"/>
          <ac:cxnSpMkLst>
            <pc:docMk/>
            <pc:sldMk cId="2295636965" sldId="280"/>
            <ac:cxnSpMk id="46" creationId="{54077667-F3DC-20C2-15E3-7B44C5639E37}"/>
          </ac:cxnSpMkLst>
        </pc:cxnChg>
        <pc:cxnChg chg="add mod">
          <ac:chgData name="Nicholaus Hendrik Jeremy" userId="050fe605-ebde-4dd7-903d-4aca7e74020c" providerId="ADAL" clId="{A2F88768-BF52-4650-89C9-6A6704974A83}" dt="2026-06-09T08:47:15.228" v="9666" actId="1076"/>
          <ac:cxnSpMkLst>
            <pc:docMk/>
            <pc:sldMk cId="2295636965" sldId="280"/>
            <ac:cxnSpMk id="67" creationId="{0F924DD9-EA9A-318D-5649-7199187E728D}"/>
          </ac:cxnSpMkLst>
        </pc:cxnChg>
        <pc:cxnChg chg="add mod">
          <ac:chgData name="Nicholaus Hendrik Jeremy" userId="050fe605-ebde-4dd7-903d-4aca7e74020c" providerId="ADAL" clId="{A2F88768-BF52-4650-89C9-6A6704974A83}" dt="2026-06-09T08:47:58.275" v="9684" actId="12789"/>
          <ac:cxnSpMkLst>
            <pc:docMk/>
            <pc:sldMk cId="2295636965" sldId="280"/>
            <ac:cxnSpMk id="74" creationId="{92CDD3D0-3FA0-ADAE-A8B7-F46C190FF0B7}"/>
          </ac:cxnSpMkLst>
        </pc:cxnChg>
        <pc:cxnChg chg="add mod">
          <ac:chgData name="Nicholaus Hendrik Jeremy" userId="050fe605-ebde-4dd7-903d-4aca7e74020c" providerId="ADAL" clId="{A2F88768-BF52-4650-89C9-6A6704974A83}" dt="2026-06-09T08:48:04.696" v="9686" actId="14100"/>
          <ac:cxnSpMkLst>
            <pc:docMk/>
            <pc:sldMk cId="2295636965" sldId="280"/>
            <ac:cxnSpMk id="79" creationId="{E0F462A9-C203-0D0E-F611-D75BF0CB9834}"/>
          </ac:cxnSpMkLst>
        </pc:cxnChg>
      </pc:sldChg>
      <pc:sldChg chg="addSp delSp modSp add mod">
        <pc:chgData name="Nicholaus Hendrik Jeremy" userId="050fe605-ebde-4dd7-903d-4aca7e74020c" providerId="ADAL" clId="{A2F88768-BF52-4650-89C9-6A6704974A83}" dt="2026-06-09T13:37:18.375" v="15469" actId="2711"/>
        <pc:sldMkLst>
          <pc:docMk/>
          <pc:sldMk cId="2434098645" sldId="281"/>
        </pc:sldMkLst>
        <pc:spChg chg="mod">
          <ac:chgData name="Nicholaus Hendrik Jeremy" userId="050fe605-ebde-4dd7-903d-4aca7e74020c" providerId="ADAL" clId="{A2F88768-BF52-4650-89C9-6A6704974A83}" dt="2026-06-09T08:49:25.295" v="9714" actId="20577"/>
          <ac:spMkLst>
            <pc:docMk/>
            <pc:sldMk cId="2434098645" sldId="281"/>
            <ac:spMk id="2" creationId="{E485A44D-03A8-4EAA-E51F-A7098399B429}"/>
          </ac:spMkLst>
        </pc:spChg>
        <pc:spChg chg="mod">
          <ac:chgData name="Nicholaus Hendrik Jeremy" userId="050fe605-ebde-4dd7-903d-4aca7e74020c" providerId="ADAL" clId="{A2F88768-BF52-4650-89C9-6A6704974A83}" dt="2026-06-09T08:49:48.889" v="9762" actId="20577"/>
          <ac:spMkLst>
            <pc:docMk/>
            <pc:sldMk cId="2434098645" sldId="281"/>
            <ac:spMk id="5" creationId="{8B642FBA-6732-DCDD-7E82-0F4C5D5BEFCB}"/>
          </ac:spMkLst>
        </pc:spChg>
        <pc:spChg chg="mod">
          <ac:chgData name="Nicholaus Hendrik Jeremy" userId="050fe605-ebde-4dd7-903d-4aca7e74020c" providerId="ADAL" clId="{A2F88768-BF52-4650-89C9-6A6704974A83}" dt="2026-06-09T09:00:12.218" v="9920" actId="1076"/>
          <ac:spMkLst>
            <pc:docMk/>
            <pc:sldMk cId="2434098645" sldId="281"/>
            <ac:spMk id="6" creationId="{CBC3C9F9-3B0C-B01D-66F0-818DF5476B40}"/>
          </ac:spMkLst>
        </pc:spChg>
        <pc:spChg chg="add mod">
          <ac:chgData name="Nicholaus Hendrik Jeremy" userId="050fe605-ebde-4dd7-903d-4aca7e74020c" providerId="ADAL" clId="{A2F88768-BF52-4650-89C9-6A6704974A83}" dt="2026-06-09T08:52:56.453" v="9843" actId="20577"/>
          <ac:spMkLst>
            <pc:docMk/>
            <pc:sldMk cId="2434098645" sldId="281"/>
            <ac:spMk id="9" creationId="{303A2063-559D-8D15-FD1C-E867D83504DE}"/>
          </ac:spMkLst>
        </pc:spChg>
        <pc:spChg chg="mod">
          <ac:chgData name="Nicholaus Hendrik Jeremy" userId="050fe605-ebde-4dd7-903d-4aca7e74020c" providerId="ADAL" clId="{A2F88768-BF52-4650-89C9-6A6704974A83}" dt="2026-06-09T13:37:18.375" v="15469" actId="2711"/>
          <ac:spMkLst>
            <pc:docMk/>
            <pc:sldMk cId="2434098645" sldId="281"/>
            <ac:spMk id="16" creationId="{924DD3C3-4E5D-1D4F-588F-415E961659A2}"/>
          </ac:spMkLst>
        </pc:spChg>
        <pc:spChg chg="add mod">
          <ac:chgData name="Nicholaus Hendrik Jeremy" userId="050fe605-ebde-4dd7-903d-4aca7e74020c" providerId="ADAL" clId="{A2F88768-BF52-4650-89C9-6A6704974A83}" dt="2026-06-09T09:01:03.130" v="9940"/>
          <ac:spMkLst>
            <pc:docMk/>
            <pc:sldMk cId="2434098645" sldId="281"/>
            <ac:spMk id="41" creationId="{6C0FCCEB-9CDB-3F0A-DB24-DD4954301F80}"/>
          </ac:spMkLst>
        </pc:spChg>
        <pc:spChg chg="mod">
          <ac:chgData name="Nicholaus Hendrik Jeremy" userId="050fe605-ebde-4dd7-903d-4aca7e74020c" providerId="ADAL" clId="{A2F88768-BF52-4650-89C9-6A6704974A83}" dt="2026-06-09T08:59:45.496" v="9910" actId="1076"/>
          <ac:spMkLst>
            <pc:docMk/>
            <pc:sldMk cId="2434098645" sldId="281"/>
            <ac:spMk id="45" creationId="{53A16B70-3AFE-C97F-6020-E3858FA20CF3}"/>
          </ac:spMkLst>
        </pc:spChg>
        <pc:spChg chg="mod">
          <ac:chgData name="Nicholaus Hendrik Jeremy" userId="050fe605-ebde-4dd7-903d-4aca7e74020c" providerId="ADAL" clId="{A2F88768-BF52-4650-89C9-6A6704974A83}" dt="2026-06-09T08:59:58.102" v="9913" actId="1076"/>
          <ac:spMkLst>
            <pc:docMk/>
            <pc:sldMk cId="2434098645" sldId="281"/>
            <ac:spMk id="72" creationId="{D597FFF9-E3AA-D39A-B5D3-2E651E0A0DC3}"/>
          </ac:spMkLst>
        </pc:spChg>
        <pc:spChg chg="mod">
          <ac:chgData name="Nicholaus Hendrik Jeremy" userId="050fe605-ebde-4dd7-903d-4aca7e74020c" providerId="ADAL" clId="{A2F88768-BF52-4650-89C9-6A6704974A83}" dt="2026-06-09T13:37:18.375" v="15469" actId="2711"/>
          <ac:spMkLst>
            <pc:docMk/>
            <pc:sldMk cId="2434098645" sldId="281"/>
            <ac:spMk id="85" creationId="{F0DDE676-9F87-9867-ED75-22BCE3643752}"/>
          </ac:spMkLst>
        </pc:spChg>
        <pc:spChg chg="mod">
          <ac:chgData name="Nicholaus Hendrik Jeremy" userId="050fe605-ebde-4dd7-903d-4aca7e74020c" providerId="ADAL" clId="{A2F88768-BF52-4650-89C9-6A6704974A83}" dt="2026-06-09T13:37:18.375" v="15469" actId="2711"/>
          <ac:spMkLst>
            <pc:docMk/>
            <pc:sldMk cId="2434098645" sldId="281"/>
            <ac:spMk id="86" creationId="{8D90141A-C466-7B2D-FE3E-03FB08F2B8A2}"/>
          </ac:spMkLst>
        </pc:spChg>
        <pc:spChg chg="mod">
          <ac:chgData name="Nicholaus Hendrik Jeremy" userId="050fe605-ebde-4dd7-903d-4aca7e74020c" providerId="ADAL" clId="{A2F88768-BF52-4650-89C9-6A6704974A83}" dt="2026-06-09T13:37:18.375" v="15469" actId="2711"/>
          <ac:spMkLst>
            <pc:docMk/>
            <pc:sldMk cId="2434098645" sldId="281"/>
            <ac:spMk id="87" creationId="{04BFF249-8243-163A-7C91-0F03A69D27FC}"/>
          </ac:spMkLst>
        </pc:spChg>
        <pc:picChg chg="add mod">
          <ac:chgData name="Nicholaus Hendrik Jeremy" userId="050fe605-ebde-4dd7-903d-4aca7e74020c" providerId="ADAL" clId="{A2F88768-BF52-4650-89C9-6A6704974A83}" dt="2026-06-09T09:01:03.130" v="9940"/>
          <ac:picMkLst>
            <pc:docMk/>
            <pc:sldMk cId="2434098645" sldId="281"/>
            <ac:picMk id="40" creationId="{0999D351-947A-D3CF-12E8-0D9712FB66F2}"/>
          </ac:picMkLst>
        </pc:picChg>
        <pc:cxnChg chg="mod">
          <ac:chgData name="Nicholaus Hendrik Jeremy" userId="050fe605-ebde-4dd7-903d-4aca7e74020c" providerId="ADAL" clId="{A2F88768-BF52-4650-89C9-6A6704974A83}" dt="2026-06-09T08:52:49.543" v="9839" actId="14100"/>
          <ac:cxnSpMkLst>
            <pc:docMk/>
            <pc:sldMk cId="2434098645" sldId="281"/>
            <ac:cxnSpMk id="39" creationId="{910197E5-8C40-7F03-3A27-55E021843976}"/>
          </ac:cxnSpMkLst>
        </pc:cxnChg>
        <pc:cxnChg chg="mod">
          <ac:chgData name="Nicholaus Hendrik Jeremy" userId="050fe605-ebde-4dd7-903d-4aca7e74020c" providerId="ADAL" clId="{A2F88768-BF52-4650-89C9-6A6704974A83}" dt="2026-06-09T08:59:45.496" v="9910" actId="1076"/>
          <ac:cxnSpMkLst>
            <pc:docMk/>
            <pc:sldMk cId="2434098645" sldId="281"/>
            <ac:cxnSpMk id="46" creationId="{61C7549C-D704-A74B-FC98-C9ED92D5E20B}"/>
          </ac:cxnSpMkLst>
        </pc:cxnChg>
        <pc:cxnChg chg="mod">
          <ac:chgData name="Nicholaus Hendrik Jeremy" userId="050fe605-ebde-4dd7-903d-4aca7e74020c" providerId="ADAL" clId="{A2F88768-BF52-4650-89C9-6A6704974A83}" dt="2026-06-09T08:59:58.102" v="9913" actId="1076"/>
          <ac:cxnSpMkLst>
            <pc:docMk/>
            <pc:sldMk cId="2434098645" sldId="281"/>
            <ac:cxnSpMk id="74" creationId="{949D05EE-06CE-3B29-8C33-7DB6DB87EA3F}"/>
          </ac:cxnSpMkLst>
        </pc:cxnChg>
        <pc:cxnChg chg="mod">
          <ac:chgData name="Nicholaus Hendrik Jeremy" userId="050fe605-ebde-4dd7-903d-4aca7e74020c" providerId="ADAL" clId="{A2F88768-BF52-4650-89C9-6A6704974A83}" dt="2026-06-09T09:00:12.218" v="9920" actId="1076"/>
          <ac:cxnSpMkLst>
            <pc:docMk/>
            <pc:sldMk cId="2434098645" sldId="281"/>
            <ac:cxnSpMk id="79" creationId="{5D4CA61D-DAE1-4DC6-8756-5F16D1A8CB54}"/>
          </ac:cxnSpMkLst>
        </pc:cxnChg>
      </pc:sldChg>
      <pc:sldChg chg="addSp delSp modSp add mod">
        <pc:chgData name="Nicholaus Hendrik Jeremy" userId="050fe605-ebde-4dd7-903d-4aca7e74020c" providerId="ADAL" clId="{A2F88768-BF52-4650-89C9-6A6704974A83}" dt="2026-06-09T09:09:14.652" v="10482" actId="113"/>
        <pc:sldMkLst>
          <pc:docMk/>
          <pc:sldMk cId="3408572194" sldId="282"/>
        </pc:sldMkLst>
        <pc:spChg chg="mod">
          <ac:chgData name="Nicholaus Hendrik Jeremy" userId="050fe605-ebde-4dd7-903d-4aca7e74020c" providerId="ADAL" clId="{A2F88768-BF52-4650-89C9-6A6704974A83}" dt="2026-06-09T09:09:14.652" v="10482" actId="113"/>
          <ac:spMkLst>
            <pc:docMk/>
            <pc:sldMk cId="3408572194" sldId="282"/>
            <ac:spMk id="5" creationId="{718C96EA-EC9A-0C0E-1506-1D322EF656E8}"/>
          </ac:spMkLst>
        </pc:spChg>
        <pc:spChg chg="mod">
          <ac:chgData name="Nicholaus Hendrik Jeremy" userId="050fe605-ebde-4dd7-903d-4aca7e74020c" providerId="ADAL" clId="{A2F88768-BF52-4650-89C9-6A6704974A83}" dt="2026-06-09T09:06:21" v="10257" actId="1076"/>
          <ac:spMkLst>
            <pc:docMk/>
            <pc:sldMk cId="3408572194" sldId="282"/>
            <ac:spMk id="6" creationId="{ADB68209-355C-8E1F-C33F-AFE6B31B8539}"/>
          </ac:spMkLst>
        </pc:spChg>
        <pc:spChg chg="mod">
          <ac:chgData name="Nicholaus Hendrik Jeremy" userId="050fe605-ebde-4dd7-903d-4aca7e74020c" providerId="ADAL" clId="{A2F88768-BF52-4650-89C9-6A6704974A83}" dt="2026-06-09T09:06:24.077" v="10258" actId="1076"/>
          <ac:spMkLst>
            <pc:docMk/>
            <pc:sldMk cId="3408572194" sldId="282"/>
            <ac:spMk id="9" creationId="{D59BE0FA-0189-B40E-5E78-0ADC0394AD82}"/>
          </ac:spMkLst>
        </pc:spChg>
        <pc:spChg chg="add mod">
          <ac:chgData name="Nicholaus Hendrik Jeremy" userId="050fe605-ebde-4dd7-903d-4aca7e74020c" providerId="ADAL" clId="{A2F88768-BF52-4650-89C9-6A6704974A83}" dt="2026-06-09T09:05:55.521" v="10246" actId="113"/>
          <ac:spMkLst>
            <pc:docMk/>
            <pc:sldMk cId="3408572194" sldId="282"/>
            <ac:spMk id="15" creationId="{42881389-3B23-8C74-CA29-028ADE47F770}"/>
          </ac:spMkLst>
        </pc:spChg>
        <pc:spChg chg="mod">
          <ac:chgData name="Nicholaus Hendrik Jeremy" userId="050fe605-ebde-4dd7-903d-4aca7e74020c" providerId="ADAL" clId="{A2F88768-BF52-4650-89C9-6A6704974A83}" dt="2026-06-09T09:08:25.589" v="10421" actId="1076"/>
          <ac:spMkLst>
            <pc:docMk/>
            <pc:sldMk cId="3408572194" sldId="282"/>
            <ac:spMk id="16" creationId="{4A4A3A64-7D02-38DE-4D64-D35F53860153}"/>
          </ac:spMkLst>
        </pc:spChg>
        <pc:spChg chg="add mod">
          <ac:chgData name="Nicholaus Hendrik Jeremy" userId="050fe605-ebde-4dd7-903d-4aca7e74020c" providerId="ADAL" clId="{A2F88768-BF52-4650-89C9-6A6704974A83}" dt="2026-06-09T09:05:36.717" v="10239" actId="1076"/>
          <ac:spMkLst>
            <pc:docMk/>
            <pc:sldMk cId="3408572194" sldId="282"/>
            <ac:spMk id="17" creationId="{BADABC71-F61D-75F5-433A-5C98499F79AE}"/>
          </ac:spMkLst>
        </pc:spChg>
        <pc:spChg chg="add mod">
          <ac:chgData name="Nicholaus Hendrik Jeremy" userId="050fe605-ebde-4dd7-903d-4aca7e74020c" providerId="ADAL" clId="{A2F88768-BF52-4650-89C9-6A6704974A83}" dt="2026-06-09T09:05:45.167" v="10242" actId="1076"/>
          <ac:spMkLst>
            <pc:docMk/>
            <pc:sldMk cId="3408572194" sldId="282"/>
            <ac:spMk id="21" creationId="{79319B53-0450-BAA7-72E4-C32658137FA8}"/>
          </ac:spMkLst>
        </pc:spChg>
        <pc:spChg chg="mod">
          <ac:chgData name="Nicholaus Hendrik Jeremy" userId="050fe605-ebde-4dd7-903d-4aca7e74020c" providerId="ADAL" clId="{A2F88768-BF52-4650-89C9-6A6704974A83}" dt="2026-06-09T09:03:08.817" v="10183" actId="113"/>
          <ac:spMkLst>
            <pc:docMk/>
            <pc:sldMk cId="3408572194" sldId="282"/>
            <ac:spMk id="22" creationId="{7C6BC41A-AC81-541F-FC6F-8773057F1ED9}"/>
          </ac:spMkLst>
        </pc:spChg>
        <pc:spChg chg="mod">
          <ac:chgData name="Nicholaus Hendrik Jeremy" userId="050fe605-ebde-4dd7-903d-4aca7e74020c" providerId="ADAL" clId="{A2F88768-BF52-4650-89C9-6A6704974A83}" dt="2026-06-09T09:03:07.259" v="10182" actId="113"/>
          <ac:spMkLst>
            <pc:docMk/>
            <pc:sldMk cId="3408572194" sldId="282"/>
            <ac:spMk id="24" creationId="{5C56E99E-5EA0-C622-4D2E-9008F7543A04}"/>
          </ac:spMkLst>
        </pc:spChg>
        <pc:spChg chg="add mod">
          <ac:chgData name="Nicholaus Hendrik Jeremy" userId="050fe605-ebde-4dd7-903d-4aca7e74020c" providerId="ADAL" clId="{A2F88768-BF52-4650-89C9-6A6704974A83}" dt="2026-06-09T09:08:32.239" v="10423" actId="14100"/>
          <ac:spMkLst>
            <pc:docMk/>
            <pc:sldMk cId="3408572194" sldId="282"/>
            <ac:spMk id="37" creationId="{4BB399CF-5154-6A1F-C5AE-F4404AAE886A}"/>
          </ac:spMkLst>
        </pc:spChg>
        <pc:spChg chg="add mod">
          <ac:chgData name="Nicholaus Hendrik Jeremy" userId="050fe605-ebde-4dd7-903d-4aca7e74020c" providerId="ADAL" clId="{A2F88768-BF52-4650-89C9-6A6704974A83}" dt="2026-06-09T09:08:54.086" v="10434" actId="115"/>
          <ac:spMkLst>
            <pc:docMk/>
            <pc:sldMk cId="3408572194" sldId="282"/>
            <ac:spMk id="38" creationId="{8E27B374-EE44-FDC1-8613-B7C47D24FB0B}"/>
          </ac:spMkLst>
        </pc:spChg>
        <pc:spChg chg="mod">
          <ac:chgData name="Nicholaus Hendrik Jeremy" userId="050fe605-ebde-4dd7-903d-4aca7e74020c" providerId="ADAL" clId="{A2F88768-BF52-4650-89C9-6A6704974A83}" dt="2026-06-09T09:06:24.077" v="10258" actId="1076"/>
          <ac:spMkLst>
            <pc:docMk/>
            <pc:sldMk cId="3408572194" sldId="282"/>
            <ac:spMk id="45" creationId="{83AF528E-40E6-820C-24E6-AD212CE4C93C}"/>
          </ac:spMkLst>
        </pc:spChg>
        <pc:spChg chg="add mod">
          <ac:chgData name="Nicholaus Hendrik Jeremy" userId="050fe605-ebde-4dd7-903d-4aca7e74020c" providerId="ADAL" clId="{A2F88768-BF52-4650-89C9-6A6704974A83}" dt="2026-06-09T09:08:38.415" v="10429" actId="1076"/>
          <ac:spMkLst>
            <pc:docMk/>
            <pc:sldMk cId="3408572194" sldId="282"/>
            <ac:spMk id="51" creationId="{A84BC797-2F6C-22F4-530B-243E1D40A0E2}"/>
          </ac:spMkLst>
        </pc:spChg>
        <pc:spChg chg="mod">
          <ac:chgData name="Nicholaus Hendrik Jeremy" userId="050fe605-ebde-4dd7-903d-4aca7e74020c" providerId="ADAL" clId="{A2F88768-BF52-4650-89C9-6A6704974A83}" dt="2026-06-09T09:06:21" v="10257" actId="1076"/>
          <ac:spMkLst>
            <pc:docMk/>
            <pc:sldMk cId="3408572194" sldId="282"/>
            <ac:spMk id="72" creationId="{374ECD3B-B19F-0855-FC90-3D1D60FA7302}"/>
          </ac:spMkLst>
        </pc:spChg>
        <pc:cxnChg chg="add mod">
          <ac:chgData name="Nicholaus Hendrik Jeremy" userId="050fe605-ebde-4dd7-903d-4aca7e74020c" providerId="ADAL" clId="{A2F88768-BF52-4650-89C9-6A6704974A83}" dt="2026-06-09T09:05:49.943" v="10243" actId="1076"/>
          <ac:cxnSpMkLst>
            <pc:docMk/>
            <pc:sldMk cId="3408572194" sldId="282"/>
            <ac:cxnSpMk id="23" creationId="{82374D54-35AC-4463-2A9C-A01F850EF1E4}"/>
          </ac:cxnSpMkLst>
        </pc:cxnChg>
        <pc:cxnChg chg="add mod">
          <ac:chgData name="Nicholaus Hendrik Jeremy" userId="050fe605-ebde-4dd7-903d-4aca7e74020c" providerId="ADAL" clId="{A2F88768-BF52-4650-89C9-6A6704974A83}" dt="2026-06-09T09:06:21" v="10257" actId="1076"/>
          <ac:cxnSpMkLst>
            <pc:docMk/>
            <pc:sldMk cId="3408572194" sldId="282"/>
            <ac:cxnSpMk id="31" creationId="{D5EB4999-D053-CD6C-40A2-7B63377902A5}"/>
          </ac:cxnSpMkLst>
        </pc:cxnChg>
        <pc:cxnChg chg="mod">
          <ac:chgData name="Nicholaus Hendrik Jeremy" userId="050fe605-ebde-4dd7-903d-4aca7e74020c" providerId="ADAL" clId="{A2F88768-BF52-4650-89C9-6A6704974A83}" dt="2026-06-09T09:05:36.717" v="10239" actId="1076"/>
          <ac:cxnSpMkLst>
            <pc:docMk/>
            <pc:sldMk cId="3408572194" sldId="282"/>
            <ac:cxnSpMk id="39" creationId="{E6F76389-8AEF-3DBD-94D4-9FF9897D74DF}"/>
          </ac:cxnSpMkLst>
        </pc:cxnChg>
        <pc:cxnChg chg="add mod">
          <ac:chgData name="Nicholaus Hendrik Jeremy" userId="050fe605-ebde-4dd7-903d-4aca7e74020c" providerId="ADAL" clId="{A2F88768-BF52-4650-89C9-6A6704974A83}" dt="2026-06-09T09:08:00.611" v="10412" actId="14100"/>
          <ac:cxnSpMkLst>
            <pc:docMk/>
            <pc:sldMk cId="3408572194" sldId="282"/>
            <ac:cxnSpMk id="42" creationId="{7223A57B-AF61-8D9A-2308-01155A5DB1E0}"/>
          </ac:cxnSpMkLst>
        </pc:cxnChg>
        <pc:cxnChg chg="mod">
          <ac:chgData name="Nicholaus Hendrik Jeremy" userId="050fe605-ebde-4dd7-903d-4aca7e74020c" providerId="ADAL" clId="{A2F88768-BF52-4650-89C9-6A6704974A83}" dt="2026-06-09T09:06:24.077" v="10258" actId="1076"/>
          <ac:cxnSpMkLst>
            <pc:docMk/>
            <pc:sldMk cId="3408572194" sldId="282"/>
            <ac:cxnSpMk id="46" creationId="{16E5401F-D275-BE9E-6570-E2E324A0255E}"/>
          </ac:cxnSpMkLst>
        </pc:cxnChg>
        <pc:cxnChg chg="add mod">
          <ac:chgData name="Nicholaus Hendrik Jeremy" userId="050fe605-ebde-4dd7-903d-4aca7e74020c" providerId="ADAL" clId="{A2F88768-BF52-4650-89C9-6A6704974A83}" dt="2026-06-09T09:08:42.451" v="10430" actId="14100"/>
          <ac:cxnSpMkLst>
            <pc:docMk/>
            <pc:sldMk cId="3408572194" sldId="282"/>
            <ac:cxnSpMk id="47" creationId="{A6AFC4E2-52A9-50E4-7AFA-54876E681529}"/>
          </ac:cxnSpMkLst>
        </pc:cxnChg>
        <pc:cxnChg chg="mod">
          <ac:chgData name="Nicholaus Hendrik Jeremy" userId="050fe605-ebde-4dd7-903d-4aca7e74020c" providerId="ADAL" clId="{A2F88768-BF52-4650-89C9-6A6704974A83}" dt="2026-06-09T09:06:21" v="10257" actId="1076"/>
          <ac:cxnSpMkLst>
            <pc:docMk/>
            <pc:sldMk cId="3408572194" sldId="282"/>
            <ac:cxnSpMk id="79" creationId="{5062ECB0-3D2C-C51E-1E66-B3F22A28E487}"/>
          </ac:cxnSpMkLst>
        </pc:cxnChg>
      </pc:sldChg>
      <pc:sldChg chg="add">
        <pc:chgData name="Nicholaus Hendrik Jeremy" userId="050fe605-ebde-4dd7-903d-4aca7e74020c" providerId="ADAL" clId="{A2F88768-BF52-4650-89C9-6A6704974A83}" dt="2026-06-09T09:12:27.560" v="10488"/>
        <pc:sldMkLst>
          <pc:docMk/>
          <pc:sldMk cId="3770964997" sldId="284"/>
        </pc:sldMkLst>
      </pc:sldChg>
      <pc:sldChg chg="addSp modSp add mod">
        <pc:chgData name="Nicholaus Hendrik Jeremy" userId="050fe605-ebde-4dd7-903d-4aca7e74020c" providerId="ADAL" clId="{A2F88768-BF52-4650-89C9-6A6704974A83}" dt="2026-06-11T03:38:17.134" v="18515" actId="20577"/>
        <pc:sldMkLst>
          <pc:docMk/>
          <pc:sldMk cId="2641381708" sldId="286"/>
        </pc:sldMkLst>
        <pc:spChg chg="mod">
          <ac:chgData name="Nicholaus Hendrik Jeremy" userId="050fe605-ebde-4dd7-903d-4aca7e74020c" providerId="ADAL" clId="{A2F88768-BF52-4650-89C9-6A6704974A83}" dt="2026-06-11T03:38:17.134" v="18515" actId="20577"/>
          <ac:spMkLst>
            <pc:docMk/>
            <pc:sldMk cId="2641381708" sldId="286"/>
            <ac:spMk id="2" creationId="{65573073-F63E-1CDB-941B-279B2A99ED0A}"/>
          </ac:spMkLst>
        </pc:spChg>
        <pc:spChg chg="mod">
          <ac:chgData name="Nicholaus Hendrik Jeremy" userId="050fe605-ebde-4dd7-903d-4aca7e74020c" providerId="ADAL" clId="{A2F88768-BF52-4650-89C9-6A6704974A83}" dt="2026-06-09T09:40:40.645" v="11423" actId="20577"/>
          <ac:spMkLst>
            <pc:docMk/>
            <pc:sldMk cId="2641381708" sldId="286"/>
            <ac:spMk id="4" creationId="{E0C5FCA4-EDAB-C9E0-9ACF-08E9ABA7C2CD}"/>
          </ac:spMkLst>
        </pc:spChg>
        <pc:picChg chg="mod">
          <ac:chgData name="Nicholaus Hendrik Jeremy" userId="050fe605-ebde-4dd7-903d-4aca7e74020c" providerId="ADAL" clId="{A2F88768-BF52-4650-89C9-6A6704974A83}" dt="2026-06-09T09:39:41.724" v="11384" actId="1076"/>
          <ac:picMkLst>
            <pc:docMk/>
            <pc:sldMk cId="2641381708" sldId="286"/>
            <ac:picMk id="5" creationId="{EA277100-CDD7-6C75-BB0B-82C1A2302019}"/>
          </ac:picMkLst>
        </pc:picChg>
      </pc:sldChg>
      <pc:sldChg chg="addSp modSp add mod">
        <pc:chgData name="Nicholaus Hendrik Jeremy" userId="050fe605-ebde-4dd7-903d-4aca7e74020c" providerId="ADAL" clId="{A2F88768-BF52-4650-89C9-6A6704974A83}" dt="2026-06-09T12:21:16.633" v="12957"/>
        <pc:sldMkLst>
          <pc:docMk/>
          <pc:sldMk cId="3493449620" sldId="287"/>
        </pc:sldMkLst>
        <pc:spChg chg="mod">
          <ac:chgData name="Nicholaus Hendrik Jeremy" userId="050fe605-ebde-4dd7-903d-4aca7e74020c" providerId="ADAL" clId="{A2F88768-BF52-4650-89C9-6A6704974A83}" dt="2026-06-09T12:21:16.633" v="12957"/>
          <ac:spMkLst>
            <pc:docMk/>
            <pc:sldMk cId="3493449620" sldId="287"/>
            <ac:spMk id="2" creationId="{301569CC-9051-E0A6-2D77-54E991F3A7CE}"/>
          </ac:spMkLst>
        </pc:spChg>
        <pc:spChg chg="mod">
          <ac:chgData name="Nicholaus Hendrik Jeremy" userId="050fe605-ebde-4dd7-903d-4aca7e74020c" providerId="ADAL" clId="{A2F88768-BF52-4650-89C9-6A6704974A83}" dt="2026-06-09T12:21:09.894" v="12956"/>
          <ac:spMkLst>
            <pc:docMk/>
            <pc:sldMk cId="3493449620" sldId="287"/>
            <ac:spMk id="3" creationId="{02E96884-36D6-09DC-D5CB-964DA3D8C35B}"/>
          </ac:spMkLst>
        </pc:spChg>
        <pc:spChg chg="mod">
          <ac:chgData name="Nicholaus Hendrik Jeremy" userId="050fe605-ebde-4dd7-903d-4aca7e74020c" providerId="ADAL" clId="{A2F88768-BF52-4650-89C9-6A6704974A83}" dt="2026-06-09T11:50:22.365" v="12210" actId="20577"/>
          <ac:spMkLst>
            <pc:docMk/>
            <pc:sldMk cId="3493449620" sldId="287"/>
            <ac:spMk id="4" creationId="{455B17BF-11F9-8534-C2BD-DEF6CF73958F}"/>
          </ac:spMkLst>
        </pc:spChg>
        <pc:spChg chg="add mod">
          <ac:chgData name="Nicholaus Hendrik Jeremy" userId="050fe605-ebde-4dd7-903d-4aca7e74020c" providerId="ADAL" clId="{A2F88768-BF52-4650-89C9-6A6704974A83}" dt="2026-06-09T12:15:53.916" v="12216" actId="14100"/>
          <ac:spMkLst>
            <pc:docMk/>
            <pc:sldMk cId="3493449620" sldId="287"/>
            <ac:spMk id="6" creationId="{F07B2E1B-5425-8A58-11FD-2CB8A2ADC753}"/>
          </ac:spMkLst>
        </pc:spChg>
        <pc:picChg chg="add mod">
          <ac:chgData name="Nicholaus Hendrik Jeremy" userId="050fe605-ebde-4dd7-903d-4aca7e74020c" providerId="ADAL" clId="{A2F88768-BF52-4650-89C9-6A6704974A83}" dt="2026-06-09T11:50:26.064" v="12211"/>
          <ac:picMkLst>
            <pc:docMk/>
            <pc:sldMk cId="3493449620" sldId="287"/>
            <ac:picMk id="5" creationId="{D051DAD2-BB74-B21C-EB38-6D5E561F2338}"/>
          </ac:picMkLst>
        </pc:picChg>
      </pc:sldChg>
      <pc:sldChg chg="modSp add mod">
        <pc:chgData name="Nicholaus Hendrik Jeremy" userId="050fe605-ebde-4dd7-903d-4aca7e74020c" providerId="ADAL" clId="{A2F88768-BF52-4650-89C9-6A6704974A83}" dt="2026-06-09T12:21:39.247" v="12966"/>
        <pc:sldMkLst>
          <pc:docMk/>
          <pc:sldMk cId="465674717" sldId="288"/>
        </pc:sldMkLst>
        <pc:spChg chg="mod">
          <ac:chgData name="Nicholaus Hendrik Jeremy" userId="050fe605-ebde-4dd7-903d-4aca7e74020c" providerId="ADAL" clId="{A2F88768-BF52-4650-89C9-6A6704974A83}" dt="2026-06-09T12:21:39.247" v="12966"/>
          <ac:spMkLst>
            <pc:docMk/>
            <pc:sldMk cId="465674717" sldId="288"/>
            <ac:spMk id="2" creationId="{0B149AA2-F4E0-44DD-2D2A-5B9D33378654}"/>
          </ac:spMkLst>
        </pc:spChg>
        <pc:spChg chg="mod">
          <ac:chgData name="Nicholaus Hendrik Jeremy" userId="050fe605-ebde-4dd7-903d-4aca7e74020c" providerId="ADAL" clId="{A2F88768-BF52-4650-89C9-6A6704974A83}" dt="2026-06-09T12:21:24.629" v="12961" actId="27636"/>
          <ac:spMkLst>
            <pc:docMk/>
            <pc:sldMk cId="465674717" sldId="288"/>
            <ac:spMk id="3" creationId="{0B25F8DA-1A93-F72F-F8E7-3BB2B55DED5C}"/>
          </ac:spMkLst>
        </pc:spChg>
        <pc:spChg chg="mod">
          <ac:chgData name="Nicholaus Hendrik Jeremy" userId="050fe605-ebde-4dd7-903d-4aca7e74020c" providerId="ADAL" clId="{A2F88768-BF52-4650-89C9-6A6704974A83}" dt="2026-06-09T12:17:31.804" v="12545" actId="113"/>
          <ac:spMkLst>
            <pc:docMk/>
            <pc:sldMk cId="465674717" sldId="288"/>
            <ac:spMk id="4" creationId="{9DA01458-E7DE-A378-D7DE-321874F9A47C}"/>
          </ac:spMkLst>
        </pc:spChg>
        <pc:spChg chg="mod">
          <ac:chgData name="Nicholaus Hendrik Jeremy" userId="050fe605-ebde-4dd7-903d-4aca7e74020c" providerId="ADAL" clId="{A2F88768-BF52-4650-89C9-6A6704974A83}" dt="2026-06-09T12:17:45.100" v="12552" actId="1035"/>
          <ac:spMkLst>
            <pc:docMk/>
            <pc:sldMk cId="465674717" sldId="288"/>
            <ac:spMk id="6" creationId="{29D83F27-54B2-5B01-14AD-C070A2D87B58}"/>
          </ac:spMkLst>
        </pc:spChg>
      </pc:sldChg>
      <pc:sldChg chg="addSp delSp modSp add mod">
        <pc:chgData name="Nicholaus Hendrik Jeremy" userId="050fe605-ebde-4dd7-903d-4aca7e74020c" providerId="ADAL" clId="{A2F88768-BF52-4650-89C9-6A6704974A83}" dt="2026-06-09T12:22:04.102" v="12975" actId="14100"/>
        <pc:sldMkLst>
          <pc:docMk/>
          <pc:sldMk cId="2179354348" sldId="289"/>
        </pc:sldMkLst>
        <pc:spChg chg="mod">
          <ac:chgData name="Nicholaus Hendrik Jeremy" userId="050fe605-ebde-4dd7-903d-4aca7e74020c" providerId="ADAL" clId="{A2F88768-BF52-4650-89C9-6A6704974A83}" dt="2026-06-09T12:21:41.490" v="12967"/>
          <ac:spMkLst>
            <pc:docMk/>
            <pc:sldMk cId="2179354348" sldId="289"/>
            <ac:spMk id="2" creationId="{2DA77B8B-E375-17FD-4D75-810ED99AE11C}"/>
          </ac:spMkLst>
        </pc:spChg>
        <pc:spChg chg="mod">
          <ac:chgData name="Nicholaus Hendrik Jeremy" userId="050fe605-ebde-4dd7-903d-4aca7e74020c" providerId="ADAL" clId="{A2F88768-BF52-4650-89C9-6A6704974A83}" dt="2026-06-09T12:22:04.102" v="12975" actId="14100"/>
          <ac:spMkLst>
            <pc:docMk/>
            <pc:sldMk cId="2179354348" sldId="289"/>
            <ac:spMk id="3" creationId="{4EA60C9D-65EB-B2A2-1853-CAA8519FAE31}"/>
          </ac:spMkLst>
        </pc:spChg>
        <pc:spChg chg="mod">
          <ac:chgData name="Nicholaus Hendrik Jeremy" userId="050fe605-ebde-4dd7-903d-4aca7e74020c" providerId="ADAL" clId="{A2F88768-BF52-4650-89C9-6A6704974A83}" dt="2026-06-09T12:19:34.589" v="12948" actId="313"/>
          <ac:spMkLst>
            <pc:docMk/>
            <pc:sldMk cId="2179354348" sldId="289"/>
            <ac:spMk id="4" creationId="{8283DDFC-B9EC-4797-00A4-F6E976082BB5}"/>
          </ac:spMkLst>
        </pc:spChg>
        <pc:picChg chg="add mod">
          <ac:chgData name="Nicholaus Hendrik Jeremy" userId="050fe605-ebde-4dd7-903d-4aca7e74020c" providerId="ADAL" clId="{A2F88768-BF52-4650-89C9-6A6704974A83}" dt="2026-06-09T12:20:36.615" v="12953" actId="1076"/>
          <ac:picMkLst>
            <pc:docMk/>
            <pc:sldMk cId="2179354348" sldId="289"/>
            <ac:picMk id="8" creationId="{2BBB9D9D-2319-6A7B-C46C-B8FA285E11C6}"/>
          </ac:picMkLst>
        </pc:picChg>
      </pc:sldChg>
      <pc:sldChg chg="addSp delSp modSp add mod">
        <pc:chgData name="Nicholaus Hendrik Jeremy" userId="050fe605-ebde-4dd7-903d-4aca7e74020c" providerId="ADAL" clId="{A2F88768-BF52-4650-89C9-6A6704974A83}" dt="2026-06-09T12:29:29.955" v="13477" actId="1076"/>
        <pc:sldMkLst>
          <pc:docMk/>
          <pc:sldMk cId="2048837623" sldId="290"/>
        </pc:sldMkLst>
        <pc:spChg chg="mod">
          <ac:chgData name="Nicholaus Hendrik Jeremy" userId="050fe605-ebde-4dd7-903d-4aca7e74020c" providerId="ADAL" clId="{A2F88768-BF52-4650-89C9-6A6704974A83}" dt="2026-06-09T12:21:47.298" v="12968"/>
          <ac:spMkLst>
            <pc:docMk/>
            <pc:sldMk cId="2048837623" sldId="290"/>
            <ac:spMk id="2" creationId="{A54092B3-D14B-9DAF-1A77-6476E0FD5344}"/>
          </ac:spMkLst>
        </pc:spChg>
        <pc:spChg chg="mod">
          <ac:chgData name="Nicholaus Hendrik Jeremy" userId="050fe605-ebde-4dd7-903d-4aca7e74020c" providerId="ADAL" clId="{A2F88768-BF52-4650-89C9-6A6704974A83}" dt="2026-06-09T12:21:57.909" v="12972" actId="27636"/>
          <ac:spMkLst>
            <pc:docMk/>
            <pc:sldMk cId="2048837623" sldId="290"/>
            <ac:spMk id="3" creationId="{334E5105-CD8D-9540-A921-6CEF11A2DBE7}"/>
          </ac:spMkLst>
        </pc:spChg>
        <pc:spChg chg="mod">
          <ac:chgData name="Nicholaus Hendrik Jeremy" userId="050fe605-ebde-4dd7-903d-4aca7e74020c" providerId="ADAL" clId="{A2F88768-BF52-4650-89C9-6A6704974A83}" dt="2026-06-09T12:26:03.684" v="13208" actId="14100"/>
          <ac:spMkLst>
            <pc:docMk/>
            <pc:sldMk cId="2048837623" sldId="290"/>
            <ac:spMk id="4" creationId="{B396F190-923A-14F3-1719-DE6F30681470}"/>
          </ac:spMkLst>
        </pc:spChg>
        <pc:spChg chg="add mod">
          <ac:chgData name="Nicholaus Hendrik Jeremy" userId="050fe605-ebde-4dd7-903d-4aca7e74020c" providerId="ADAL" clId="{A2F88768-BF52-4650-89C9-6A6704974A83}" dt="2026-06-09T12:27:26.219" v="13216" actId="1076"/>
          <ac:spMkLst>
            <pc:docMk/>
            <pc:sldMk cId="2048837623" sldId="290"/>
            <ac:spMk id="7" creationId="{5E672724-4C8C-8755-6C73-2EFCF073D20D}"/>
          </ac:spMkLst>
        </pc:spChg>
        <pc:spChg chg="add mod">
          <ac:chgData name="Nicholaus Hendrik Jeremy" userId="050fe605-ebde-4dd7-903d-4aca7e74020c" providerId="ADAL" clId="{A2F88768-BF52-4650-89C9-6A6704974A83}" dt="2026-06-09T12:27:40.790" v="13257" actId="1076"/>
          <ac:spMkLst>
            <pc:docMk/>
            <pc:sldMk cId="2048837623" sldId="290"/>
            <ac:spMk id="9" creationId="{D9B178D2-F57C-3CAF-0D6F-E7CF0110EDE0}"/>
          </ac:spMkLst>
        </pc:spChg>
        <pc:spChg chg="add mod">
          <ac:chgData name="Nicholaus Hendrik Jeremy" userId="050fe605-ebde-4dd7-903d-4aca7e74020c" providerId="ADAL" clId="{A2F88768-BF52-4650-89C9-6A6704974A83}" dt="2026-06-09T12:29:27.713" v="13476" actId="1038"/>
          <ac:spMkLst>
            <pc:docMk/>
            <pc:sldMk cId="2048837623" sldId="290"/>
            <ac:spMk id="10" creationId="{266485DD-52AA-1956-969C-549DCA15E70A}"/>
          </ac:spMkLst>
        </pc:spChg>
        <pc:spChg chg="add mod">
          <ac:chgData name="Nicholaus Hendrik Jeremy" userId="050fe605-ebde-4dd7-903d-4aca7e74020c" providerId="ADAL" clId="{A2F88768-BF52-4650-89C9-6A6704974A83}" dt="2026-06-09T12:29:29.955" v="13477" actId="1076"/>
          <ac:spMkLst>
            <pc:docMk/>
            <pc:sldMk cId="2048837623" sldId="290"/>
            <ac:spMk id="11" creationId="{D7DEA818-62B2-E4C4-944B-E4EB78864808}"/>
          </ac:spMkLst>
        </pc:spChg>
        <pc:spChg chg="add mod">
          <ac:chgData name="Nicholaus Hendrik Jeremy" userId="050fe605-ebde-4dd7-903d-4aca7e74020c" providerId="ADAL" clId="{A2F88768-BF52-4650-89C9-6A6704974A83}" dt="2026-06-09T12:28:23.817" v="13341" actId="1076"/>
          <ac:spMkLst>
            <pc:docMk/>
            <pc:sldMk cId="2048837623" sldId="290"/>
            <ac:spMk id="12" creationId="{C681B4EF-9FAD-F085-1538-D340C70DBC32}"/>
          </ac:spMkLst>
        </pc:spChg>
        <pc:spChg chg="add mod">
          <ac:chgData name="Nicholaus Hendrik Jeremy" userId="050fe605-ebde-4dd7-903d-4aca7e74020c" providerId="ADAL" clId="{A2F88768-BF52-4650-89C9-6A6704974A83}" dt="2026-06-09T12:29:05.336" v="13444" actId="14100"/>
          <ac:spMkLst>
            <pc:docMk/>
            <pc:sldMk cId="2048837623" sldId="290"/>
            <ac:spMk id="13" creationId="{61D54C7C-7D27-D96C-49A2-44FC65CBD9D8}"/>
          </ac:spMkLst>
        </pc:spChg>
        <pc:spChg chg="add mod">
          <ac:chgData name="Nicholaus Hendrik Jeremy" userId="050fe605-ebde-4dd7-903d-4aca7e74020c" providerId="ADAL" clId="{A2F88768-BF52-4650-89C9-6A6704974A83}" dt="2026-06-09T12:29:10.957" v="13447" actId="1076"/>
          <ac:spMkLst>
            <pc:docMk/>
            <pc:sldMk cId="2048837623" sldId="290"/>
            <ac:spMk id="14" creationId="{F529E2F1-6891-3E87-0D8B-D3040E4739B7}"/>
          </ac:spMkLst>
        </pc:spChg>
        <pc:spChg chg="add mod">
          <ac:chgData name="Nicholaus Hendrik Jeremy" userId="050fe605-ebde-4dd7-903d-4aca7e74020c" providerId="ADAL" clId="{A2F88768-BF52-4650-89C9-6A6704974A83}" dt="2026-06-09T12:29:23.562" v="13470" actId="1076"/>
          <ac:spMkLst>
            <pc:docMk/>
            <pc:sldMk cId="2048837623" sldId="290"/>
            <ac:spMk id="15" creationId="{D76CE9DB-9A0B-E15A-3EF6-50E4F37E12B2}"/>
          </ac:spMkLst>
        </pc:spChg>
        <pc:picChg chg="add mod">
          <ac:chgData name="Nicholaus Hendrik Jeremy" userId="050fe605-ebde-4dd7-903d-4aca7e74020c" providerId="ADAL" clId="{A2F88768-BF52-4650-89C9-6A6704974A83}" dt="2026-06-09T12:29:21.397" v="13469" actId="1076"/>
          <ac:picMkLst>
            <pc:docMk/>
            <pc:sldMk cId="2048837623" sldId="290"/>
            <ac:picMk id="6" creationId="{91807036-B5EA-46A6-A62C-47BF4146DF98}"/>
          </ac:picMkLst>
        </pc:picChg>
      </pc:sldChg>
      <pc:sldChg chg="modSp add">
        <pc:chgData name="Nicholaus Hendrik Jeremy" userId="050fe605-ebde-4dd7-903d-4aca7e74020c" providerId="ADAL" clId="{A2F88768-BF52-4650-89C9-6A6704974A83}" dt="2026-06-09T12:30:39.249" v="13481"/>
        <pc:sldMkLst>
          <pc:docMk/>
          <pc:sldMk cId="3292051533" sldId="291"/>
        </pc:sldMkLst>
        <pc:spChg chg="mod">
          <ac:chgData name="Nicholaus Hendrik Jeremy" userId="050fe605-ebde-4dd7-903d-4aca7e74020c" providerId="ADAL" clId="{A2F88768-BF52-4650-89C9-6A6704974A83}" dt="2026-06-09T12:30:39.249" v="13481"/>
          <ac:spMkLst>
            <pc:docMk/>
            <pc:sldMk cId="3292051533" sldId="291"/>
            <ac:spMk id="2" creationId="{7D6E8528-3BAB-4638-F8EC-004ED3D0A29E}"/>
          </ac:spMkLst>
        </pc:spChg>
      </pc:sldChg>
      <pc:sldChg chg="addSp delSp modSp add mod">
        <pc:chgData name="Nicholaus Hendrik Jeremy" userId="050fe605-ebde-4dd7-903d-4aca7e74020c" providerId="ADAL" clId="{A2F88768-BF52-4650-89C9-6A6704974A83}" dt="2026-06-11T03:40:40.625" v="18526" actId="478"/>
        <pc:sldMkLst>
          <pc:docMk/>
          <pc:sldMk cId="1768103951" sldId="292"/>
        </pc:sldMkLst>
        <pc:spChg chg="mod">
          <ac:chgData name="Nicholaus Hendrik Jeremy" userId="050fe605-ebde-4dd7-903d-4aca7e74020c" providerId="ADAL" clId="{A2F88768-BF52-4650-89C9-6A6704974A83}" dt="2026-06-09T12:30:37.310" v="13480"/>
          <ac:spMkLst>
            <pc:docMk/>
            <pc:sldMk cId="1768103951" sldId="292"/>
            <ac:spMk id="2" creationId="{C799D2B5-704D-2C74-945C-983E660B09BA}"/>
          </ac:spMkLst>
        </pc:spChg>
        <pc:spChg chg="mod">
          <ac:chgData name="Nicholaus Hendrik Jeremy" userId="050fe605-ebde-4dd7-903d-4aca7e74020c" providerId="ADAL" clId="{A2F88768-BF52-4650-89C9-6A6704974A83}" dt="2026-06-09T12:42:27.898" v="13482" actId="20577"/>
          <ac:spMkLst>
            <pc:docMk/>
            <pc:sldMk cId="1768103951" sldId="292"/>
            <ac:spMk id="4" creationId="{C785563B-1FA4-56FB-030C-345B37353C3E}"/>
          </ac:spMkLst>
        </pc:spChg>
        <pc:spChg chg="add mod">
          <ac:chgData name="Nicholaus Hendrik Jeremy" userId="050fe605-ebde-4dd7-903d-4aca7e74020c" providerId="ADAL" clId="{A2F88768-BF52-4650-89C9-6A6704974A83}" dt="2026-06-11T02:58:08.362" v="16945" actId="20577"/>
          <ac:spMkLst>
            <pc:docMk/>
            <pc:sldMk cId="1768103951" sldId="292"/>
            <ac:spMk id="8" creationId="{0A2AE814-2EA9-C3EA-263E-F6C52DD049E4}"/>
          </ac:spMkLst>
        </pc:spChg>
        <pc:picChg chg="add">
          <ac:chgData name="Nicholaus Hendrik Jeremy" userId="050fe605-ebde-4dd7-903d-4aca7e74020c" providerId="ADAL" clId="{A2F88768-BF52-4650-89C9-6A6704974A83}" dt="2026-06-11T03:40:36.899" v="18525" actId="22"/>
          <ac:picMkLst>
            <pc:docMk/>
            <pc:sldMk cId="1768103951" sldId="292"/>
            <ac:picMk id="10" creationId="{B1763D13-27A0-447F-4ED4-A6E35C028544}"/>
          </ac:picMkLst>
        </pc:picChg>
      </pc:sldChg>
      <pc:sldChg chg="addSp delSp modSp add mod">
        <pc:chgData name="Nicholaus Hendrik Jeremy" userId="050fe605-ebde-4dd7-903d-4aca7e74020c" providerId="ADAL" clId="{A2F88768-BF52-4650-89C9-6A6704974A83}" dt="2026-06-11T03:40:32.899" v="18524" actId="1076"/>
        <pc:sldMkLst>
          <pc:docMk/>
          <pc:sldMk cId="4290795967" sldId="293"/>
        </pc:sldMkLst>
        <pc:spChg chg="mod">
          <ac:chgData name="Nicholaus Hendrik Jeremy" userId="050fe605-ebde-4dd7-903d-4aca7e74020c" providerId="ADAL" clId="{A2F88768-BF52-4650-89C9-6A6704974A83}" dt="2026-06-09T13:12:59.310" v="14453" actId="1076"/>
          <ac:spMkLst>
            <pc:docMk/>
            <pc:sldMk cId="4290795967" sldId="293"/>
            <ac:spMk id="3" creationId="{5698F89A-64C3-4ECF-7B09-6445B2DAB885}"/>
          </ac:spMkLst>
        </pc:spChg>
        <pc:spChg chg="add mod">
          <ac:chgData name="Nicholaus Hendrik Jeremy" userId="050fe605-ebde-4dd7-903d-4aca7e74020c" providerId="ADAL" clId="{A2F88768-BF52-4650-89C9-6A6704974A83}" dt="2026-06-09T13:21:50.423" v="15118" actId="14100"/>
          <ac:spMkLst>
            <pc:docMk/>
            <pc:sldMk cId="4290795967" sldId="293"/>
            <ac:spMk id="5" creationId="{2C158876-2E80-6954-2EE1-1E7E0D9CA3D6}"/>
          </ac:spMkLst>
        </pc:spChg>
        <pc:spChg chg="add mod">
          <ac:chgData name="Nicholaus Hendrik Jeremy" userId="050fe605-ebde-4dd7-903d-4aca7e74020c" providerId="ADAL" clId="{A2F88768-BF52-4650-89C9-6A6704974A83}" dt="2026-06-09T13:16:30.927" v="14548" actId="1076"/>
          <ac:spMkLst>
            <pc:docMk/>
            <pc:sldMk cId="4290795967" sldId="293"/>
            <ac:spMk id="9" creationId="{81765C45-9F31-802E-E1DE-6949B083FAD9}"/>
          </ac:spMkLst>
        </pc:spChg>
        <pc:spChg chg="add mod">
          <ac:chgData name="Nicholaus Hendrik Jeremy" userId="050fe605-ebde-4dd7-903d-4aca7e74020c" providerId="ADAL" clId="{A2F88768-BF52-4650-89C9-6A6704974A83}" dt="2026-06-09T13:16:30.927" v="14548" actId="1076"/>
          <ac:spMkLst>
            <pc:docMk/>
            <pc:sldMk cId="4290795967" sldId="293"/>
            <ac:spMk id="11" creationId="{3CD071E6-192C-4D62-CE47-8D098FCD12F1}"/>
          </ac:spMkLst>
        </pc:spChg>
        <pc:spChg chg="add mod">
          <ac:chgData name="Nicholaus Hendrik Jeremy" userId="050fe605-ebde-4dd7-903d-4aca7e74020c" providerId="ADAL" clId="{A2F88768-BF52-4650-89C9-6A6704974A83}" dt="2026-06-09T13:16:30.927" v="14548" actId="1076"/>
          <ac:spMkLst>
            <pc:docMk/>
            <pc:sldMk cId="4290795967" sldId="293"/>
            <ac:spMk id="16" creationId="{3B9E42A5-E752-D942-5388-782924230624}"/>
          </ac:spMkLst>
        </pc:spChg>
        <pc:spChg chg="add mod">
          <ac:chgData name="Nicholaus Hendrik Jeremy" userId="050fe605-ebde-4dd7-903d-4aca7e74020c" providerId="ADAL" clId="{A2F88768-BF52-4650-89C9-6A6704974A83}" dt="2026-06-09T13:12:32.179" v="14439" actId="14100"/>
          <ac:spMkLst>
            <pc:docMk/>
            <pc:sldMk cId="4290795967" sldId="293"/>
            <ac:spMk id="20" creationId="{C129A786-4D1D-1A35-E56B-3DE90EE248A4}"/>
          </ac:spMkLst>
        </pc:spChg>
        <pc:spChg chg="add mod">
          <ac:chgData name="Nicholaus Hendrik Jeremy" userId="050fe605-ebde-4dd7-903d-4aca7e74020c" providerId="ADAL" clId="{A2F88768-BF52-4650-89C9-6A6704974A83}" dt="2026-06-09T13:16:30.927" v="14548" actId="1076"/>
          <ac:spMkLst>
            <pc:docMk/>
            <pc:sldMk cId="4290795967" sldId="293"/>
            <ac:spMk id="27" creationId="{75C688A3-812B-AF1B-51D6-0BF527E2C0C5}"/>
          </ac:spMkLst>
        </pc:spChg>
        <pc:spChg chg="add mod">
          <ac:chgData name="Nicholaus Hendrik Jeremy" userId="050fe605-ebde-4dd7-903d-4aca7e74020c" providerId="ADAL" clId="{A2F88768-BF52-4650-89C9-6A6704974A83}" dt="2026-06-09T13:16:30.927" v="14548" actId="1076"/>
          <ac:spMkLst>
            <pc:docMk/>
            <pc:sldMk cId="4290795967" sldId="293"/>
            <ac:spMk id="28" creationId="{9948A023-84D3-3013-41F0-04C1B039995B}"/>
          </ac:spMkLst>
        </pc:spChg>
        <pc:spChg chg="add mod">
          <ac:chgData name="Nicholaus Hendrik Jeremy" userId="050fe605-ebde-4dd7-903d-4aca7e74020c" providerId="ADAL" clId="{A2F88768-BF52-4650-89C9-6A6704974A83}" dt="2026-06-09T13:16:30.927" v="14548" actId="1076"/>
          <ac:spMkLst>
            <pc:docMk/>
            <pc:sldMk cId="4290795967" sldId="293"/>
            <ac:spMk id="30" creationId="{D4132D24-1B2F-1E5C-C84E-3C9DA8A610B8}"/>
          </ac:spMkLst>
        </pc:spChg>
        <pc:spChg chg="add mod">
          <ac:chgData name="Nicholaus Hendrik Jeremy" userId="050fe605-ebde-4dd7-903d-4aca7e74020c" providerId="ADAL" clId="{A2F88768-BF52-4650-89C9-6A6704974A83}" dt="2026-06-09T13:17:05.070" v="14634" actId="1076"/>
          <ac:spMkLst>
            <pc:docMk/>
            <pc:sldMk cId="4290795967" sldId="293"/>
            <ac:spMk id="66" creationId="{A97762DE-2F82-E3B7-B0F3-F6980E433B5D}"/>
          </ac:spMkLst>
        </pc:spChg>
        <pc:spChg chg="add mod">
          <ac:chgData name="Nicholaus Hendrik Jeremy" userId="050fe605-ebde-4dd7-903d-4aca7e74020c" providerId="ADAL" clId="{A2F88768-BF52-4650-89C9-6A6704974A83}" dt="2026-06-09T14:04:03.346" v="16228" actId="27636"/>
          <ac:spMkLst>
            <pc:docMk/>
            <pc:sldMk cId="4290795967" sldId="293"/>
            <ac:spMk id="67" creationId="{8B24B5BD-E0D4-0918-FC3E-07148B69C26F}"/>
          </ac:spMkLst>
        </pc:spChg>
        <pc:spChg chg="add mod">
          <ac:chgData name="Nicholaus Hendrik Jeremy" userId="050fe605-ebde-4dd7-903d-4aca7e74020c" providerId="ADAL" clId="{A2F88768-BF52-4650-89C9-6A6704974A83}" dt="2026-06-09T13:21:54.833" v="15119" actId="1076"/>
          <ac:spMkLst>
            <pc:docMk/>
            <pc:sldMk cId="4290795967" sldId="293"/>
            <ac:spMk id="68" creationId="{9805AE08-6C58-16F7-F85D-B775EA643EBC}"/>
          </ac:spMkLst>
        </pc:spChg>
        <pc:spChg chg="add mod">
          <ac:chgData name="Nicholaus Hendrik Jeremy" userId="050fe605-ebde-4dd7-903d-4aca7e74020c" providerId="ADAL" clId="{A2F88768-BF52-4650-89C9-6A6704974A83}" dt="2026-06-09T13:21:54.833" v="15119" actId="1076"/>
          <ac:spMkLst>
            <pc:docMk/>
            <pc:sldMk cId="4290795967" sldId="293"/>
            <ac:spMk id="69" creationId="{C26D8314-2F72-10A2-57C3-67952C304FBF}"/>
          </ac:spMkLst>
        </pc:spChg>
        <pc:picChg chg="add mod">
          <ac:chgData name="Nicholaus Hendrik Jeremy" userId="050fe605-ebde-4dd7-903d-4aca7e74020c" providerId="ADAL" clId="{A2F88768-BF52-4650-89C9-6A6704974A83}" dt="2026-06-11T03:40:32.899" v="18524" actId="1076"/>
          <ac:picMkLst>
            <pc:docMk/>
            <pc:sldMk cId="4290795967" sldId="293"/>
            <ac:picMk id="8" creationId="{9725C2EC-6F35-9BAC-67E7-FB9695ED8F8F}"/>
          </ac:picMkLst>
        </pc:picChg>
        <pc:cxnChg chg="add mod">
          <ac:chgData name="Nicholaus Hendrik Jeremy" userId="050fe605-ebde-4dd7-903d-4aca7e74020c" providerId="ADAL" clId="{A2F88768-BF52-4650-89C9-6A6704974A83}" dt="2026-06-09T13:16:30.927" v="14548" actId="1076"/>
          <ac:cxnSpMkLst>
            <pc:docMk/>
            <pc:sldMk cId="4290795967" sldId="293"/>
            <ac:cxnSpMk id="14" creationId="{0CA11E69-C296-1178-54F6-8BD5815DB0A7}"/>
          </ac:cxnSpMkLst>
        </pc:cxnChg>
        <pc:cxnChg chg="add mod">
          <ac:chgData name="Nicholaus Hendrik Jeremy" userId="050fe605-ebde-4dd7-903d-4aca7e74020c" providerId="ADAL" clId="{A2F88768-BF52-4650-89C9-6A6704974A83}" dt="2026-06-09T13:16:30.927" v="14548" actId="1076"/>
          <ac:cxnSpMkLst>
            <pc:docMk/>
            <pc:sldMk cId="4290795967" sldId="293"/>
            <ac:cxnSpMk id="32" creationId="{59DC9FB2-4E6A-96D1-7ADD-AFA96D960A5F}"/>
          </ac:cxnSpMkLst>
        </pc:cxnChg>
        <pc:cxnChg chg="add mod">
          <ac:chgData name="Nicholaus Hendrik Jeremy" userId="050fe605-ebde-4dd7-903d-4aca7e74020c" providerId="ADAL" clId="{A2F88768-BF52-4650-89C9-6A6704974A83}" dt="2026-06-09T13:15:44.187" v="14520" actId="14100"/>
          <ac:cxnSpMkLst>
            <pc:docMk/>
            <pc:sldMk cId="4290795967" sldId="293"/>
            <ac:cxnSpMk id="36" creationId="{D520B719-09D7-EC79-1ADF-2E1F66297CDB}"/>
          </ac:cxnSpMkLst>
        </pc:cxnChg>
        <pc:cxnChg chg="add mod">
          <ac:chgData name="Nicholaus Hendrik Jeremy" userId="050fe605-ebde-4dd7-903d-4aca7e74020c" providerId="ADAL" clId="{A2F88768-BF52-4650-89C9-6A6704974A83}" dt="2026-06-09T13:15:59.564" v="14532" actId="1037"/>
          <ac:cxnSpMkLst>
            <pc:docMk/>
            <pc:sldMk cId="4290795967" sldId="293"/>
            <ac:cxnSpMk id="40" creationId="{1EDA0153-FA7B-9FCA-969E-4163E3BDCAD9}"/>
          </ac:cxnSpMkLst>
        </pc:cxnChg>
        <pc:cxnChg chg="add mod">
          <ac:chgData name="Nicholaus Hendrik Jeremy" userId="050fe605-ebde-4dd7-903d-4aca7e74020c" providerId="ADAL" clId="{A2F88768-BF52-4650-89C9-6A6704974A83}" dt="2026-06-09T13:16:30.927" v="14548" actId="1076"/>
          <ac:cxnSpMkLst>
            <pc:docMk/>
            <pc:sldMk cId="4290795967" sldId="293"/>
            <ac:cxnSpMk id="45" creationId="{6A048373-D3D2-B328-B1E9-5BAF0ACA6DDC}"/>
          </ac:cxnSpMkLst>
        </pc:cxnChg>
        <pc:cxnChg chg="add mod">
          <ac:chgData name="Nicholaus Hendrik Jeremy" userId="050fe605-ebde-4dd7-903d-4aca7e74020c" providerId="ADAL" clId="{A2F88768-BF52-4650-89C9-6A6704974A83}" dt="2026-06-09T13:21:50.423" v="15118" actId="14100"/>
          <ac:cxnSpMkLst>
            <pc:docMk/>
            <pc:sldMk cId="4290795967" sldId="293"/>
            <ac:cxnSpMk id="49" creationId="{3D005BFD-67F9-A8D7-E624-BA3F1F59AE55}"/>
          </ac:cxnSpMkLst>
        </pc:cxnChg>
      </pc:sldChg>
      <pc:sldChg chg="addSp delSp modSp add mod">
        <pc:chgData name="Nicholaus Hendrik Jeremy" userId="050fe605-ebde-4dd7-903d-4aca7e74020c" providerId="ADAL" clId="{A2F88768-BF52-4650-89C9-6A6704974A83}" dt="2026-06-09T14:05:16.022" v="16232" actId="2711"/>
        <pc:sldMkLst>
          <pc:docMk/>
          <pc:sldMk cId="1111717145" sldId="294"/>
        </pc:sldMkLst>
        <pc:spChg chg="mod">
          <ac:chgData name="Nicholaus Hendrik Jeremy" userId="050fe605-ebde-4dd7-903d-4aca7e74020c" providerId="ADAL" clId="{A2F88768-BF52-4650-89C9-6A6704974A83}" dt="2026-06-09T13:19:38.212" v="14764"/>
          <ac:spMkLst>
            <pc:docMk/>
            <pc:sldMk cId="1111717145" sldId="294"/>
            <ac:spMk id="3" creationId="{43D9317E-BA7E-B05A-A1A2-89ECA215C76A}"/>
          </ac:spMkLst>
        </pc:spChg>
        <pc:spChg chg="mod">
          <ac:chgData name="Nicholaus Hendrik Jeremy" userId="050fe605-ebde-4dd7-903d-4aca7e74020c" providerId="ADAL" clId="{A2F88768-BF52-4650-89C9-6A6704974A83}" dt="2026-06-09T14:05:16.022" v="16232" actId="2711"/>
          <ac:spMkLst>
            <pc:docMk/>
            <pc:sldMk cId="1111717145" sldId="294"/>
            <ac:spMk id="4" creationId="{0BE2B49A-95B0-E10A-8777-EF0992966E64}"/>
          </ac:spMkLst>
        </pc:spChg>
        <pc:spChg chg="mod">
          <ac:chgData name="Nicholaus Hendrik Jeremy" userId="050fe605-ebde-4dd7-903d-4aca7e74020c" providerId="ADAL" clId="{A2F88768-BF52-4650-89C9-6A6704974A83}" dt="2026-06-09T14:05:16.022" v="16232" actId="2711"/>
          <ac:spMkLst>
            <pc:docMk/>
            <pc:sldMk cId="1111717145" sldId="294"/>
            <ac:spMk id="5" creationId="{76AAA31C-F619-86A6-0858-037811AEA9FE}"/>
          </ac:spMkLst>
        </pc:spChg>
        <pc:spChg chg="mod">
          <ac:chgData name="Nicholaus Hendrik Jeremy" userId="050fe605-ebde-4dd7-903d-4aca7e74020c" providerId="ADAL" clId="{A2F88768-BF52-4650-89C9-6A6704974A83}" dt="2026-06-09T14:05:16.022" v="16232" actId="2711"/>
          <ac:spMkLst>
            <pc:docMk/>
            <pc:sldMk cId="1111717145" sldId="294"/>
            <ac:spMk id="9" creationId="{918A09EB-45EB-46F3-168F-806D957B0420}"/>
          </ac:spMkLst>
        </pc:spChg>
        <pc:spChg chg="add mod">
          <ac:chgData name="Nicholaus Hendrik Jeremy" userId="050fe605-ebde-4dd7-903d-4aca7e74020c" providerId="ADAL" clId="{A2F88768-BF52-4650-89C9-6A6704974A83}" dt="2026-06-09T14:05:16.022" v="16232" actId="2711"/>
          <ac:spMkLst>
            <pc:docMk/>
            <pc:sldMk cId="1111717145" sldId="294"/>
            <ac:spMk id="24" creationId="{ED11FB08-19C0-F11B-5BEC-9B833A764428}"/>
          </ac:spMkLst>
        </pc:spChg>
        <pc:spChg chg="add mod">
          <ac:chgData name="Nicholaus Hendrik Jeremy" userId="050fe605-ebde-4dd7-903d-4aca7e74020c" providerId="ADAL" clId="{A2F88768-BF52-4650-89C9-6A6704974A83}" dt="2026-06-09T14:05:16.022" v="16232" actId="2711"/>
          <ac:spMkLst>
            <pc:docMk/>
            <pc:sldMk cId="1111717145" sldId="294"/>
            <ac:spMk id="25" creationId="{2B2DBC52-12C0-1023-855F-3FCDB173A25F}"/>
          </ac:spMkLst>
        </pc:spChg>
        <pc:spChg chg="add mod">
          <ac:chgData name="Nicholaus Hendrik Jeremy" userId="050fe605-ebde-4dd7-903d-4aca7e74020c" providerId="ADAL" clId="{A2F88768-BF52-4650-89C9-6A6704974A83}" dt="2026-06-09T14:05:16.022" v="16232" actId="2711"/>
          <ac:spMkLst>
            <pc:docMk/>
            <pc:sldMk cId="1111717145" sldId="294"/>
            <ac:spMk id="28" creationId="{EC9811A6-51DB-C3AE-A93D-FDD78BA9272A}"/>
          </ac:spMkLst>
        </pc:spChg>
        <pc:spChg chg="add mod">
          <ac:chgData name="Nicholaus Hendrik Jeremy" userId="050fe605-ebde-4dd7-903d-4aca7e74020c" providerId="ADAL" clId="{A2F88768-BF52-4650-89C9-6A6704974A83}" dt="2026-06-09T14:05:16.022" v="16232" actId="2711"/>
          <ac:spMkLst>
            <pc:docMk/>
            <pc:sldMk cId="1111717145" sldId="294"/>
            <ac:spMk id="32" creationId="{822F5D66-0C46-0B69-4B12-6AD0B635A3A6}"/>
          </ac:spMkLst>
        </pc:spChg>
        <pc:cxnChg chg="mod">
          <ac:chgData name="Nicholaus Hendrik Jeremy" userId="050fe605-ebde-4dd7-903d-4aca7e74020c" providerId="ADAL" clId="{A2F88768-BF52-4650-89C9-6A6704974A83}" dt="2026-06-09T13:45:13.921" v="15719" actId="1076"/>
          <ac:cxnSpMkLst>
            <pc:docMk/>
            <pc:sldMk cId="1111717145" sldId="294"/>
            <ac:cxnSpMk id="12" creationId="{FF923EEB-E6D7-D731-8D1D-78C57EA62162}"/>
          </ac:cxnSpMkLst>
        </pc:cxnChg>
        <pc:cxnChg chg="mod">
          <ac:chgData name="Nicholaus Hendrik Jeremy" userId="050fe605-ebde-4dd7-903d-4aca7e74020c" providerId="ADAL" clId="{A2F88768-BF52-4650-89C9-6A6704974A83}" dt="2026-06-09T13:45:48.865" v="15746" actId="14100"/>
          <ac:cxnSpMkLst>
            <pc:docMk/>
            <pc:sldMk cId="1111717145" sldId="294"/>
            <ac:cxnSpMk id="15" creationId="{3D1C6F29-6807-1791-F6F0-CC21B92C8981}"/>
          </ac:cxnSpMkLst>
        </pc:cxnChg>
        <pc:cxnChg chg="add mod">
          <ac:chgData name="Nicholaus Hendrik Jeremy" userId="050fe605-ebde-4dd7-903d-4aca7e74020c" providerId="ADAL" clId="{A2F88768-BF52-4650-89C9-6A6704974A83}" dt="2026-06-09T13:45:46.857" v="15745" actId="1076"/>
          <ac:cxnSpMkLst>
            <pc:docMk/>
            <pc:sldMk cId="1111717145" sldId="294"/>
            <ac:cxnSpMk id="33" creationId="{B2AA36AA-F84F-3074-1B47-3F8FA5E532FF}"/>
          </ac:cxnSpMkLst>
        </pc:cxnChg>
      </pc:sldChg>
      <pc:sldChg chg="addSp delSp modSp add mod">
        <pc:chgData name="Nicholaus Hendrik Jeremy" userId="050fe605-ebde-4dd7-903d-4aca7e74020c" providerId="ADAL" clId="{A2F88768-BF52-4650-89C9-6A6704974A83}" dt="2026-06-11T03:40:58.627" v="18534" actId="20577"/>
        <pc:sldMkLst>
          <pc:docMk/>
          <pc:sldMk cId="3732844886" sldId="295"/>
        </pc:sldMkLst>
        <pc:spChg chg="mod">
          <ac:chgData name="Nicholaus Hendrik Jeremy" userId="050fe605-ebde-4dd7-903d-4aca7e74020c" providerId="ADAL" clId="{A2F88768-BF52-4650-89C9-6A6704974A83}" dt="2026-06-09T13:22:48.880" v="15130" actId="14100"/>
          <ac:spMkLst>
            <pc:docMk/>
            <pc:sldMk cId="3732844886" sldId="295"/>
            <ac:spMk id="2" creationId="{539F0084-57D0-AF71-5DFD-071CBB811FA6}"/>
          </ac:spMkLst>
        </pc:spChg>
        <pc:spChg chg="mod">
          <ac:chgData name="Nicholaus Hendrik Jeremy" userId="050fe605-ebde-4dd7-903d-4aca7e74020c" providerId="ADAL" clId="{A2F88768-BF52-4650-89C9-6A6704974A83}" dt="2026-06-09T13:23:52.291" v="15143" actId="1076"/>
          <ac:spMkLst>
            <pc:docMk/>
            <pc:sldMk cId="3732844886" sldId="295"/>
            <ac:spMk id="3" creationId="{77C0A3BB-DFFA-96FB-A7E9-6456FB939EFE}"/>
          </ac:spMkLst>
        </pc:spChg>
        <pc:spChg chg="mod">
          <ac:chgData name="Nicholaus Hendrik Jeremy" userId="050fe605-ebde-4dd7-903d-4aca7e74020c" providerId="ADAL" clId="{A2F88768-BF52-4650-89C9-6A6704974A83}" dt="2026-06-09T13:35:37.486" v="15455" actId="1076"/>
          <ac:spMkLst>
            <pc:docMk/>
            <pc:sldMk cId="3732844886" sldId="295"/>
            <ac:spMk id="9" creationId="{657FB5BC-3DC9-7E2A-451A-785CB96D28A7}"/>
          </ac:spMkLst>
        </pc:spChg>
        <pc:spChg chg="add mod">
          <ac:chgData name="Nicholaus Hendrik Jeremy" userId="050fe605-ebde-4dd7-903d-4aca7e74020c" providerId="ADAL" clId="{A2F88768-BF52-4650-89C9-6A6704974A83}" dt="2026-06-09T13:34:59.218" v="15445" actId="1076"/>
          <ac:spMkLst>
            <pc:docMk/>
            <pc:sldMk cId="3732844886" sldId="295"/>
            <ac:spMk id="10" creationId="{48B9C8A4-0C92-C132-895D-F03F67D9375A}"/>
          </ac:spMkLst>
        </pc:spChg>
        <pc:spChg chg="mod">
          <ac:chgData name="Nicholaus Hendrik Jeremy" userId="050fe605-ebde-4dd7-903d-4aca7e74020c" providerId="ADAL" clId="{A2F88768-BF52-4650-89C9-6A6704974A83}" dt="2026-06-09T13:35:37.486" v="15455" actId="1076"/>
          <ac:spMkLst>
            <pc:docMk/>
            <pc:sldMk cId="3732844886" sldId="295"/>
            <ac:spMk id="11" creationId="{FB0B1C3D-0B81-07D3-2B76-DAF15DBA0C57}"/>
          </ac:spMkLst>
        </pc:spChg>
        <pc:spChg chg="add mod">
          <ac:chgData name="Nicholaus Hendrik Jeremy" userId="050fe605-ebde-4dd7-903d-4aca7e74020c" providerId="ADAL" clId="{A2F88768-BF52-4650-89C9-6A6704974A83}" dt="2026-06-09T13:35:37.486" v="15455" actId="1076"/>
          <ac:spMkLst>
            <pc:docMk/>
            <pc:sldMk cId="3732844886" sldId="295"/>
            <ac:spMk id="12" creationId="{23259FE5-D594-84C3-3814-7406A85C791A}"/>
          </ac:spMkLst>
        </pc:spChg>
        <pc:spChg chg="add mod">
          <ac:chgData name="Nicholaus Hendrik Jeremy" userId="050fe605-ebde-4dd7-903d-4aca7e74020c" providerId="ADAL" clId="{A2F88768-BF52-4650-89C9-6A6704974A83}" dt="2026-06-09T13:34:30.533" v="15434" actId="1076"/>
          <ac:spMkLst>
            <pc:docMk/>
            <pc:sldMk cId="3732844886" sldId="295"/>
            <ac:spMk id="13" creationId="{5F6373F7-6252-77EF-4828-D7AFE0CE1B3C}"/>
          </ac:spMkLst>
        </pc:spChg>
        <pc:spChg chg="mod">
          <ac:chgData name="Nicholaus Hendrik Jeremy" userId="050fe605-ebde-4dd7-903d-4aca7e74020c" providerId="ADAL" clId="{A2F88768-BF52-4650-89C9-6A6704974A83}" dt="2026-06-09T13:35:37.486" v="15455" actId="1076"/>
          <ac:spMkLst>
            <pc:docMk/>
            <pc:sldMk cId="3732844886" sldId="295"/>
            <ac:spMk id="16" creationId="{193539EC-D50E-B63C-835E-B28D8A92FA7B}"/>
          </ac:spMkLst>
        </pc:spChg>
        <pc:spChg chg="mod">
          <ac:chgData name="Nicholaus Hendrik Jeremy" userId="050fe605-ebde-4dd7-903d-4aca7e74020c" providerId="ADAL" clId="{A2F88768-BF52-4650-89C9-6A6704974A83}" dt="2026-06-09T13:35:37.486" v="15455" actId="1076"/>
          <ac:spMkLst>
            <pc:docMk/>
            <pc:sldMk cId="3732844886" sldId="295"/>
            <ac:spMk id="27" creationId="{80431892-23BA-1E82-EBDC-0E8816E27DFB}"/>
          </ac:spMkLst>
        </pc:spChg>
        <pc:spChg chg="mod">
          <ac:chgData name="Nicholaus Hendrik Jeremy" userId="050fe605-ebde-4dd7-903d-4aca7e74020c" providerId="ADAL" clId="{A2F88768-BF52-4650-89C9-6A6704974A83}" dt="2026-06-09T13:35:37.486" v="15455" actId="1076"/>
          <ac:spMkLst>
            <pc:docMk/>
            <pc:sldMk cId="3732844886" sldId="295"/>
            <ac:spMk id="28" creationId="{5760E8A4-8C19-5893-7EE6-C1745C8BDDC5}"/>
          </ac:spMkLst>
        </pc:spChg>
        <pc:spChg chg="mod">
          <ac:chgData name="Nicholaus Hendrik Jeremy" userId="050fe605-ebde-4dd7-903d-4aca7e74020c" providerId="ADAL" clId="{A2F88768-BF52-4650-89C9-6A6704974A83}" dt="2026-06-09T13:35:37.486" v="15455" actId="1076"/>
          <ac:spMkLst>
            <pc:docMk/>
            <pc:sldMk cId="3732844886" sldId="295"/>
            <ac:spMk id="30" creationId="{12BB23A6-3BFA-A247-62CC-6904224E9DAC}"/>
          </ac:spMkLst>
        </pc:spChg>
        <pc:spChg chg="add mod">
          <ac:chgData name="Nicholaus Hendrik Jeremy" userId="050fe605-ebde-4dd7-903d-4aca7e74020c" providerId="ADAL" clId="{A2F88768-BF52-4650-89C9-6A6704974A83}" dt="2026-06-09T13:34:52.937" v="15444" actId="1076"/>
          <ac:spMkLst>
            <pc:docMk/>
            <pc:sldMk cId="3732844886" sldId="295"/>
            <ac:spMk id="41" creationId="{59910FB9-B923-C159-563E-576A5872726B}"/>
          </ac:spMkLst>
        </pc:spChg>
        <pc:spChg chg="add mod">
          <ac:chgData name="Nicholaus Hendrik Jeremy" userId="050fe605-ebde-4dd7-903d-4aca7e74020c" providerId="ADAL" clId="{A2F88768-BF52-4650-89C9-6A6704974A83}" dt="2026-06-09T13:34:59.218" v="15445" actId="1076"/>
          <ac:spMkLst>
            <pc:docMk/>
            <pc:sldMk cId="3732844886" sldId="295"/>
            <ac:spMk id="42" creationId="{2D190870-022A-53DA-5CB4-E837231228B6}"/>
          </ac:spMkLst>
        </pc:spChg>
        <pc:spChg chg="add mod">
          <ac:chgData name="Nicholaus Hendrik Jeremy" userId="050fe605-ebde-4dd7-903d-4aca7e74020c" providerId="ADAL" clId="{A2F88768-BF52-4650-89C9-6A6704974A83}" dt="2026-06-09T13:34:21.493" v="15431" actId="1076"/>
          <ac:spMkLst>
            <pc:docMk/>
            <pc:sldMk cId="3732844886" sldId="295"/>
            <ac:spMk id="55" creationId="{1D797089-0858-5E5F-A688-B68DCDD5CF6E}"/>
          </ac:spMkLst>
        </pc:spChg>
        <pc:spChg chg="add mod">
          <ac:chgData name="Nicholaus Hendrik Jeremy" userId="050fe605-ebde-4dd7-903d-4aca7e74020c" providerId="ADAL" clId="{A2F88768-BF52-4650-89C9-6A6704974A83}" dt="2026-06-09T13:34:59.218" v="15445" actId="1076"/>
          <ac:spMkLst>
            <pc:docMk/>
            <pc:sldMk cId="3732844886" sldId="295"/>
            <ac:spMk id="70" creationId="{CA74EDAD-68E5-1232-77E4-672CC04B3C39}"/>
          </ac:spMkLst>
        </pc:spChg>
        <pc:spChg chg="add mod">
          <ac:chgData name="Nicholaus Hendrik Jeremy" userId="050fe605-ebde-4dd7-903d-4aca7e74020c" providerId="ADAL" clId="{A2F88768-BF52-4650-89C9-6A6704974A83}" dt="2026-06-09T13:34:59.218" v="15445" actId="1076"/>
          <ac:spMkLst>
            <pc:docMk/>
            <pc:sldMk cId="3732844886" sldId="295"/>
            <ac:spMk id="71" creationId="{268956D8-6DBC-496A-717D-FDC490BC5032}"/>
          </ac:spMkLst>
        </pc:spChg>
        <pc:spChg chg="add mod">
          <ac:chgData name="Nicholaus Hendrik Jeremy" userId="050fe605-ebde-4dd7-903d-4aca7e74020c" providerId="ADAL" clId="{A2F88768-BF52-4650-89C9-6A6704974A83}" dt="2026-06-09T13:34:59.218" v="15445" actId="1076"/>
          <ac:spMkLst>
            <pc:docMk/>
            <pc:sldMk cId="3732844886" sldId="295"/>
            <ac:spMk id="74" creationId="{642C96F6-8B5E-10F7-3FFE-422FD943A64D}"/>
          </ac:spMkLst>
        </pc:spChg>
        <pc:spChg chg="add mod">
          <ac:chgData name="Nicholaus Hendrik Jeremy" userId="050fe605-ebde-4dd7-903d-4aca7e74020c" providerId="ADAL" clId="{A2F88768-BF52-4650-89C9-6A6704974A83}" dt="2026-06-11T03:40:58.627" v="18534" actId="20577"/>
          <ac:spMkLst>
            <pc:docMk/>
            <pc:sldMk cId="3732844886" sldId="295"/>
            <ac:spMk id="113" creationId="{797B6782-8AAA-55BE-DA3B-EE5D74067FF3}"/>
          </ac:spMkLst>
        </pc:spChg>
        <pc:cxnChg chg="mod">
          <ac:chgData name="Nicholaus Hendrik Jeremy" userId="050fe605-ebde-4dd7-903d-4aca7e74020c" providerId="ADAL" clId="{A2F88768-BF52-4650-89C9-6A6704974A83}" dt="2026-06-09T13:35:37.486" v="15455" actId="1076"/>
          <ac:cxnSpMkLst>
            <pc:docMk/>
            <pc:sldMk cId="3732844886" sldId="295"/>
            <ac:cxnSpMk id="14" creationId="{3981F5F1-7F78-F1B9-7791-50E1D6B8A477}"/>
          </ac:cxnSpMkLst>
        </pc:cxnChg>
        <pc:cxnChg chg="mod">
          <ac:chgData name="Nicholaus Hendrik Jeremy" userId="050fe605-ebde-4dd7-903d-4aca7e74020c" providerId="ADAL" clId="{A2F88768-BF52-4650-89C9-6A6704974A83}" dt="2026-06-09T13:35:23.639" v="15449" actId="14100"/>
          <ac:cxnSpMkLst>
            <pc:docMk/>
            <pc:sldMk cId="3732844886" sldId="295"/>
            <ac:cxnSpMk id="32" creationId="{1AEEF6EB-E3F2-D8B0-7F48-799336742361}"/>
          </ac:cxnSpMkLst>
        </pc:cxnChg>
        <pc:cxnChg chg="mod">
          <ac:chgData name="Nicholaus Hendrik Jeremy" userId="050fe605-ebde-4dd7-903d-4aca7e74020c" providerId="ADAL" clId="{A2F88768-BF52-4650-89C9-6A6704974A83}" dt="2026-06-09T13:35:37.486" v="15455" actId="1076"/>
          <ac:cxnSpMkLst>
            <pc:docMk/>
            <pc:sldMk cId="3732844886" sldId="295"/>
            <ac:cxnSpMk id="36" creationId="{03667F2B-68F6-2962-BF11-FEC72ED9C45B}"/>
          </ac:cxnSpMkLst>
        </pc:cxnChg>
        <pc:cxnChg chg="mod">
          <ac:chgData name="Nicholaus Hendrik Jeremy" userId="050fe605-ebde-4dd7-903d-4aca7e74020c" providerId="ADAL" clId="{A2F88768-BF52-4650-89C9-6A6704974A83}" dt="2026-06-09T13:35:37.486" v="15455" actId="1076"/>
          <ac:cxnSpMkLst>
            <pc:docMk/>
            <pc:sldMk cId="3732844886" sldId="295"/>
            <ac:cxnSpMk id="40" creationId="{9CDA9D14-EA27-B86D-C27A-A73527F846F6}"/>
          </ac:cxnSpMkLst>
        </pc:cxnChg>
        <pc:cxnChg chg="add mod">
          <ac:chgData name="Nicholaus Hendrik Jeremy" userId="050fe605-ebde-4dd7-903d-4aca7e74020c" providerId="ADAL" clId="{A2F88768-BF52-4650-89C9-6A6704974A83}" dt="2026-06-09T13:34:30.533" v="15434" actId="1076"/>
          <ac:cxnSpMkLst>
            <pc:docMk/>
            <pc:sldMk cId="3732844886" sldId="295"/>
            <ac:cxnSpMk id="43" creationId="{D1366358-BED9-9F5B-E6F9-601D85DFAA39}"/>
          </ac:cxnSpMkLst>
        </pc:cxnChg>
        <pc:cxnChg chg="mod">
          <ac:chgData name="Nicholaus Hendrik Jeremy" userId="050fe605-ebde-4dd7-903d-4aca7e74020c" providerId="ADAL" clId="{A2F88768-BF52-4650-89C9-6A6704974A83}" dt="2026-06-09T13:35:23.639" v="15449" actId="14100"/>
          <ac:cxnSpMkLst>
            <pc:docMk/>
            <pc:sldMk cId="3732844886" sldId="295"/>
            <ac:cxnSpMk id="45" creationId="{70417395-E444-D515-647E-CA7C91A9E082}"/>
          </ac:cxnSpMkLst>
        </pc:cxnChg>
        <pc:cxnChg chg="add mod">
          <ac:chgData name="Nicholaus Hendrik Jeremy" userId="050fe605-ebde-4dd7-903d-4aca7e74020c" providerId="ADAL" clId="{A2F88768-BF52-4650-89C9-6A6704974A83}" dt="2026-06-09T13:34:27.691" v="15433" actId="1076"/>
          <ac:cxnSpMkLst>
            <pc:docMk/>
            <pc:sldMk cId="3732844886" sldId="295"/>
            <ac:cxnSpMk id="48" creationId="{291A82E2-6688-D31F-33FE-442C8A6F321C}"/>
          </ac:cxnSpMkLst>
        </pc:cxnChg>
        <pc:cxnChg chg="mod">
          <ac:chgData name="Nicholaus Hendrik Jeremy" userId="050fe605-ebde-4dd7-903d-4aca7e74020c" providerId="ADAL" clId="{A2F88768-BF52-4650-89C9-6A6704974A83}" dt="2026-06-09T13:35:23.639" v="15449" actId="14100"/>
          <ac:cxnSpMkLst>
            <pc:docMk/>
            <pc:sldMk cId="3732844886" sldId="295"/>
            <ac:cxnSpMk id="49" creationId="{6114FDF3-DD67-1D44-9D47-39DABF4A4640}"/>
          </ac:cxnSpMkLst>
        </pc:cxnChg>
        <pc:cxnChg chg="add mod">
          <ac:chgData name="Nicholaus Hendrik Jeremy" userId="050fe605-ebde-4dd7-903d-4aca7e74020c" providerId="ADAL" clId="{A2F88768-BF52-4650-89C9-6A6704974A83}" dt="2026-06-09T13:34:25.348" v="15432" actId="1076"/>
          <ac:cxnSpMkLst>
            <pc:docMk/>
            <pc:sldMk cId="3732844886" sldId="295"/>
            <ac:cxnSpMk id="56" creationId="{F423712F-3384-EC8E-7BC0-7DB7E935FD30}"/>
          </ac:cxnSpMkLst>
        </pc:cxnChg>
        <pc:cxnChg chg="add mod">
          <ac:chgData name="Nicholaus Hendrik Jeremy" userId="050fe605-ebde-4dd7-903d-4aca7e74020c" providerId="ADAL" clId="{A2F88768-BF52-4650-89C9-6A6704974A83}" dt="2026-06-09T13:33:52.533" v="15425" actId="1076"/>
          <ac:cxnSpMkLst>
            <pc:docMk/>
            <pc:sldMk cId="3732844886" sldId="295"/>
            <ac:cxnSpMk id="59" creationId="{DCA9E56B-AB88-E8C3-8BD7-AF8E3F6F9429}"/>
          </ac:cxnSpMkLst>
        </pc:cxnChg>
        <pc:cxnChg chg="add mod">
          <ac:chgData name="Nicholaus Hendrik Jeremy" userId="050fe605-ebde-4dd7-903d-4aca7e74020c" providerId="ADAL" clId="{A2F88768-BF52-4650-89C9-6A6704974A83}" dt="2026-06-09T13:34:21.493" v="15431" actId="1076"/>
          <ac:cxnSpMkLst>
            <pc:docMk/>
            <pc:sldMk cId="3732844886" sldId="295"/>
            <ac:cxnSpMk id="75" creationId="{8FF1DCB2-BB06-897D-9E50-B2FA98B91C9F}"/>
          </ac:cxnSpMkLst>
        </pc:cxnChg>
        <pc:cxnChg chg="add mod">
          <ac:chgData name="Nicholaus Hendrik Jeremy" userId="050fe605-ebde-4dd7-903d-4aca7e74020c" providerId="ADAL" clId="{A2F88768-BF52-4650-89C9-6A6704974A83}" dt="2026-06-09T13:34:32.626" v="15435" actId="14100"/>
          <ac:cxnSpMkLst>
            <pc:docMk/>
            <pc:sldMk cId="3732844886" sldId="295"/>
            <ac:cxnSpMk id="86" creationId="{7EEE20A2-03B7-B19F-BE5C-0A6D6153027D}"/>
          </ac:cxnSpMkLst>
        </pc:cxnChg>
      </pc:sldChg>
      <pc:sldChg chg="addSp delSp modSp add mod ord">
        <pc:chgData name="Nicholaus Hendrik Jeremy" userId="050fe605-ebde-4dd7-903d-4aca7e74020c" providerId="ADAL" clId="{A2F88768-BF52-4650-89C9-6A6704974A83}" dt="2026-06-11T02:59:36.339" v="17008" actId="1076"/>
        <pc:sldMkLst>
          <pc:docMk/>
          <pc:sldMk cId="2695049830" sldId="296"/>
        </pc:sldMkLst>
        <pc:spChg chg="mod">
          <ac:chgData name="Nicholaus Hendrik Jeremy" userId="050fe605-ebde-4dd7-903d-4aca7e74020c" providerId="ADAL" clId="{A2F88768-BF52-4650-89C9-6A6704974A83}" dt="2026-06-11T02:58:02.984" v="16940" actId="20577"/>
          <ac:spMkLst>
            <pc:docMk/>
            <pc:sldMk cId="2695049830" sldId="296"/>
            <ac:spMk id="3" creationId="{20DD281C-738E-555E-F01E-5DCF8A4F9375}"/>
          </ac:spMkLst>
        </pc:spChg>
        <pc:spChg chg="mod">
          <ac:chgData name="Nicholaus Hendrik Jeremy" userId="050fe605-ebde-4dd7-903d-4aca7e74020c" providerId="ADAL" clId="{A2F88768-BF52-4650-89C9-6A6704974A83}" dt="2026-06-09T14:04:52.065" v="16230" actId="2711"/>
          <ac:spMkLst>
            <pc:docMk/>
            <pc:sldMk cId="2695049830" sldId="296"/>
            <ac:spMk id="4" creationId="{EE570052-96B8-39E8-EB79-5CB3DD7C6B25}"/>
          </ac:spMkLst>
        </pc:spChg>
        <pc:spChg chg="add mod">
          <ac:chgData name="Nicholaus Hendrik Jeremy" userId="050fe605-ebde-4dd7-903d-4aca7e74020c" providerId="ADAL" clId="{A2F88768-BF52-4650-89C9-6A6704974A83}" dt="2026-06-11T02:59:36.339" v="17008" actId="1076"/>
          <ac:spMkLst>
            <pc:docMk/>
            <pc:sldMk cId="2695049830" sldId="296"/>
            <ac:spMk id="5" creationId="{92286E54-0386-0D86-7D3B-D9EE8B86B106}"/>
          </ac:spMkLst>
        </pc:spChg>
        <pc:spChg chg="add mod">
          <ac:chgData name="Nicholaus Hendrik Jeremy" userId="050fe605-ebde-4dd7-903d-4aca7e74020c" providerId="ADAL" clId="{A2F88768-BF52-4650-89C9-6A6704974A83}" dt="2026-06-09T13:52:00.589" v="15932" actId="1076"/>
          <ac:spMkLst>
            <pc:docMk/>
            <pc:sldMk cId="2695049830" sldId="296"/>
            <ac:spMk id="11" creationId="{F50ABCEA-506A-84EB-B626-3A472D2A2284}"/>
          </ac:spMkLst>
        </pc:spChg>
        <pc:spChg chg="add mod">
          <ac:chgData name="Nicholaus Hendrik Jeremy" userId="050fe605-ebde-4dd7-903d-4aca7e74020c" providerId="ADAL" clId="{A2F88768-BF52-4650-89C9-6A6704974A83}" dt="2026-06-11T02:58:43.430" v="16947" actId="2711"/>
          <ac:spMkLst>
            <pc:docMk/>
            <pc:sldMk cId="2695049830" sldId="296"/>
            <ac:spMk id="13" creationId="{39C9D13D-64AB-79A1-9741-A534CD628531}"/>
          </ac:spMkLst>
        </pc:spChg>
        <pc:spChg chg="add mod">
          <ac:chgData name="Nicholaus Hendrik Jeremy" userId="050fe605-ebde-4dd7-903d-4aca7e74020c" providerId="ADAL" clId="{A2F88768-BF52-4650-89C9-6A6704974A83}" dt="2026-06-09T13:51:36.215" v="15926" actId="1076"/>
          <ac:spMkLst>
            <pc:docMk/>
            <pc:sldMk cId="2695049830" sldId="296"/>
            <ac:spMk id="18" creationId="{DDA6619B-86F8-67B8-7011-EBFD90CD1070}"/>
          </ac:spMkLst>
        </pc:spChg>
        <pc:spChg chg="add mod">
          <ac:chgData name="Nicholaus Hendrik Jeremy" userId="050fe605-ebde-4dd7-903d-4aca7e74020c" providerId="ADAL" clId="{A2F88768-BF52-4650-89C9-6A6704974A83}" dt="2026-06-09T13:46:56.878" v="15776" actId="1076"/>
          <ac:spMkLst>
            <pc:docMk/>
            <pc:sldMk cId="2695049830" sldId="296"/>
            <ac:spMk id="19" creationId="{C4F30D5E-821F-1BB0-0A37-98FE8BB9965D}"/>
          </ac:spMkLst>
        </pc:spChg>
        <pc:spChg chg="add mod">
          <ac:chgData name="Nicholaus Hendrik Jeremy" userId="050fe605-ebde-4dd7-903d-4aca7e74020c" providerId="ADAL" clId="{A2F88768-BF52-4650-89C9-6A6704974A83}" dt="2026-06-11T02:58:43.430" v="16947" actId="2711"/>
          <ac:spMkLst>
            <pc:docMk/>
            <pc:sldMk cId="2695049830" sldId="296"/>
            <ac:spMk id="33" creationId="{AE715CA1-B84F-1EF2-6E2C-9F45FC49809D}"/>
          </ac:spMkLst>
        </pc:spChg>
        <pc:spChg chg="add mod">
          <ac:chgData name="Nicholaus Hendrik Jeremy" userId="050fe605-ebde-4dd7-903d-4aca7e74020c" providerId="ADAL" clId="{A2F88768-BF52-4650-89C9-6A6704974A83}" dt="2026-06-11T02:58:43.430" v="16947" actId="2711"/>
          <ac:spMkLst>
            <pc:docMk/>
            <pc:sldMk cId="2695049830" sldId="296"/>
            <ac:spMk id="34" creationId="{E1E9C1C2-3C52-DC8F-F797-7F4D67D8BC01}"/>
          </ac:spMkLst>
        </pc:spChg>
        <pc:spChg chg="add mod">
          <ac:chgData name="Nicholaus Hendrik Jeremy" userId="050fe605-ebde-4dd7-903d-4aca7e74020c" providerId="ADAL" clId="{A2F88768-BF52-4650-89C9-6A6704974A83}" dt="2026-06-09T14:04:52.065" v="16230" actId="2711"/>
          <ac:spMkLst>
            <pc:docMk/>
            <pc:sldMk cId="2695049830" sldId="296"/>
            <ac:spMk id="37" creationId="{3AA55856-0AC9-15FC-F16D-D9DF5A84C42E}"/>
          </ac:spMkLst>
        </pc:spChg>
        <pc:spChg chg="add mod">
          <ac:chgData name="Nicholaus Hendrik Jeremy" userId="050fe605-ebde-4dd7-903d-4aca7e74020c" providerId="ADAL" clId="{A2F88768-BF52-4650-89C9-6A6704974A83}" dt="2026-06-11T02:58:43.430" v="16947" actId="2711"/>
          <ac:spMkLst>
            <pc:docMk/>
            <pc:sldMk cId="2695049830" sldId="296"/>
            <ac:spMk id="45" creationId="{7ED4D098-8093-A3BC-1B86-F98F959EADDA}"/>
          </ac:spMkLst>
        </pc:spChg>
        <pc:spChg chg="add mod">
          <ac:chgData name="Nicholaus Hendrik Jeremy" userId="050fe605-ebde-4dd7-903d-4aca7e74020c" providerId="ADAL" clId="{A2F88768-BF52-4650-89C9-6A6704974A83}" dt="2026-06-11T02:57:28.145" v="16933"/>
          <ac:spMkLst>
            <pc:docMk/>
            <pc:sldMk cId="2695049830" sldId="296"/>
            <ac:spMk id="46" creationId="{27CD97BD-B677-D669-658D-CAA44774B66A}"/>
          </ac:spMkLst>
        </pc:spChg>
        <pc:spChg chg="add mod">
          <ac:chgData name="Nicholaus Hendrik Jeremy" userId="050fe605-ebde-4dd7-903d-4aca7e74020c" providerId="ADAL" clId="{A2F88768-BF52-4650-89C9-6A6704974A83}" dt="2026-06-11T02:58:43.430" v="16947" actId="2711"/>
          <ac:spMkLst>
            <pc:docMk/>
            <pc:sldMk cId="2695049830" sldId="296"/>
            <ac:spMk id="47" creationId="{0F1D186B-A6AA-0EEC-7C97-29859717CB9B}"/>
          </ac:spMkLst>
        </pc:spChg>
        <pc:spChg chg="add mod">
          <ac:chgData name="Nicholaus Hendrik Jeremy" userId="050fe605-ebde-4dd7-903d-4aca7e74020c" providerId="ADAL" clId="{A2F88768-BF52-4650-89C9-6A6704974A83}" dt="2026-06-11T02:58:43.430" v="16947" actId="2711"/>
          <ac:spMkLst>
            <pc:docMk/>
            <pc:sldMk cId="2695049830" sldId="296"/>
            <ac:spMk id="68" creationId="{7DF41C05-6B4B-B7AE-964E-68458633D143}"/>
          </ac:spMkLst>
        </pc:spChg>
        <pc:spChg chg="add mod">
          <ac:chgData name="Nicholaus Hendrik Jeremy" userId="050fe605-ebde-4dd7-903d-4aca7e74020c" providerId="ADAL" clId="{A2F88768-BF52-4650-89C9-6A6704974A83}" dt="2026-06-09T14:04:52.065" v="16230" actId="2711"/>
          <ac:spMkLst>
            <pc:docMk/>
            <pc:sldMk cId="2695049830" sldId="296"/>
            <ac:spMk id="89" creationId="{4338635B-2CD5-29D3-B174-5DB19F0B4A24}"/>
          </ac:spMkLst>
        </pc:spChg>
        <pc:spChg chg="add mod">
          <ac:chgData name="Nicholaus Hendrik Jeremy" userId="050fe605-ebde-4dd7-903d-4aca7e74020c" providerId="ADAL" clId="{A2F88768-BF52-4650-89C9-6A6704974A83}" dt="2026-06-09T14:04:52.065" v="16230" actId="2711"/>
          <ac:spMkLst>
            <pc:docMk/>
            <pc:sldMk cId="2695049830" sldId="296"/>
            <ac:spMk id="90" creationId="{CBD9DD02-15FD-102D-0D55-3CFB79DE384C}"/>
          </ac:spMkLst>
        </pc:spChg>
        <pc:spChg chg="add mod">
          <ac:chgData name="Nicholaus Hendrik Jeremy" userId="050fe605-ebde-4dd7-903d-4aca7e74020c" providerId="ADAL" clId="{A2F88768-BF52-4650-89C9-6A6704974A83}" dt="2026-06-11T02:58:43.430" v="16947" actId="2711"/>
          <ac:spMkLst>
            <pc:docMk/>
            <pc:sldMk cId="2695049830" sldId="296"/>
            <ac:spMk id="102" creationId="{B9CBBCC6-8703-BE94-63D8-E04222989F25}"/>
          </ac:spMkLst>
        </pc:spChg>
        <pc:spChg chg="add mod">
          <ac:chgData name="Nicholaus Hendrik Jeremy" userId="050fe605-ebde-4dd7-903d-4aca7e74020c" providerId="ADAL" clId="{A2F88768-BF52-4650-89C9-6A6704974A83}" dt="2026-06-11T02:58:43.430" v="16947" actId="2711"/>
          <ac:spMkLst>
            <pc:docMk/>
            <pc:sldMk cId="2695049830" sldId="296"/>
            <ac:spMk id="103" creationId="{B7582E16-AA67-DBAE-A067-FD6AE2689AAF}"/>
          </ac:spMkLst>
        </pc:spChg>
        <pc:spChg chg="add mod">
          <ac:chgData name="Nicholaus Hendrik Jeremy" userId="050fe605-ebde-4dd7-903d-4aca7e74020c" providerId="ADAL" clId="{A2F88768-BF52-4650-89C9-6A6704974A83}" dt="2026-06-11T02:58:43.430" v="16947" actId="2711"/>
          <ac:spMkLst>
            <pc:docMk/>
            <pc:sldMk cId="2695049830" sldId="296"/>
            <ac:spMk id="104" creationId="{CE682074-BA89-E07A-AE90-ACAC864AD70F}"/>
          </ac:spMkLst>
        </pc:spChg>
        <pc:spChg chg="add mod">
          <ac:chgData name="Nicholaus Hendrik Jeremy" userId="050fe605-ebde-4dd7-903d-4aca7e74020c" providerId="ADAL" clId="{A2F88768-BF52-4650-89C9-6A6704974A83}" dt="2026-06-11T02:58:43.430" v="16947" actId="2711"/>
          <ac:spMkLst>
            <pc:docMk/>
            <pc:sldMk cId="2695049830" sldId="296"/>
            <ac:spMk id="106" creationId="{BB8F8719-DDDE-81F8-CC3F-D2FF6BDAF18E}"/>
          </ac:spMkLst>
        </pc:spChg>
        <pc:spChg chg="add mod">
          <ac:chgData name="Nicholaus Hendrik Jeremy" userId="050fe605-ebde-4dd7-903d-4aca7e74020c" providerId="ADAL" clId="{A2F88768-BF52-4650-89C9-6A6704974A83}" dt="2026-06-09T14:04:28.006" v="16229" actId="33524"/>
          <ac:spMkLst>
            <pc:docMk/>
            <pc:sldMk cId="2695049830" sldId="296"/>
            <ac:spMk id="107" creationId="{FB7360E1-42C6-9FDA-8E59-3D9F8C787692}"/>
          </ac:spMkLst>
        </pc:spChg>
        <pc:cxnChg chg="add mod">
          <ac:chgData name="Nicholaus Hendrik Jeremy" userId="050fe605-ebde-4dd7-903d-4aca7e74020c" providerId="ADAL" clId="{A2F88768-BF52-4650-89C9-6A6704974A83}" dt="2026-06-09T13:51:36.215" v="15926" actId="1076"/>
          <ac:cxnSpMkLst>
            <pc:docMk/>
            <pc:sldMk cId="2695049830" sldId="296"/>
            <ac:cxnSpMk id="14" creationId="{152B863C-1A58-67B2-A46F-19514163C1B1}"/>
          </ac:cxnSpMkLst>
        </pc:cxnChg>
        <pc:cxnChg chg="add mod">
          <ac:chgData name="Nicholaus Hendrik Jeremy" userId="050fe605-ebde-4dd7-903d-4aca7e74020c" providerId="ADAL" clId="{A2F88768-BF52-4650-89C9-6A6704974A83}" dt="2026-06-09T13:51:36.215" v="15926" actId="1076"/>
          <ac:cxnSpMkLst>
            <pc:docMk/>
            <pc:sldMk cId="2695049830" sldId="296"/>
            <ac:cxnSpMk id="20" creationId="{0D82D448-F3F3-B821-5C6E-81D7B5F4C388}"/>
          </ac:cxnSpMkLst>
        </pc:cxnChg>
        <pc:cxnChg chg="add mod">
          <ac:chgData name="Nicholaus Hendrik Jeremy" userId="050fe605-ebde-4dd7-903d-4aca7e74020c" providerId="ADAL" clId="{A2F88768-BF52-4650-89C9-6A6704974A83}" dt="2026-06-09T13:47:10.914" v="15782" actId="1076"/>
          <ac:cxnSpMkLst>
            <pc:docMk/>
            <pc:sldMk cId="2695049830" sldId="296"/>
            <ac:cxnSpMk id="29" creationId="{25EDB6C1-46B5-64FE-8CE6-0171895712AE}"/>
          </ac:cxnSpMkLst>
        </pc:cxnChg>
        <pc:cxnChg chg="add mod">
          <ac:chgData name="Nicholaus Hendrik Jeremy" userId="050fe605-ebde-4dd7-903d-4aca7e74020c" providerId="ADAL" clId="{A2F88768-BF52-4650-89C9-6A6704974A83}" dt="2026-06-09T13:56:15.587" v="16116" actId="1076"/>
          <ac:cxnSpMkLst>
            <pc:docMk/>
            <pc:sldMk cId="2695049830" sldId="296"/>
            <ac:cxnSpMk id="41" creationId="{78327316-5399-7CB2-BDD2-20B71CA3F8F0}"/>
          </ac:cxnSpMkLst>
        </pc:cxnChg>
        <pc:cxnChg chg="add mod">
          <ac:chgData name="Nicholaus Hendrik Jeremy" userId="050fe605-ebde-4dd7-903d-4aca7e74020c" providerId="ADAL" clId="{A2F88768-BF52-4650-89C9-6A6704974A83}" dt="2026-06-09T14:02:45.081" v="16123" actId="208"/>
          <ac:cxnSpMkLst>
            <pc:docMk/>
            <pc:sldMk cId="2695049830" sldId="296"/>
            <ac:cxnSpMk id="50" creationId="{CA2CBC08-C479-A5FB-BC18-049802D61801}"/>
          </ac:cxnSpMkLst>
        </pc:cxnChg>
        <pc:cxnChg chg="add mod">
          <ac:chgData name="Nicholaus Hendrik Jeremy" userId="050fe605-ebde-4dd7-903d-4aca7e74020c" providerId="ADAL" clId="{A2F88768-BF52-4650-89C9-6A6704974A83}" dt="2026-06-09T13:51:47.197" v="15927" actId="1076"/>
          <ac:cxnSpMkLst>
            <pc:docMk/>
            <pc:sldMk cId="2695049830" sldId="296"/>
            <ac:cxnSpMk id="53" creationId="{AC00B9F5-677C-4837-2242-98C384212C01}"/>
          </ac:cxnSpMkLst>
        </pc:cxnChg>
        <pc:cxnChg chg="add mod">
          <ac:chgData name="Nicholaus Hendrik Jeremy" userId="050fe605-ebde-4dd7-903d-4aca7e74020c" providerId="ADAL" clId="{A2F88768-BF52-4650-89C9-6A6704974A83}" dt="2026-06-09T13:50:22.228" v="15869" actId="14100"/>
          <ac:cxnSpMkLst>
            <pc:docMk/>
            <pc:sldMk cId="2695049830" sldId="296"/>
            <ac:cxnSpMk id="56" creationId="{6E02AA6E-ED8E-F73E-A992-B3B5698D5A5C}"/>
          </ac:cxnSpMkLst>
        </pc:cxnChg>
        <pc:cxnChg chg="add mod">
          <ac:chgData name="Nicholaus Hendrik Jeremy" userId="050fe605-ebde-4dd7-903d-4aca7e74020c" providerId="ADAL" clId="{A2F88768-BF52-4650-89C9-6A6704974A83}" dt="2026-06-09T13:51:49.861" v="15928" actId="1076"/>
          <ac:cxnSpMkLst>
            <pc:docMk/>
            <pc:sldMk cId="2695049830" sldId="296"/>
            <ac:cxnSpMk id="69" creationId="{2A59ACDA-43E8-0D9A-F4B3-9BA0E4AD0335}"/>
          </ac:cxnSpMkLst>
        </pc:cxnChg>
        <pc:cxnChg chg="add mod">
          <ac:chgData name="Nicholaus Hendrik Jeremy" userId="050fe605-ebde-4dd7-903d-4aca7e74020c" providerId="ADAL" clId="{A2F88768-BF52-4650-89C9-6A6704974A83}" dt="2026-06-09T13:51:49.861" v="15928" actId="1076"/>
          <ac:cxnSpMkLst>
            <pc:docMk/>
            <pc:sldMk cId="2695049830" sldId="296"/>
            <ac:cxnSpMk id="72" creationId="{8312732E-3457-62AB-6599-261A8DD9EB02}"/>
          </ac:cxnSpMkLst>
        </pc:cxnChg>
        <pc:cxnChg chg="add mod">
          <ac:chgData name="Nicholaus Hendrik Jeremy" userId="050fe605-ebde-4dd7-903d-4aca7e74020c" providerId="ADAL" clId="{A2F88768-BF52-4650-89C9-6A6704974A83}" dt="2026-06-09T13:51:49.861" v="15928" actId="1076"/>
          <ac:cxnSpMkLst>
            <pc:docMk/>
            <pc:sldMk cId="2695049830" sldId="296"/>
            <ac:cxnSpMk id="75" creationId="{98FD28C2-1E09-887D-73C7-AB2E5F66508C}"/>
          </ac:cxnSpMkLst>
        </pc:cxnChg>
        <pc:cxnChg chg="add mod">
          <ac:chgData name="Nicholaus Hendrik Jeremy" userId="050fe605-ebde-4dd7-903d-4aca7e74020c" providerId="ADAL" clId="{A2F88768-BF52-4650-89C9-6A6704974A83}" dt="2026-06-09T13:52:00.589" v="15932" actId="1076"/>
          <ac:cxnSpMkLst>
            <pc:docMk/>
            <pc:sldMk cId="2695049830" sldId="296"/>
            <ac:cxnSpMk id="85" creationId="{D78124B5-CA72-1FCC-6BD3-1BA2F53F538F}"/>
          </ac:cxnSpMkLst>
        </pc:cxnChg>
        <pc:cxnChg chg="add mod">
          <ac:chgData name="Nicholaus Hendrik Jeremy" userId="050fe605-ebde-4dd7-903d-4aca7e74020c" providerId="ADAL" clId="{A2F88768-BF52-4650-89C9-6A6704974A83}" dt="2026-06-09T13:53:06.516" v="15951" actId="14100"/>
          <ac:cxnSpMkLst>
            <pc:docMk/>
            <pc:sldMk cId="2695049830" sldId="296"/>
            <ac:cxnSpMk id="97" creationId="{E9FF0322-8EE9-52F4-3EA8-F501DA447BA2}"/>
          </ac:cxnSpMkLst>
        </pc:cxnChg>
      </pc:sldChg>
      <pc:sldChg chg="modSp add mod ord">
        <pc:chgData name="Nicholaus Hendrik Jeremy" userId="050fe605-ebde-4dd7-903d-4aca7e74020c" providerId="ADAL" clId="{A2F88768-BF52-4650-89C9-6A6704974A83}" dt="2026-06-11T02:58:30.471" v="16946" actId="2711"/>
        <pc:sldMkLst>
          <pc:docMk/>
          <pc:sldMk cId="480149243" sldId="297"/>
        </pc:sldMkLst>
        <pc:spChg chg="mod">
          <ac:chgData name="Nicholaus Hendrik Jeremy" userId="050fe605-ebde-4dd7-903d-4aca7e74020c" providerId="ADAL" clId="{A2F88768-BF52-4650-89C9-6A6704974A83}" dt="2026-06-09T14:05:02.366" v="16231" actId="2711"/>
          <ac:spMkLst>
            <pc:docMk/>
            <pc:sldMk cId="480149243" sldId="297"/>
            <ac:spMk id="4" creationId="{7DB48030-C861-00F2-6803-0C9B1D982267}"/>
          </ac:spMkLst>
        </pc:spChg>
        <pc:spChg chg="mod">
          <ac:chgData name="Nicholaus Hendrik Jeremy" userId="050fe605-ebde-4dd7-903d-4aca7e74020c" providerId="ADAL" clId="{A2F88768-BF52-4650-89C9-6A6704974A83}" dt="2026-06-09T14:05:02.366" v="16231" actId="2711"/>
          <ac:spMkLst>
            <pc:docMk/>
            <pc:sldMk cId="480149243" sldId="297"/>
            <ac:spMk id="11" creationId="{E594485C-3DB5-F690-3396-C81EADDBBFB4}"/>
          </ac:spMkLst>
        </pc:spChg>
        <pc:spChg chg="mod">
          <ac:chgData name="Nicholaus Hendrik Jeremy" userId="050fe605-ebde-4dd7-903d-4aca7e74020c" providerId="ADAL" clId="{A2F88768-BF52-4650-89C9-6A6704974A83}" dt="2026-06-09T14:05:02.366" v="16231" actId="2711"/>
          <ac:spMkLst>
            <pc:docMk/>
            <pc:sldMk cId="480149243" sldId="297"/>
            <ac:spMk id="13" creationId="{7B6E944D-9D08-B366-FD89-ABB713C3DE8E}"/>
          </ac:spMkLst>
        </pc:spChg>
        <pc:spChg chg="mod">
          <ac:chgData name="Nicholaus Hendrik Jeremy" userId="050fe605-ebde-4dd7-903d-4aca7e74020c" providerId="ADAL" clId="{A2F88768-BF52-4650-89C9-6A6704974A83}" dt="2026-06-11T02:58:30.471" v="16946" actId="2711"/>
          <ac:spMkLst>
            <pc:docMk/>
            <pc:sldMk cId="480149243" sldId="297"/>
            <ac:spMk id="19" creationId="{0EA3B792-0722-A353-BED0-7A3188254B6A}"/>
          </ac:spMkLst>
        </pc:spChg>
        <pc:spChg chg="mod">
          <ac:chgData name="Nicholaus Hendrik Jeremy" userId="050fe605-ebde-4dd7-903d-4aca7e74020c" providerId="ADAL" clId="{A2F88768-BF52-4650-89C9-6A6704974A83}" dt="2026-06-11T02:58:30.471" v="16946" actId="2711"/>
          <ac:spMkLst>
            <pc:docMk/>
            <pc:sldMk cId="480149243" sldId="297"/>
            <ac:spMk id="33" creationId="{875E9975-289E-1F16-88CC-77D4CD9DE34D}"/>
          </ac:spMkLst>
        </pc:spChg>
        <pc:spChg chg="mod">
          <ac:chgData name="Nicholaus Hendrik Jeremy" userId="050fe605-ebde-4dd7-903d-4aca7e74020c" providerId="ADAL" clId="{A2F88768-BF52-4650-89C9-6A6704974A83}" dt="2026-06-09T14:05:02.366" v="16231" actId="2711"/>
          <ac:spMkLst>
            <pc:docMk/>
            <pc:sldMk cId="480149243" sldId="297"/>
            <ac:spMk id="34" creationId="{6A51FDA7-2A02-91EE-BCEA-89BA68476771}"/>
          </ac:spMkLst>
        </pc:spChg>
        <pc:spChg chg="mod">
          <ac:chgData name="Nicholaus Hendrik Jeremy" userId="050fe605-ebde-4dd7-903d-4aca7e74020c" providerId="ADAL" clId="{A2F88768-BF52-4650-89C9-6A6704974A83}" dt="2026-06-11T02:58:30.471" v="16946" actId="2711"/>
          <ac:spMkLst>
            <pc:docMk/>
            <pc:sldMk cId="480149243" sldId="297"/>
            <ac:spMk id="37" creationId="{BCD63AD7-7526-DB05-F05D-86CF247141BD}"/>
          </ac:spMkLst>
        </pc:spChg>
        <pc:spChg chg="mod">
          <ac:chgData name="Nicholaus Hendrik Jeremy" userId="050fe605-ebde-4dd7-903d-4aca7e74020c" providerId="ADAL" clId="{A2F88768-BF52-4650-89C9-6A6704974A83}" dt="2026-06-11T02:56:52.560" v="16896" actId="20577"/>
          <ac:spMkLst>
            <pc:docMk/>
            <pc:sldMk cId="480149243" sldId="297"/>
            <ac:spMk id="45" creationId="{6F22781C-8433-084C-4829-9B87F3DBA42D}"/>
          </ac:spMkLst>
        </pc:spChg>
        <pc:spChg chg="mod">
          <ac:chgData name="Nicholaus Hendrik Jeremy" userId="050fe605-ebde-4dd7-903d-4aca7e74020c" providerId="ADAL" clId="{A2F88768-BF52-4650-89C9-6A6704974A83}" dt="2026-06-11T02:58:30.471" v="16946" actId="2711"/>
          <ac:spMkLst>
            <pc:docMk/>
            <pc:sldMk cId="480149243" sldId="297"/>
            <ac:spMk id="46" creationId="{62F0546D-CC5B-401D-CA71-20706F7C579E}"/>
          </ac:spMkLst>
        </pc:spChg>
        <pc:spChg chg="mod">
          <ac:chgData name="Nicholaus Hendrik Jeremy" userId="050fe605-ebde-4dd7-903d-4aca7e74020c" providerId="ADAL" clId="{A2F88768-BF52-4650-89C9-6A6704974A83}" dt="2026-06-11T02:58:30.471" v="16946" actId="2711"/>
          <ac:spMkLst>
            <pc:docMk/>
            <pc:sldMk cId="480149243" sldId="297"/>
            <ac:spMk id="47" creationId="{A4CD8850-405D-3829-E8FA-6E5AEB6359D6}"/>
          </ac:spMkLst>
        </pc:spChg>
        <pc:spChg chg="mod">
          <ac:chgData name="Nicholaus Hendrik Jeremy" userId="050fe605-ebde-4dd7-903d-4aca7e74020c" providerId="ADAL" clId="{A2F88768-BF52-4650-89C9-6A6704974A83}" dt="2026-06-09T14:05:02.366" v="16231" actId="2711"/>
          <ac:spMkLst>
            <pc:docMk/>
            <pc:sldMk cId="480149243" sldId="297"/>
            <ac:spMk id="68" creationId="{2B25EB49-7B4E-85EC-5C2D-981967A19DB1}"/>
          </ac:spMkLst>
        </pc:spChg>
        <pc:spChg chg="mod">
          <ac:chgData name="Nicholaus Hendrik Jeremy" userId="050fe605-ebde-4dd7-903d-4aca7e74020c" providerId="ADAL" clId="{A2F88768-BF52-4650-89C9-6A6704974A83}" dt="2026-06-11T02:58:30.471" v="16946" actId="2711"/>
          <ac:spMkLst>
            <pc:docMk/>
            <pc:sldMk cId="480149243" sldId="297"/>
            <ac:spMk id="90" creationId="{9D64AB4D-29EA-03F8-167B-71FE59C0B368}"/>
          </ac:spMkLst>
        </pc:spChg>
        <pc:spChg chg="mod">
          <ac:chgData name="Nicholaus Hendrik Jeremy" userId="050fe605-ebde-4dd7-903d-4aca7e74020c" providerId="ADAL" clId="{A2F88768-BF52-4650-89C9-6A6704974A83}" dt="2026-06-11T02:58:30.471" v="16946" actId="2711"/>
          <ac:spMkLst>
            <pc:docMk/>
            <pc:sldMk cId="480149243" sldId="297"/>
            <ac:spMk id="102" creationId="{690777EF-62A5-F472-371D-6EA50B60EE25}"/>
          </ac:spMkLst>
        </pc:spChg>
        <pc:spChg chg="mod">
          <ac:chgData name="Nicholaus Hendrik Jeremy" userId="050fe605-ebde-4dd7-903d-4aca7e74020c" providerId="ADAL" clId="{A2F88768-BF52-4650-89C9-6A6704974A83}" dt="2026-06-11T02:58:30.471" v="16946" actId="2711"/>
          <ac:spMkLst>
            <pc:docMk/>
            <pc:sldMk cId="480149243" sldId="297"/>
            <ac:spMk id="103" creationId="{837A1E9C-BC62-9C53-D426-983C2EBB7511}"/>
          </ac:spMkLst>
        </pc:spChg>
        <pc:spChg chg="mod">
          <ac:chgData name="Nicholaus Hendrik Jeremy" userId="050fe605-ebde-4dd7-903d-4aca7e74020c" providerId="ADAL" clId="{A2F88768-BF52-4650-89C9-6A6704974A83}" dt="2026-06-11T02:58:30.471" v="16946" actId="2711"/>
          <ac:spMkLst>
            <pc:docMk/>
            <pc:sldMk cId="480149243" sldId="297"/>
            <ac:spMk id="104" creationId="{CE6B7803-6ADF-CA42-0592-9B405F3CCEC3}"/>
          </ac:spMkLst>
        </pc:spChg>
        <pc:spChg chg="mod">
          <ac:chgData name="Nicholaus Hendrik Jeremy" userId="050fe605-ebde-4dd7-903d-4aca7e74020c" providerId="ADAL" clId="{A2F88768-BF52-4650-89C9-6A6704974A83}" dt="2026-06-11T02:58:30.471" v="16946" actId="2711"/>
          <ac:spMkLst>
            <pc:docMk/>
            <pc:sldMk cId="480149243" sldId="297"/>
            <ac:spMk id="106" creationId="{4BD68278-E185-84C0-DD8C-DE0D4CD62609}"/>
          </ac:spMkLst>
        </pc:spChg>
        <pc:spChg chg="mod">
          <ac:chgData name="Nicholaus Hendrik Jeremy" userId="050fe605-ebde-4dd7-903d-4aca7e74020c" providerId="ADAL" clId="{A2F88768-BF52-4650-89C9-6A6704974A83}" dt="2026-06-09T14:05:02.366" v="16231" actId="2711"/>
          <ac:spMkLst>
            <pc:docMk/>
            <pc:sldMk cId="480149243" sldId="297"/>
            <ac:spMk id="107" creationId="{82C5798F-6AA7-D1CA-433B-E3458625F9F0}"/>
          </ac:spMkLst>
        </pc:spChg>
      </pc:sldChg>
      <pc:sldChg chg="add">
        <pc:chgData name="Nicholaus Hendrik Jeremy" userId="050fe605-ebde-4dd7-903d-4aca7e74020c" providerId="ADAL" clId="{A2F88768-BF52-4650-89C9-6A6704974A83}" dt="2026-06-09T14:06:53.068" v="16234"/>
        <pc:sldMkLst>
          <pc:docMk/>
          <pc:sldMk cId="3680879326" sldId="306"/>
        </pc:sldMkLst>
      </pc:sldChg>
      <pc:sldChg chg="addSp delSp modSp add mod">
        <pc:chgData name="Nicholaus Hendrik Jeremy" userId="050fe605-ebde-4dd7-903d-4aca7e74020c" providerId="ADAL" clId="{A2F88768-BF52-4650-89C9-6A6704974A83}" dt="2026-06-11T03:18:32.838" v="17977" actId="123"/>
        <pc:sldMkLst>
          <pc:docMk/>
          <pc:sldMk cId="1354930" sldId="311"/>
        </pc:sldMkLst>
        <pc:spChg chg="mod">
          <ac:chgData name="Nicholaus Hendrik Jeremy" userId="050fe605-ebde-4dd7-903d-4aca7e74020c" providerId="ADAL" clId="{A2F88768-BF52-4650-89C9-6A6704974A83}" dt="2026-06-11T03:11:33.495" v="17569" actId="20577"/>
          <ac:spMkLst>
            <pc:docMk/>
            <pc:sldMk cId="1354930" sldId="311"/>
            <ac:spMk id="3" creationId="{B5EB8961-A3D1-0343-0DE8-281D723F8A13}"/>
          </ac:spMkLst>
        </pc:spChg>
        <pc:spChg chg="mod">
          <ac:chgData name="Nicholaus Hendrik Jeremy" userId="050fe605-ebde-4dd7-903d-4aca7e74020c" providerId="ADAL" clId="{A2F88768-BF52-4650-89C9-6A6704974A83}" dt="2026-06-11T03:18:32.838" v="17977" actId="123"/>
          <ac:spMkLst>
            <pc:docMk/>
            <pc:sldMk cId="1354930" sldId="311"/>
            <ac:spMk id="5" creationId="{E4ED7186-4F63-AC1F-8824-BD1A17C1000E}"/>
          </ac:spMkLst>
        </pc:spChg>
        <pc:spChg chg="add del">
          <ac:chgData name="Nicholaus Hendrik Jeremy" userId="050fe605-ebde-4dd7-903d-4aca7e74020c" providerId="ADAL" clId="{A2F88768-BF52-4650-89C9-6A6704974A83}" dt="2026-06-11T03:11:36.384" v="17571" actId="478"/>
          <ac:spMkLst>
            <pc:docMk/>
            <pc:sldMk cId="1354930" sldId="311"/>
            <ac:spMk id="6" creationId="{F34BB0AB-02B9-5404-3872-B4EA6DAD8E7A}"/>
          </ac:spMkLst>
        </pc:spChg>
      </pc:sldChg>
      <pc:sldChg chg="addSp delSp modSp add mod">
        <pc:chgData name="Nicholaus Hendrik Jeremy" userId="050fe605-ebde-4dd7-903d-4aca7e74020c" providerId="ADAL" clId="{A2F88768-BF52-4650-89C9-6A6704974A83}" dt="2026-06-11T03:11:23.840" v="17568" actId="1076"/>
        <pc:sldMkLst>
          <pc:docMk/>
          <pc:sldMk cId="3157123225" sldId="312"/>
        </pc:sldMkLst>
        <pc:spChg chg="mod">
          <ac:chgData name="Nicholaus Hendrik Jeremy" userId="050fe605-ebde-4dd7-903d-4aca7e74020c" providerId="ADAL" clId="{A2F88768-BF52-4650-89C9-6A6704974A83}" dt="2026-06-11T02:59:54.382" v="17034" actId="20577"/>
          <ac:spMkLst>
            <pc:docMk/>
            <pc:sldMk cId="3157123225" sldId="312"/>
            <ac:spMk id="3" creationId="{F423FD82-1E1E-7530-1386-093C2247A840}"/>
          </ac:spMkLst>
        </pc:spChg>
        <pc:spChg chg="mod">
          <ac:chgData name="Nicholaus Hendrik Jeremy" userId="050fe605-ebde-4dd7-903d-4aca7e74020c" providerId="ADAL" clId="{A2F88768-BF52-4650-89C9-6A6704974A83}" dt="2026-06-11T03:06:14.743" v="17345" actId="20577"/>
          <ac:spMkLst>
            <pc:docMk/>
            <pc:sldMk cId="3157123225" sldId="312"/>
            <ac:spMk id="5" creationId="{C11D2C3C-2C4B-ABDF-1F11-CF5F10D2470D}"/>
          </ac:spMkLst>
        </pc:spChg>
        <pc:spChg chg="mod">
          <ac:chgData name="Nicholaus Hendrik Jeremy" userId="050fe605-ebde-4dd7-903d-4aca7e74020c" providerId="ADAL" clId="{A2F88768-BF52-4650-89C9-6A6704974A83}" dt="2026-06-11T03:11:23.840" v="17568" actId="1076"/>
          <ac:spMkLst>
            <pc:docMk/>
            <pc:sldMk cId="3157123225" sldId="312"/>
            <ac:spMk id="11" creationId="{F92E97BA-F422-DDD5-A408-98F7FF611324}"/>
          </ac:spMkLst>
        </pc:spChg>
        <pc:spChg chg="mod">
          <ac:chgData name="Nicholaus Hendrik Jeremy" userId="050fe605-ebde-4dd7-903d-4aca7e74020c" providerId="ADAL" clId="{A2F88768-BF52-4650-89C9-6A6704974A83}" dt="2026-06-11T03:02:48.463" v="17203" actId="1076"/>
          <ac:spMkLst>
            <pc:docMk/>
            <pc:sldMk cId="3157123225" sldId="312"/>
            <ac:spMk id="13" creationId="{FC49A367-DB09-A653-829E-E1666D26F1D7}"/>
          </ac:spMkLst>
        </pc:spChg>
        <pc:spChg chg="add mod">
          <ac:chgData name="Nicholaus Hendrik Jeremy" userId="050fe605-ebde-4dd7-903d-4aca7e74020c" providerId="ADAL" clId="{A2F88768-BF52-4650-89C9-6A6704974A83}" dt="2026-06-11T03:04:17.744" v="17284" actId="1076"/>
          <ac:spMkLst>
            <pc:docMk/>
            <pc:sldMk cId="3157123225" sldId="312"/>
            <ac:spMk id="15" creationId="{A68ED41B-2014-0ED9-C8CD-A3C7BEB42BBB}"/>
          </ac:spMkLst>
        </pc:spChg>
        <pc:spChg chg="mod">
          <ac:chgData name="Nicholaus Hendrik Jeremy" userId="050fe605-ebde-4dd7-903d-4aca7e74020c" providerId="ADAL" clId="{A2F88768-BF52-4650-89C9-6A6704974A83}" dt="2026-06-11T03:04:17.744" v="17284" actId="1076"/>
          <ac:spMkLst>
            <pc:docMk/>
            <pc:sldMk cId="3157123225" sldId="312"/>
            <ac:spMk id="18" creationId="{F279A169-77E1-8845-5138-B88B9FA1965D}"/>
          </ac:spMkLst>
        </pc:spChg>
        <pc:spChg chg="add mod">
          <ac:chgData name="Nicholaus Hendrik Jeremy" userId="050fe605-ebde-4dd7-903d-4aca7e74020c" providerId="ADAL" clId="{A2F88768-BF52-4650-89C9-6A6704974A83}" dt="2026-06-11T03:04:17.744" v="17284" actId="1076"/>
          <ac:spMkLst>
            <pc:docMk/>
            <pc:sldMk cId="3157123225" sldId="312"/>
            <ac:spMk id="23" creationId="{0B81EDC8-5CCB-FE1C-0DC7-885D055E5A68}"/>
          </ac:spMkLst>
        </pc:spChg>
        <pc:spChg chg="mod">
          <ac:chgData name="Nicholaus Hendrik Jeremy" userId="050fe605-ebde-4dd7-903d-4aca7e74020c" providerId="ADAL" clId="{A2F88768-BF52-4650-89C9-6A6704974A83}" dt="2026-06-11T03:08:39.493" v="17464" actId="1076"/>
          <ac:spMkLst>
            <pc:docMk/>
            <pc:sldMk cId="3157123225" sldId="312"/>
            <ac:spMk id="34" creationId="{788CD4E1-7073-68B2-2856-31D8C975F431}"/>
          </ac:spMkLst>
        </pc:spChg>
        <pc:spChg chg="add mod">
          <ac:chgData name="Nicholaus Hendrik Jeremy" userId="050fe605-ebde-4dd7-903d-4aca7e74020c" providerId="ADAL" clId="{A2F88768-BF52-4650-89C9-6A6704974A83}" dt="2026-06-11T03:08:39.493" v="17464" actId="1076"/>
          <ac:spMkLst>
            <pc:docMk/>
            <pc:sldMk cId="3157123225" sldId="312"/>
            <ac:spMk id="44" creationId="{59EBC683-6D31-BED1-939A-C11DC0E2921D}"/>
          </ac:spMkLst>
        </pc:spChg>
        <pc:spChg chg="add mod">
          <ac:chgData name="Nicholaus Hendrik Jeremy" userId="050fe605-ebde-4dd7-903d-4aca7e74020c" providerId="ADAL" clId="{A2F88768-BF52-4650-89C9-6A6704974A83}" dt="2026-06-11T03:08:39.493" v="17464" actId="1076"/>
          <ac:spMkLst>
            <pc:docMk/>
            <pc:sldMk cId="3157123225" sldId="312"/>
            <ac:spMk id="54" creationId="{4D177198-9251-E4A5-1E00-F8837F8B1333}"/>
          </ac:spMkLst>
        </pc:spChg>
        <pc:spChg chg="add mod">
          <ac:chgData name="Nicholaus Hendrik Jeremy" userId="050fe605-ebde-4dd7-903d-4aca7e74020c" providerId="ADAL" clId="{A2F88768-BF52-4650-89C9-6A6704974A83}" dt="2026-06-11T03:08:39.493" v="17464" actId="1076"/>
          <ac:spMkLst>
            <pc:docMk/>
            <pc:sldMk cId="3157123225" sldId="312"/>
            <ac:spMk id="70" creationId="{07A10832-7D9D-9067-6FAB-F34D80CC8054}"/>
          </ac:spMkLst>
        </pc:spChg>
        <pc:spChg chg="add mod">
          <ac:chgData name="Nicholaus Hendrik Jeremy" userId="050fe605-ebde-4dd7-903d-4aca7e74020c" providerId="ADAL" clId="{A2F88768-BF52-4650-89C9-6A6704974A83}" dt="2026-06-11T03:08:54.366" v="17494" actId="1076"/>
          <ac:spMkLst>
            <pc:docMk/>
            <pc:sldMk cId="3157123225" sldId="312"/>
            <ac:spMk id="71" creationId="{FD98227F-BBE2-63D2-023D-7A9A93930F01}"/>
          </ac:spMkLst>
        </pc:spChg>
        <pc:spChg chg="add mod">
          <ac:chgData name="Nicholaus Hendrik Jeremy" userId="050fe605-ebde-4dd7-903d-4aca7e74020c" providerId="ADAL" clId="{A2F88768-BF52-4650-89C9-6A6704974A83}" dt="2026-06-11T03:09:11.950" v="17497" actId="1076"/>
          <ac:spMkLst>
            <pc:docMk/>
            <pc:sldMk cId="3157123225" sldId="312"/>
            <ac:spMk id="79" creationId="{73EAB116-95D0-595D-C85C-BEC82B1C5626}"/>
          </ac:spMkLst>
        </pc:spChg>
        <pc:spChg chg="add mod">
          <ac:chgData name="Nicholaus Hendrik Jeremy" userId="050fe605-ebde-4dd7-903d-4aca7e74020c" providerId="ADAL" clId="{A2F88768-BF52-4650-89C9-6A6704974A83}" dt="2026-06-11T03:09:11.950" v="17497" actId="1076"/>
          <ac:spMkLst>
            <pc:docMk/>
            <pc:sldMk cId="3157123225" sldId="312"/>
            <ac:spMk id="80" creationId="{E1206B87-4A95-33D3-AC9F-2B9BBE4C16BC}"/>
          </ac:spMkLst>
        </pc:spChg>
        <pc:spChg chg="add mod">
          <ac:chgData name="Nicholaus Hendrik Jeremy" userId="050fe605-ebde-4dd7-903d-4aca7e74020c" providerId="ADAL" clId="{A2F88768-BF52-4650-89C9-6A6704974A83}" dt="2026-06-11T03:10:04.488" v="17506" actId="1076"/>
          <ac:spMkLst>
            <pc:docMk/>
            <pc:sldMk cId="3157123225" sldId="312"/>
            <ac:spMk id="87" creationId="{613D08B7-6D01-3287-6C9F-81D8737DF6EC}"/>
          </ac:spMkLst>
        </pc:spChg>
        <pc:spChg chg="add mod">
          <ac:chgData name="Nicholaus Hendrik Jeremy" userId="050fe605-ebde-4dd7-903d-4aca7e74020c" providerId="ADAL" clId="{A2F88768-BF52-4650-89C9-6A6704974A83}" dt="2026-06-11T03:10:54.062" v="17542" actId="1076"/>
          <ac:spMkLst>
            <pc:docMk/>
            <pc:sldMk cId="3157123225" sldId="312"/>
            <ac:spMk id="96" creationId="{5ACC3187-40F1-2469-248B-1BFE754B71BF}"/>
          </ac:spMkLst>
        </pc:spChg>
        <pc:spChg chg="add mod">
          <ac:chgData name="Nicholaus Hendrik Jeremy" userId="050fe605-ebde-4dd7-903d-4aca7e74020c" providerId="ADAL" clId="{A2F88768-BF52-4650-89C9-6A6704974A83}" dt="2026-06-11T03:10:54.062" v="17542" actId="1076"/>
          <ac:spMkLst>
            <pc:docMk/>
            <pc:sldMk cId="3157123225" sldId="312"/>
            <ac:spMk id="108" creationId="{A98E7C4F-BA09-3830-48BB-5500BA7DEFE9}"/>
          </ac:spMkLst>
        </pc:spChg>
        <pc:spChg chg="add mod">
          <ac:chgData name="Nicholaus Hendrik Jeremy" userId="050fe605-ebde-4dd7-903d-4aca7e74020c" providerId="ADAL" clId="{A2F88768-BF52-4650-89C9-6A6704974A83}" dt="2026-06-11T03:11:16.676" v="17564" actId="1076"/>
          <ac:spMkLst>
            <pc:docMk/>
            <pc:sldMk cId="3157123225" sldId="312"/>
            <ac:spMk id="112" creationId="{B44B71E2-A0EC-060D-BD3A-6F4BBF818294}"/>
          </ac:spMkLst>
        </pc:spChg>
        <pc:cxnChg chg="mod">
          <ac:chgData name="Nicholaus Hendrik Jeremy" userId="050fe605-ebde-4dd7-903d-4aca7e74020c" providerId="ADAL" clId="{A2F88768-BF52-4650-89C9-6A6704974A83}" dt="2026-06-11T03:04:17.744" v="17284" actId="1076"/>
          <ac:cxnSpMkLst>
            <pc:docMk/>
            <pc:sldMk cId="3157123225" sldId="312"/>
            <ac:cxnSpMk id="14" creationId="{AA253746-9D07-9E89-A697-106052462B01}"/>
          </ac:cxnSpMkLst>
        </pc:cxnChg>
        <pc:cxnChg chg="add mod">
          <ac:chgData name="Nicholaus Hendrik Jeremy" userId="050fe605-ebde-4dd7-903d-4aca7e74020c" providerId="ADAL" clId="{A2F88768-BF52-4650-89C9-6A6704974A83}" dt="2026-06-11T03:04:17.744" v="17284" actId="1076"/>
          <ac:cxnSpMkLst>
            <pc:docMk/>
            <pc:sldMk cId="3157123225" sldId="312"/>
            <ac:cxnSpMk id="16" creationId="{92E4D63F-468B-489E-D4DF-40A0195DCFB0}"/>
          </ac:cxnSpMkLst>
        </pc:cxnChg>
        <pc:cxnChg chg="add mod">
          <ac:chgData name="Nicholaus Hendrik Jeremy" userId="050fe605-ebde-4dd7-903d-4aca7e74020c" providerId="ADAL" clId="{A2F88768-BF52-4650-89C9-6A6704974A83}" dt="2026-06-11T03:04:17.744" v="17284" actId="1076"/>
          <ac:cxnSpMkLst>
            <pc:docMk/>
            <pc:sldMk cId="3157123225" sldId="312"/>
            <ac:cxnSpMk id="24" creationId="{2BDEF1FD-A40D-0504-F31A-5F76B95A006E}"/>
          </ac:cxnSpMkLst>
        </pc:cxnChg>
        <pc:cxnChg chg="mod">
          <ac:chgData name="Nicholaus Hendrik Jeremy" userId="050fe605-ebde-4dd7-903d-4aca7e74020c" providerId="ADAL" clId="{A2F88768-BF52-4650-89C9-6A6704974A83}" dt="2026-06-11T03:08:39.493" v="17464" actId="1076"/>
          <ac:cxnSpMkLst>
            <pc:docMk/>
            <pc:sldMk cId="3157123225" sldId="312"/>
            <ac:cxnSpMk id="41" creationId="{F773F58C-A574-FD5C-E94B-94C22A753CC9}"/>
          </ac:cxnSpMkLst>
        </pc:cxnChg>
        <pc:cxnChg chg="add mod">
          <ac:chgData name="Nicholaus Hendrik Jeremy" userId="050fe605-ebde-4dd7-903d-4aca7e74020c" providerId="ADAL" clId="{A2F88768-BF52-4650-89C9-6A6704974A83}" dt="2026-06-11T03:08:39.493" v="17464" actId="1076"/>
          <ac:cxnSpMkLst>
            <pc:docMk/>
            <pc:sldMk cId="3157123225" sldId="312"/>
            <ac:cxnSpMk id="55" creationId="{FEEC930D-7D84-CCD5-DA0D-29683135B3B2}"/>
          </ac:cxnSpMkLst>
        </pc:cxnChg>
        <pc:cxnChg chg="add mod">
          <ac:chgData name="Nicholaus Hendrik Jeremy" userId="050fe605-ebde-4dd7-903d-4aca7e74020c" providerId="ADAL" clId="{A2F88768-BF52-4650-89C9-6A6704974A83}" dt="2026-06-11T03:08:39.493" v="17464" actId="1076"/>
          <ac:cxnSpMkLst>
            <pc:docMk/>
            <pc:sldMk cId="3157123225" sldId="312"/>
            <ac:cxnSpMk id="67" creationId="{DB38AE7A-7147-B13B-1A73-5847E90A3303}"/>
          </ac:cxnSpMkLst>
        </pc:cxnChg>
        <pc:cxnChg chg="add mod">
          <ac:chgData name="Nicholaus Hendrik Jeremy" userId="050fe605-ebde-4dd7-903d-4aca7e74020c" providerId="ADAL" clId="{A2F88768-BF52-4650-89C9-6A6704974A83}" dt="2026-06-11T03:08:54.366" v="17494" actId="1076"/>
          <ac:cxnSpMkLst>
            <pc:docMk/>
            <pc:sldMk cId="3157123225" sldId="312"/>
            <ac:cxnSpMk id="73" creationId="{FB2D92CB-7F41-8226-9A62-CD56611706DC}"/>
          </ac:cxnSpMkLst>
        </pc:cxnChg>
        <pc:cxnChg chg="add mod">
          <ac:chgData name="Nicholaus Hendrik Jeremy" userId="050fe605-ebde-4dd7-903d-4aca7e74020c" providerId="ADAL" clId="{A2F88768-BF52-4650-89C9-6A6704974A83}" dt="2026-06-11T03:09:11.950" v="17497" actId="1076"/>
          <ac:cxnSpMkLst>
            <pc:docMk/>
            <pc:sldMk cId="3157123225" sldId="312"/>
            <ac:cxnSpMk id="78" creationId="{1D65F342-EF1C-22D4-8568-DB2DD3CB1FA0}"/>
          </ac:cxnSpMkLst>
        </pc:cxnChg>
        <pc:cxnChg chg="add mod">
          <ac:chgData name="Nicholaus Hendrik Jeremy" userId="050fe605-ebde-4dd7-903d-4aca7e74020c" providerId="ADAL" clId="{A2F88768-BF52-4650-89C9-6A6704974A83}" dt="2026-06-11T03:09:11.950" v="17497" actId="1076"/>
          <ac:cxnSpMkLst>
            <pc:docMk/>
            <pc:sldMk cId="3157123225" sldId="312"/>
            <ac:cxnSpMk id="81" creationId="{E1CBDC23-6BDD-D89F-EC45-1F1A04C30B38}"/>
          </ac:cxnSpMkLst>
        </pc:cxnChg>
        <pc:cxnChg chg="add mod">
          <ac:chgData name="Nicholaus Hendrik Jeremy" userId="050fe605-ebde-4dd7-903d-4aca7e74020c" providerId="ADAL" clId="{A2F88768-BF52-4650-89C9-6A6704974A83}" dt="2026-06-11T03:10:04.488" v="17506" actId="1076"/>
          <ac:cxnSpMkLst>
            <pc:docMk/>
            <pc:sldMk cId="3157123225" sldId="312"/>
            <ac:cxnSpMk id="88" creationId="{1BB36BE8-3F47-FD74-B72C-485D1A8132C3}"/>
          </ac:cxnSpMkLst>
        </pc:cxnChg>
        <pc:cxnChg chg="add mod">
          <ac:chgData name="Nicholaus Hendrik Jeremy" userId="050fe605-ebde-4dd7-903d-4aca7e74020c" providerId="ADAL" clId="{A2F88768-BF52-4650-89C9-6A6704974A83}" dt="2026-06-11T03:10:54.062" v="17542" actId="1076"/>
          <ac:cxnSpMkLst>
            <pc:docMk/>
            <pc:sldMk cId="3157123225" sldId="312"/>
            <ac:cxnSpMk id="98" creationId="{8B87ED1F-1A2D-E2B3-0DB0-4E77E32F0FF5}"/>
          </ac:cxnSpMkLst>
        </pc:cxnChg>
        <pc:cxnChg chg="add mod">
          <ac:chgData name="Nicholaus Hendrik Jeremy" userId="050fe605-ebde-4dd7-903d-4aca7e74020c" providerId="ADAL" clId="{A2F88768-BF52-4650-89C9-6A6704974A83}" dt="2026-06-11T03:11:16.676" v="17564" actId="1076"/>
          <ac:cxnSpMkLst>
            <pc:docMk/>
            <pc:sldMk cId="3157123225" sldId="312"/>
            <ac:cxnSpMk id="113" creationId="{3CDBE70A-D3A9-E232-39F4-E298A61840D7}"/>
          </ac:cxnSpMkLst>
        </pc:cxnChg>
        <pc:cxnChg chg="add mod">
          <ac:chgData name="Nicholaus Hendrik Jeremy" userId="050fe605-ebde-4dd7-903d-4aca7e74020c" providerId="ADAL" clId="{A2F88768-BF52-4650-89C9-6A6704974A83}" dt="2026-06-11T03:11:23.840" v="17568" actId="1076"/>
          <ac:cxnSpMkLst>
            <pc:docMk/>
            <pc:sldMk cId="3157123225" sldId="312"/>
            <ac:cxnSpMk id="118" creationId="{4CD199DB-A093-2BF6-F96F-2CFE80F59430}"/>
          </ac:cxnSpMkLst>
        </pc:cxnChg>
      </pc:sldChg>
      <pc:sldChg chg="addSp delSp modSp add mod">
        <pc:chgData name="Nicholaus Hendrik Jeremy" userId="050fe605-ebde-4dd7-903d-4aca7e74020c" providerId="ADAL" clId="{A2F88768-BF52-4650-89C9-6A6704974A83}" dt="2026-06-11T03:37:17.942" v="18514" actId="571"/>
        <pc:sldMkLst>
          <pc:docMk/>
          <pc:sldMk cId="2463001512" sldId="314"/>
        </pc:sldMkLst>
        <pc:spChg chg="mod">
          <ac:chgData name="Nicholaus Hendrik Jeremy" userId="050fe605-ebde-4dd7-903d-4aca7e74020c" providerId="ADAL" clId="{A2F88768-BF52-4650-89C9-6A6704974A83}" dt="2026-06-11T03:18:48.341" v="17979"/>
          <ac:spMkLst>
            <pc:docMk/>
            <pc:sldMk cId="2463001512" sldId="314"/>
            <ac:spMk id="3" creationId="{2B334CAA-EB2E-7572-DC68-CEF4220FB600}"/>
          </ac:spMkLst>
        </pc:spChg>
        <pc:spChg chg="mod">
          <ac:chgData name="Nicholaus Hendrik Jeremy" userId="050fe605-ebde-4dd7-903d-4aca7e74020c" providerId="ADAL" clId="{A2F88768-BF52-4650-89C9-6A6704974A83}" dt="2026-06-11T03:27:28.946" v="18188" actId="1076"/>
          <ac:spMkLst>
            <pc:docMk/>
            <pc:sldMk cId="2463001512" sldId="314"/>
            <ac:spMk id="5" creationId="{44B863BC-EE8F-3E5F-331D-A3AE6947F4CA}"/>
          </ac:spMkLst>
        </pc:spChg>
        <pc:spChg chg="mod">
          <ac:chgData name="Nicholaus Hendrik Jeremy" userId="050fe605-ebde-4dd7-903d-4aca7e74020c" providerId="ADAL" clId="{A2F88768-BF52-4650-89C9-6A6704974A83}" dt="2026-06-11T03:36:43.510" v="18500" actId="1076"/>
          <ac:spMkLst>
            <pc:docMk/>
            <pc:sldMk cId="2463001512" sldId="314"/>
            <ac:spMk id="11" creationId="{3EB90E47-D3DE-A87F-AD14-58AF51349BD1}"/>
          </ac:spMkLst>
        </pc:spChg>
        <pc:spChg chg="mod">
          <ac:chgData name="Nicholaus Hendrik Jeremy" userId="050fe605-ebde-4dd7-903d-4aca7e74020c" providerId="ADAL" clId="{A2F88768-BF52-4650-89C9-6A6704974A83}" dt="2026-06-11T03:18:51.552" v="17989" actId="20577"/>
          <ac:spMkLst>
            <pc:docMk/>
            <pc:sldMk cId="2463001512" sldId="314"/>
            <ac:spMk id="13" creationId="{0F3ECDF3-E51E-796C-0BA1-4723F6192288}"/>
          </ac:spMkLst>
        </pc:spChg>
        <pc:spChg chg="mod">
          <ac:chgData name="Nicholaus Hendrik Jeremy" userId="050fe605-ebde-4dd7-903d-4aca7e74020c" providerId="ADAL" clId="{A2F88768-BF52-4650-89C9-6A6704974A83}" dt="2026-06-11T03:26:43.107" v="18167" actId="1076"/>
          <ac:spMkLst>
            <pc:docMk/>
            <pc:sldMk cId="2463001512" sldId="314"/>
            <ac:spMk id="15" creationId="{1FFC265D-50F1-DFEC-DB08-AC1174B3C711}"/>
          </ac:spMkLst>
        </pc:spChg>
        <pc:spChg chg="mod">
          <ac:chgData name="Nicholaus Hendrik Jeremy" userId="050fe605-ebde-4dd7-903d-4aca7e74020c" providerId="ADAL" clId="{A2F88768-BF52-4650-89C9-6A6704974A83}" dt="2026-06-11T03:28:51.048" v="18255" actId="20577"/>
          <ac:spMkLst>
            <pc:docMk/>
            <pc:sldMk cId="2463001512" sldId="314"/>
            <ac:spMk id="18" creationId="{26FEFE64-896D-EC3E-CE3A-E1DDC85E8333}"/>
          </ac:spMkLst>
        </pc:spChg>
        <pc:spChg chg="mod">
          <ac:chgData name="Nicholaus Hendrik Jeremy" userId="050fe605-ebde-4dd7-903d-4aca7e74020c" providerId="ADAL" clId="{A2F88768-BF52-4650-89C9-6A6704974A83}" dt="2026-06-11T03:28:26.663" v="18207" actId="1076"/>
          <ac:spMkLst>
            <pc:docMk/>
            <pc:sldMk cId="2463001512" sldId="314"/>
            <ac:spMk id="23" creationId="{44259F21-9B0C-F00C-53F7-872153883070}"/>
          </ac:spMkLst>
        </pc:spChg>
        <pc:spChg chg="mod">
          <ac:chgData name="Nicholaus Hendrik Jeremy" userId="050fe605-ebde-4dd7-903d-4aca7e74020c" providerId="ADAL" clId="{A2F88768-BF52-4650-89C9-6A6704974A83}" dt="2026-06-11T03:26:21.107" v="18155" actId="1076"/>
          <ac:spMkLst>
            <pc:docMk/>
            <pc:sldMk cId="2463001512" sldId="314"/>
            <ac:spMk id="34" creationId="{66CC1CB9-3467-0E8C-CE79-7AABDD4B3B09}"/>
          </ac:spMkLst>
        </pc:spChg>
        <pc:spChg chg="add mod">
          <ac:chgData name="Nicholaus Hendrik Jeremy" userId="050fe605-ebde-4dd7-903d-4aca7e74020c" providerId="ADAL" clId="{A2F88768-BF52-4650-89C9-6A6704974A83}" dt="2026-06-11T03:28:17.652" v="18203" actId="1076"/>
          <ac:spMkLst>
            <pc:docMk/>
            <pc:sldMk cId="2463001512" sldId="314"/>
            <ac:spMk id="36" creationId="{4B21CEF8-BA2B-18B3-4809-22664BF8AB2F}"/>
          </ac:spMkLst>
        </pc:spChg>
        <pc:spChg chg="add mod">
          <ac:chgData name="Nicholaus Hendrik Jeremy" userId="050fe605-ebde-4dd7-903d-4aca7e74020c" providerId="ADAL" clId="{A2F88768-BF52-4650-89C9-6A6704974A83}" dt="2026-06-11T03:28:54.816" v="18261" actId="20577"/>
          <ac:spMkLst>
            <pc:docMk/>
            <pc:sldMk cId="2463001512" sldId="314"/>
            <ac:spMk id="38" creationId="{D48860AD-D4DF-8C0E-CBF7-6815C9CF61E4}"/>
          </ac:spMkLst>
        </pc:spChg>
        <pc:spChg chg="add mod">
          <ac:chgData name="Nicholaus Hendrik Jeremy" userId="050fe605-ebde-4dd7-903d-4aca7e74020c" providerId="ADAL" clId="{A2F88768-BF52-4650-89C9-6A6704974A83}" dt="2026-06-11T03:29:43.936" v="18296" actId="1076"/>
          <ac:spMkLst>
            <pc:docMk/>
            <pc:sldMk cId="2463001512" sldId="314"/>
            <ac:spMk id="68" creationId="{B213AC4B-B7FE-71C6-CF2E-E2F7D565EBEC}"/>
          </ac:spMkLst>
        </pc:spChg>
        <pc:spChg chg="add mod">
          <ac:chgData name="Nicholaus Hendrik Jeremy" userId="050fe605-ebde-4dd7-903d-4aca7e74020c" providerId="ADAL" clId="{A2F88768-BF52-4650-89C9-6A6704974A83}" dt="2026-06-11T03:31:54.796" v="18404" actId="1076"/>
          <ac:spMkLst>
            <pc:docMk/>
            <pc:sldMk cId="2463001512" sldId="314"/>
            <ac:spMk id="93" creationId="{A4C65288-D662-C973-5873-EFC040BCEFA0}"/>
          </ac:spMkLst>
        </pc:spChg>
        <pc:spChg chg="add mod">
          <ac:chgData name="Nicholaus Hendrik Jeremy" userId="050fe605-ebde-4dd7-903d-4aca7e74020c" providerId="ADAL" clId="{A2F88768-BF52-4650-89C9-6A6704974A83}" dt="2026-06-11T03:32:42.026" v="18461" actId="1076"/>
          <ac:spMkLst>
            <pc:docMk/>
            <pc:sldMk cId="2463001512" sldId="314"/>
            <ac:spMk id="109" creationId="{069363E2-93E3-B23F-D12E-DBC209AB3172}"/>
          </ac:spMkLst>
        </pc:spChg>
        <pc:spChg chg="mod">
          <ac:chgData name="Nicholaus Hendrik Jeremy" userId="050fe605-ebde-4dd7-903d-4aca7e74020c" providerId="ADAL" clId="{A2F88768-BF52-4650-89C9-6A6704974A83}" dt="2026-06-11T03:31:01.546" v="18327" actId="1076"/>
          <ac:spMkLst>
            <pc:docMk/>
            <pc:sldMk cId="2463001512" sldId="314"/>
            <ac:spMk id="112" creationId="{77F52290-FF64-E0FF-B1A5-E3EAAEEFBE11}"/>
          </ac:spMkLst>
        </pc:spChg>
        <pc:spChg chg="add mod">
          <ac:chgData name="Nicholaus Hendrik Jeremy" userId="050fe605-ebde-4dd7-903d-4aca7e74020c" providerId="ADAL" clId="{A2F88768-BF52-4650-89C9-6A6704974A83}" dt="2026-06-11T03:36:43.510" v="18500" actId="1076"/>
          <ac:spMkLst>
            <pc:docMk/>
            <pc:sldMk cId="2463001512" sldId="314"/>
            <ac:spMk id="121" creationId="{1F5B9C95-5CC1-7AFE-C267-2CC0EB458F1D}"/>
          </ac:spMkLst>
        </pc:spChg>
        <pc:spChg chg="add mod">
          <ac:chgData name="Nicholaus Hendrik Jeremy" userId="050fe605-ebde-4dd7-903d-4aca7e74020c" providerId="ADAL" clId="{A2F88768-BF52-4650-89C9-6A6704974A83}" dt="2026-06-11T03:36:53.774" v="18502" actId="1076"/>
          <ac:spMkLst>
            <pc:docMk/>
            <pc:sldMk cId="2463001512" sldId="314"/>
            <ac:spMk id="131" creationId="{D7378D7E-4237-1A1E-C64B-B553C348C970}"/>
          </ac:spMkLst>
        </pc:spChg>
        <pc:spChg chg="add mod">
          <ac:chgData name="Nicholaus Hendrik Jeremy" userId="050fe605-ebde-4dd7-903d-4aca7e74020c" providerId="ADAL" clId="{A2F88768-BF52-4650-89C9-6A6704974A83}" dt="2026-06-11T03:37:00.263" v="18504" actId="1076"/>
          <ac:spMkLst>
            <pc:docMk/>
            <pc:sldMk cId="2463001512" sldId="314"/>
            <ac:spMk id="133" creationId="{070D9A2D-F2CA-BDE0-7873-BD271C53B0FB}"/>
          </ac:spMkLst>
        </pc:spChg>
        <pc:spChg chg="add mod">
          <ac:chgData name="Nicholaus Hendrik Jeremy" userId="050fe605-ebde-4dd7-903d-4aca7e74020c" providerId="ADAL" clId="{A2F88768-BF52-4650-89C9-6A6704974A83}" dt="2026-06-11T03:37:06.639" v="18511" actId="1076"/>
          <ac:spMkLst>
            <pc:docMk/>
            <pc:sldMk cId="2463001512" sldId="314"/>
            <ac:spMk id="135" creationId="{6692AB63-0598-E795-6D7C-006F0BFCB114}"/>
          </ac:spMkLst>
        </pc:spChg>
        <pc:spChg chg="add mod">
          <ac:chgData name="Nicholaus Hendrik Jeremy" userId="050fe605-ebde-4dd7-903d-4aca7e74020c" providerId="ADAL" clId="{A2F88768-BF52-4650-89C9-6A6704974A83}" dt="2026-06-11T03:37:17.942" v="18514" actId="571"/>
          <ac:spMkLst>
            <pc:docMk/>
            <pc:sldMk cId="2463001512" sldId="314"/>
            <ac:spMk id="138" creationId="{23E06872-4B98-344C-1137-B13F189C5F5F}"/>
          </ac:spMkLst>
        </pc:spChg>
        <pc:cxnChg chg="mod">
          <ac:chgData name="Nicholaus Hendrik Jeremy" userId="050fe605-ebde-4dd7-903d-4aca7e74020c" providerId="ADAL" clId="{A2F88768-BF52-4650-89C9-6A6704974A83}" dt="2026-06-11T03:26:40.205" v="18166" actId="1076"/>
          <ac:cxnSpMkLst>
            <pc:docMk/>
            <pc:sldMk cId="2463001512" sldId="314"/>
            <ac:cxnSpMk id="14" creationId="{AB33D7E5-EEE9-B0D1-1A26-B4FA8AA28F9A}"/>
          </ac:cxnSpMkLst>
        </pc:cxnChg>
        <pc:cxnChg chg="mod">
          <ac:chgData name="Nicholaus Hendrik Jeremy" userId="050fe605-ebde-4dd7-903d-4aca7e74020c" providerId="ADAL" clId="{A2F88768-BF52-4650-89C9-6A6704974A83}" dt="2026-06-11T03:27:42.323" v="18191" actId="14100"/>
          <ac:cxnSpMkLst>
            <pc:docMk/>
            <pc:sldMk cId="2463001512" sldId="314"/>
            <ac:cxnSpMk id="16" creationId="{BEA5CCC0-1842-C0E5-D340-D0A74C971F4A}"/>
          </ac:cxnSpMkLst>
        </pc:cxnChg>
        <pc:cxnChg chg="add del mod">
          <ac:chgData name="Nicholaus Hendrik Jeremy" userId="050fe605-ebde-4dd7-903d-4aca7e74020c" providerId="ADAL" clId="{A2F88768-BF52-4650-89C9-6A6704974A83}" dt="2026-06-11T03:28:26.663" v="18207" actId="1076"/>
          <ac:cxnSpMkLst>
            <pc:docMk/>
            <pc:sldMk cId="2463001512" sldId="314"/>
            <ac:cxnSpMk id="24" creationId="{4498C30C-7DD0-2B8C-8203-24A113FA74F3}"/>
          </ac:cxnSpMkLst>
        </pc:cxnChg>
        <pc:cxnChg chg="add del mod">
          <ac:chgData name="Nicholaus Hendrik Jeremy" userId="050fe605-ebde-4dd7-903d-4aca7e74020c" providerId="ADAL" clId="{A2F88768-BF52-4650-89C9-6A6704974A83}" dt="2026-06-11T03:29:43.936" v="18296" actId="1076"/>
          <ac:cxnSpMkLst>
            <pc:docMk/>
            <pc:sldMk cId="2463001512" sldId="314"/>
            <ac:cxnSpMk id="41" creationId="{A58E3D95-9ECB-9B81-E038-8F9D017C4033}"/>
          </ac:cxnSpMkLst>
        </pc:cxnChg>
        <pc:cxnChg chg="add mod">
          <ac:chgData name="Nicholaus Hendrik Jeremy" userId="050fe605-ebde-4dd7-903d-4aca7e74020c" providerId="ADAL" clId="{A2F88768-BF52-4650-89C9-6A6704974A83}" dt="2026-06-11T03:28:17.652" v="18203" actId="1076"/>
          <ac:cxnSpMkLst>
            <pc:docMk/>
            <pc:sldMk cId="2463001512" sldId="314"/>
            <ac:cxnSpMk id="49" creationId="{86C1FD31-1A36-2092-26BE-F19B03D0687C}"/>
          </ac:cxnSpMkLst>
        </pc:cxnChg>
        <pc:cxnChg chg="add mod">
          <ac:chgData name="Nicholaus Hendrik Jeremy" userId="050fe605-ebde-4dd7-903d-4aca7e74020c" providerId="ADAL" clId="{A2F88768-BF52-4650-89C9-6A6704974A83}" dt="2026-06-11T03:28:25.263" v="18206" actId="1076"/>
          <ac:cxnSpMkLst>
            <pc:docMk/>
            <pc:sldMk cId="2463001512" sldId="314"/>
            <ac:cxnSpMk id="53" creationId="{5DCA86D5-4445-8DB5-6511-00CEFF3760CF}"/>
          </ac:cxnSpMkLst>
        </pc:cxnChg>
        <pc:cxnChg chg="add mod">
          <ac:chgData name="Nicholaus Hendrik Jeremy" userId="050fe605-ebde-4dd7-903d-4aca7e74020c" providerId="ADAL" clId="{A2F88768-BF52-4650-89C9-6A6704974A83}" dt="2026-06-11T03:31:01.546" v="18327" actId="1076"/>
          <ac:cxnSpMkLst>
            <pc:docMk/>
            <pc:sldMk cId="2463001512" sldId="314"/>
            <ac:cxnSpMk id="76" creationId="{0F883569-6B6A-D2BF-38C2-300B937C1FA3}"/>
          </ac:cxnSpMkLst>
        </pc:cxnChg>
        <pc:cxnChg chg="add mod">
          <ac:chgData name="Nicholaus Hendrik Jeremy" userId="050fe605-ebde-4dd7-903d-4aca7e74020c" providerId="ADAL" clId="{A2F88768-BF52-4650-89C9-6A6704974A83}" dt="2026-06-11T03:31:54.796" v="18404" actId="1076"/>
          <ac:cxnSpMkLst>
            <pc:docMk/>
            <pc:sldMk cId="2463001512" sldId="314"/>
            <ac:cxnSpMk id="86" creationId="{698D50E0-7CDC-2F3B-20A3-0D40BC1660A5}"/>
          </ac:cxnSpMkLst>
        </pc:cxnChg>
        <pc:cxnChg chg="mod">
          <ac:chgData name="Nicholaus Hendrik Jeremy" userId="050fe605-ebde-4dd7-903d-4aca7e74020c" providerId="ADAL" clId="{A2F88768-BF52-4650-89C9-6A6704974A83}" dt="2026-06-11T03:36:43.510" v="18500" actId="1076"/>
          <ac:cxnSpMkLst>
            <pc:docMk/>
            <pc:sldMk cId="2463001512" sldId="314"/>
            <ac:cxnSpMk id="88" creationId="{C51569C7-F0F7-C197-C22F-F0C2293118ED}"/>
          </ac:cxnSpMkLst>
        </pc:cxnChg>
        <pc:cxnChg chg="add mod">
          <ac:chgData name="Nicholaus Hendrik Jeremy" userId="050fe605-ebde-4dd7-903d-4aca7e74020c" providerId="ADAL" clId="{A2F88768-BF52-4650-89C9-6A6704974A83}" dt="2026-06-11T03:32:08.620" v="18409" actId="14100"/>
          <ac:cxnSpMkLst>
            <pc:docMk/>
            <pc:sldMk cId="2463001512" sldId="314"/>
            <ac:cxnSpMk id="99" creationId="{530AE043-6E0F-317C-3126-6FEE66C009C5}"/>
          </ac:cxnSpMkLst>
        </pc:cxnChg>
        <pc:cxnChg chg="add mod">
          <ac:chgData name="Nicholaus Hendrik Jeremy" userId="050fe605-ebde-4dd7-903d-4aca7e74020c" providerId="ADAL" clId="{A2F88768-BF52-4650-89C9-6A6704974A83}" dt="2026-06-11T03:32:58.485" v="18465" actId="14100"/>
          <ac:cxnSpMkLst>
            <pc:docMk/>
            <pc:sldMk cId="2463001512" sldId="314"/>
            <ac:cxnSpMk id="110" creationId="{AF0D08E4-A20E-397A-AC87-17FDF7B1C820}"/>
          </ac:cxnSpMkLst>
        </pc:cxnChg>
        <pc:cxnChg chg="add mod">
          <ac:chgData name="Nicholaus Hendrik Jeremy" userId="050fe605-ebde-4dd7-903d-4aca7e74020c" providerId="ADAL" clId="{A2F88768-BF52-4650-89C9-6A6704974A83}" dt="2026-06-11T03:33:14.801" v="18469" actId="14100"/>
          <ac:cxnSpMkLst>
            <pc:docMk/>
            <pc:sldMk cId="2463001512" sldId="314"/>
            <ac:cxnSpMk id="115" creationId="{788EF1A9-7378-DB88-4A3D-F438B78A675E}"/>
          </ac:cxnSpMkLst>
        </pc:cxnChg>
        <pc:cxnChg chg="add mod">
          <ac:chgData name="Nicholaus Hendrik Jeremy" userId="050fe605-ebde-4dd7-903d-4aca7e74020c" providerId="ADAL" clId="{A2F88768-BF52-4650-89C9-6A6704974A83}" dt="2026-06-11T03:36:43.510" v="18500" actId="1076"/>
          <ac:cxnSpMkLst>
            <pc:docMk/>
            <pc:sldMk cId="2463001512" sldId="314"/>
            <ac:cxnSpMk id="125" creationId="{3221AD38-E2FB-64E4-A455-3CFB195EFD12}"/>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It’s better for the header name to be more specific, e.g. “</a:t>
            </a:r>
            <a:r>
              <a:rPr lang="en-US" dirty="0" err="1"/>
              <a:t>student_name</a:t>
            </a:r>
            <a:r>
              <a:rPr lang="en-US" dirty="0"/>
              <a:t>”, “</a:t>
            </a:r>
            <a:r>
              <a:rPr lang="en-US" dirty="0" err="1"/>
              <a:t>student_score</a:t>
            </a:r>
            <a:r>
              <a:rPr lang="en-US" dirty="0"/>
              <a:t>”. This is to ensure that the concept of “name” can still be used somewhere else, e.g. for “</a:t>
            </a:r>
            <a:r>
              <a:rPr lang="en-US" dirty="0" err="1"/>
              <a:t>lecturer_name</a:t>
            </a:r>
            <a:r>
              <a:rPr lang="en-US" dirty="0"/>
              <a:t>”, “</a:t>
            </a:r>
            <a:r>
              <a:rPr lang="en-US" dirty="0" err="1"/>
              <a:t>parents_name</a:t>
            </a:r>
            <a:r>
              <a:rPr lang="en-US" dirty="0"/>
              <a:t>”, etc.</a:t>
            </a:r>
          </a:p>
        </p:txBody>
      </p:sp>
    </p:spTree>
    <p:extLst>
      <p:ext uri="{BB962C8B-B14F-4D97-AF65-F5344CB8AC3E}">
        <p14:creationId xmlns:p14="http://schemas.microsoft.com/office/powerpoint/2010/main" val="2752387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84B52-3F81-6FA8-0478-5BBFBCBB6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A60E9-BE32-3898-B2B0-39E8239BAEC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2D7A8FB-2EEB-85DF-2FCF-57EF4C5C074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18890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688B8-83F6-9E69-05AC-2F1F1B312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3350A-C052-4E79-0214-BE50B31D8B3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0BB2E3C-5679-B08B-5DF5-55334CFFAE5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20003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4AB22-D384-F3AF-F3F7-6741C59FE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67D5C-C1A4-56E8-FA3D-C5441941297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188A7EE-1925-99C6-FC5B-9B8F89B268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996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3F32-0821-CF1B-03EB-1CB0C2474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0CC4F-EA43-773B-5303-129C7B873C2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2AF545E-FEF8-1A53-1D98-A7AAB6DE8BD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337738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endParaRPr lang="en-US"/>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Files and Menu Driven Programming</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8853287" y="11538583"/>
            <a:ext cx="6622502" cy="745888"/>
          </a:xfrm>
        </p:spPr>
        <p:txBody>
          <a:bodyPr/>
          <a:lstStyle/>
          <a:p>
            <a:r>
              <a:rPr lang="en-US" dirty="0"/>
              <a:t>Nicholaus Hendrik Jeremy,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ID" dirty="0"/>
              <a:t>Learning Outcomes</a:t>
            </a:r>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endParaRPr lang="en-ID" dirty="0"/>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a:xfrm>
            <a:off x="2070340" y="4596868"/>
            <a:ext cx="20548120" cy="4522264"/>
          </a:xfrm>
        </p:spPr>
        <p:txBody>
          <a:bodyPr>
            <a:normAutofit/>
          </a:bodyPr>
          <a:lstStyle/>
          <a:p>
            <a:pPr marL="0" indent="0">
              <a:buNone/>
            </a:pPr>
            <a:r>
              <a:rPr lang="en-ID" sz="3200" b="1" dirty="0">
                <a:solidFill>
                  <a:srgbClr val="4A4A4A"/>
                </a:solidFill>
                <a:latin typeface="+mj-lt"/>
              </a:rPr>
              <a:t>LO 1 </a:t>
            </a:r>
            <a:r>
              <a:rPr lang="en-ID" sz="3200" dirty="0">
                <a:solidFill>
                  <a:srgbClr val="4A4A4A"/>
                </a:solidFill>
                <a:latin typeface="+mj-lt"/>
              </a:rPr>
              <a:t>: </a:t>
            </a:r>
            <a:r>
              <a:rPr lang="en-US" sz="3200" dirty="0">
                <a:solidFill>
                  <a:srgbClr val="4A4A4A"/>
                </a:solidFill>
                <a:latin typeface="+mj-lt"/>
              </a:rPr>
              <a:t>Describe the fundamental concepts and purpose of information system analysis and design</a:t>
            </a:r>
          </a:p>
          <a:p>
            <a:pPr marL="0" indent="0">
              <a:buNone/>
            </a:pPr>
            <a:r>
              <a:rPr lang="en-US" sz="3200" b="1" dirty="0">
                <a:solidFill>
                  <a:srgbClr val="4A4A4A"/>
                </a:solidFill>
                <a:latin typeface="+mj-lt"/>
              </a:rPr>
              <a:t>LO 2 </a:t>
            </a:r>
            <a:r>
              <a:rPr lang="en-US" sz="3200" dirty="0">
                <a:solidFill>
                  <a:srgbClr val="4A4A4A"/>
                </a:solidFill>
                <a:latin typeface="+mj-lt"/>
              </a:rPr>
              <a:t>: Apply structured design techniques to model a system's logic and flow</a:t>
            </a:r>
          </a:p>
          <a:p>
            <a:pPr marL="0" indent="0">
              <a:buNone/>
            </a:pPr>
            <a:r>
              <a:rPr lang="en-US" sz="3200" b="1" dirty="0">
                <a:solidFill>
                  <a:schemeClr val="bg2"/>
                </a:solidFill>
                <a:latin typeface="+mj-lt"/>
              </a:rPr>
              <a:t>LO 3 </a:t>
            </a:r>
            <a:r>
              <a:rPr lang="en-US" sz="3200" dirty="0">
                <a:solidFill>
                  <a:schemeClr val="bg2"/>
                </a:solidFill>
                <a:latin typeface="+mj-lt"/>
              </a:rPr>
              <a:t>: Analyze system requirements to identify actors, processes, data, and interactions</a:t>
            </a:r>
          </a:p>
          <a:p>
            <a:pPr marL="0" indent="0">
              <a:buNone/>
            </a:pPr>
            <a:r>
              <a:rPr lang="en-US" sz="3200" b="1" dirty="0">
                <a:solidFill>
                  <a:schemeClr val="bg2"/>
                </a:solidFill>
                <a:latin typeface="+mj-lt"/>
              </a:rPr>
              <a:t>LO 4</a:t>
            </a:r>
            <a:r>
              <a:rPr lang="en-US" sz="3200" dirty="0">
                <a:solidFill>
                  <a:schemeClr val="bg2"/>
                </a:solidFill>
                <a:latin typeface="+mj-lt"/>
              </a:rPr>
              <a:t> : Apply UML-based design artifacts to communicate a complete system solution</a:t>
            </a:r>
            <a:endParaRPr lang="en-ID" sz="3200" dirty="0">
              <a:solidFill>
                <a:schemeClr val="bg2"/>
              </a:solidFill>
              <a:latin typeface="+mj-lt"/>
            </a:endParaRP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13528-8722-D2CE-643F-AB101DA68473}"/>
              </a:ext>
            </a:extLst>
          </p:cNvPr>
          <p:cNvSpPr>
            <a:spLocks noGrp="1"/>
          </p:cNvSpPr>
          <p:nvPr>
            <p:ph type="title"/>
          </p:nvPr>
        </p:nvSpPr>
        <p:spPr/>
        <p:txBody>
          <a:bodyPr>
            <a:normAutofit fontScale="90000"/>
          </a:bodyPr>
          <a:lstStyle/>
          <a:p>
            <a:r>
              <a:rPr lang="en-US" dirty="0"/>
              <a:t>Outline</a:t>
            </a:r>
          </a:p>
        </p:txBody>
      </p:sp>
      <p:sp>
        <p:nvSpPr>
          <p:cNvPr id="3" name="Text Placeholder 2">
            <a:extLst>
              <a:ext uri="{FF2B5EF4-FFF2-40B4-BE49-F238E27FC236}">
                <a16:creationId xmlns:a16="http://schemas.microsoft.com/office/drawing/2014/main" id="{962FF216-87B5-7575-1909-3879E3BC8BE9}"/>
              </a:ext>
            </a:extLst>
          </p:cNvPr>
          <p:cNvSpPr>
            <a:spLocks noGrp="1"/>
          </p:cNvSpPr>
          <p:nvPr>
            <p:ph type="body" sz="quarter" idx="10"/>
          </p:nvPr>
        </p:nvSpPr>
        <p:spPr/>
        <p:txBody>
          <a:bodyPr/>
          <a:lstStyle/>
          <a:p>
            <a:endParaRPr lang="en-US"/>
          </a:p>
        </p:txBody>
      </p:sp>
      <p:sp>
        <p:nvSpPr>
          <p:cNvPr id="8" name="Content Placeholder 3">
            <a:extLst>
              <a:ext uri="{FF2B5EF4-FFF2-40B4-BE49-F238E27FC236}">
                <a16:creationId xmlns:a16="http://schemas.microsoft.com/office/drawing/2014/main" id="{953430F5-4513-BB9F-6CCB-F51B24DE6D38}"/>
              </a:ext>
            </a:extLst>
          </p:cNvPr>
          <p:cNvSpPr txBox="1">
            <a:spLocks/>
          </p:cNvSpPr>
          <p:nvPr/>
        </p:nvSpPr>
        <p:spPr>
          <a:xfrm>
            <a:off x="2167377" y="4596868"/>
            <a:ext cx="17034493" cy="47369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US" sz="3200" dirty="0">
                <a:latin typeface="+mj-lt"/>
              </a:rPr>
              <a:t>Menu-driven program</a:t>
            </a:r>
          </a:p>
          <a:p>
            <a:r>
              <a:rPr lang="en-US" sz="3200" dirty="0">
                <a:latin typeface="+mj-lt"/>
              </a:rPr>
              <a:t>File concepts</a:t>
            </a:r>
          </a:p>
          <a:p>
            <a:r>
              <a:rPr lang="en-US" sz="3200" dirty="0">
                <a:latin typeface="+mj-lt"/>
              </a:rPr>
              <a:t>Designing main &amp; sub-menus</a:t>
            </a:r>
          </a:p>
          <a:p>
            <a:r>
              <a:rPr lang="en-US" sz="3200" dirty="0">
                <a:latin typeface="+mj-lt"/>
              </a:rPr>
              <a:t>Linking menus to flowcharts</a:t>
            </a:r>
          </a:p>
        </p:txBody>
      </p:sp>
    </p:spTree>
    <p:extLst>
      <p:ext uri="{BB962C8B-B14F-4D97-AF65-F5344CB8AC3E}">
        <p14:creationId xmlns:p14="http://schemas.microsoft.com/office/powerpoint/2010/main" val="277064227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7DE62-928C-4625-DFE1-1B0F2EECCDD3}"/>
              </a:ext>
            </a:extLst>
          </p:cNvPr>
          <p:cNvSpPr>
            <a:spLocks noGrp="1"/>
          </p:cNvSpPr>
          <p:nvPr>
            <p:ph type="title"/>
          </p:nvPr>
        </p:nvSpPr>
        <p:spPr/>
        <p:txBody>
          <a:bodyPr/>
          <a:lstStyle/>
          <a:p>
            <a:r>
              <a:rPr lang="en-US" dirty="0"/>
              <a:t>Menu-Driven Program</a:t>
            </a:r>
          </a:p>
        </p:txBody>
      </p:sp>
    </p:spTree>
    <p:extLst>
      <p:ext uri="{BB962C8B-B14F-4D97-AF65-F5344CB8AC3E}">
        <p14:creationId xmlns:p14="http://schemas.microsoft.com/office/powerpoint/2010/main" val="114149953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18608-230C-3986-CA67-F099682F7B7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98F1FE9-B42B-AF19-80B8-B47CF24136D5}"/>
              </a:ext>
            </a:extLst>
          </p:cNvPr>
          <p:cNvSpPr>
            <a:spLocks noGrp="1" noRot="1" noMove="1" noResize="1" noEditPoints="1" noAdjustHandles="1" noChangeArrowheads="1" noChangeShapeType="1"/>
          </p:cNvSpPr>
          <p:nvPr/>
        </p:nvSpPr>
        <p:spPr>
          <a:xfrm>
            <a:off x="0" y="2382339"/>
            <a:ext cx="24384000" cy="11589570"/>
          </a:xfrm>
          <a:prstGeom prst="rect">
            <a:avLst/>
          </a:prstGeom>
          <a:solidFill>
            <a:srgbClr val="254FA1">
              <a:alpha val="65098"/>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CFAAC876-E0D0-F15A-EF30-FED39DB7AF7A}"/>
              </a:ext>
            </a:extLst>
          </p:cNvPr>
          <p:cNvSpPr>
            <a:spLocks noGrp="1"/>
          </p:cNvSpPr>
          <p:nvPr>
            <p:ph type="title"/>
          </p:nvPr>
        </p:nvSpPr>
        <p:spPr/>
        <p:txBody>
          <a:bodyPr>
            <a:normAutofit fontScale="90000"/>
          </a:bodyPr>
          <a:lstStyle/>
          <a:p>
            <a:r>
              <a:rPr lang="en-US" dirty="0"/>
              <a:t>Menu-Driven Programming</a:t>
            </a:r>
          </a:p>
        </p:txBody>
      </p:sp>
      <p:sp>
        <p:nvSpPr>
          <p:cNvPr id="3" name="Text Placeholder 2">
            <a:extLst>
              <a:ext uri="{FF2B5EF4-FFF2-40B4-BE49-F238E27FC236}">
                <a16:creationId xmlns:a16="http://schemas.microsoft.com/office/drawing/2014/main" id="{29229171-EBE2-C73A-449E-FF5F127C68D9}"/>
              </a:ext>
            </a:extLst>
          </p:cNvPr>
          <p:cNvSpPr>
            <a:spLocks noGrp="1"/>
          </p:cNvSpPr>
          <p:nvPr>
            <p:ph type="body" sz="quarter" idx="10"/>
          </p:nvPr>
        </p:nvSpPr>
        <p:spPr/>
        <p:txBody>
          <a:bodyPr/>
          <a:lstStyle/>
          <a:p>
            <a:endParaRPr lang="en-US"/>
          </a:p>
        </p:txBody>
      </p:sp>
      <p:pic>
        <p:nvPicPr>
          <p:cNvPr id="7" name="Picture 6">
            <a:extLst>
              <a:ext uri="{FF2B5EF4-FFF2-40B4-BE49-F238E27FC236}">
                <a16:creationId xmlns:a16="http://schemas.microsoft.com/office/drawing/2014/main" id="{EDC8C884-D7B0-9D3B-9663-29143D1728A3}"/>
              </a:ext>
            </a:extLst>
          </p:cNvPr>
          <p:cNvPicPr>
            <a:picLocks noChangeAspect="1"/>
          </p:cNvPicPr>
          <p:nvPr/>
        </p:nvPicPr>
        <p:blipFill>
          <a:blip r:embed="rId2"/>
          <a:srcRect t="69256"/>
          <a:stretch>
            <a:fillRect/>
          </a:stretch>
        </p:blipFill>
        <p:spPr>
          <a:xfrm>
            <a:off x="17802626" y="9284339"/>
            <a:ext cx="5720761" cy="3757034"/>
          </a:xfrm>
          <a:prstGeom prst="rect">
            <a:avLst/>
          </a:prstGeom>
        </p:spPr>
      </p:pic>
      <p:pic>
        <p:nvPicPr>
          <p:cNvPr id="9" name="Picture 8">
            <a:extLst>
              <a:ext uri="{FF2B5EF4-FFF2-40B4-BE49-F238E27FC236}">
                <a16:creationId xmlns:a16="http://schemas.microsoft.com/office/drawing/2014/main" id="{26AA0C3F-964C-768F-CD0A-FE186D0667CB}"/>
              </a:ext>
            </a:extLst>
          </p:cNvPr>
          <p:cNvPicPr>
            <a:picLocks noChangeAspect="1"/>
          </p:cNvPicPr>
          <p:nvPr/>
        </p:nvPicPr>
        <p:blipFill>
          <a:blip r:embed="rId3"/>
          <a:srcRect t="68944"/>
          <a:stretch>
            <a:fillRect/>
          </a:stretch>
        </p:blipFill>
        <p:spPr>
          <a:xfrm>
            <a:off x="11121179" y="9284339"/>
            <a:ext cx="6299650" cy="3757034"/>
          </a:xfrm>
          <a:prstGeom prst="rect">
            <a:avLst/>
          </a:prstGeom>
        </p:spPr>
      </p:pic>
      <p:pic>
        <p:nvPicPr>
          <p:cNvPr id="12" name="Picture 11">
            <a:extLst>
              <a:ext uri="{FF2B5EF4-FFF2-40B4-BE49-F238E27FC236}">
                <a16:creationId xmlns:a16="http://schemas.microsoft.com/office/drawing/2014/main" id="{9D63F3BC-2B46-E3EE-BE75-818580C78927}"/>
              </a:ext>
            </a:extLst>
          </p:cNvPr>
          <p:cNvPicPr>
            <a:picLocks noChangeAspect="1"/>
          </p:cNvPicPr>
          <p:nvPr/>
        </p:nvPicPr>
        <p:blipFill>
          <a:blip r:embed="rId4"/>
          <a:stretch>
            <a:fillRect/>
          </a:stretch>
        </p:blipFill>
        <p:spPr>
          <a:xfrm>
            <a:off x="11121178" y="2998217"/>
            <a:ext cx="12402209" cy="5789312"/>
          </a:xfrm>
          <a:prstGeom prst="rect">
            <a:avLst/>
          </a:prstGeom>
        </p:spPr>
      </p:pic>
      <p:sp>
        <p:nvSpPr>
          <p:cNvPr id="13" name="Content Placeholder 3">
            <a:extLst>
              <a:ext uri="{FF2B5EF4-FFF2-40B4-BE49-F238E27FC236}">
                <a16:creationId xmlns:a16="http://schemas.microsoft.com/office/drawing/2014/main" id="{28DE3AC8-7CD7-B7DC-B014-E8826E471DB8}"/>
              </a:ext>
            </a:extLst>
          </p:cNvPr>
          <p:cNvSpPr txBox="1">
            <a:spLocks/>
          </p:cNvSpPr>
          <p:nvPr/>
        </p:nvSpPr>
        <p:spPr>
          <a:xfrm>
            <a:off x="2167377" y="4596868"/>
            <a:ext cx="7418297" cy="12434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3200" dirty="0">
                <a:solidFill>
                  <a:schemeClr val="bg1"/>
                </a:solidFill>
                <a:latin typeface="+mj-lt"/>
              </a:rPr>
              <a:t>Look at these examples. What do they have in common?</a:t>
            </a:r>
          </a:p>
        </p:txBody>
      </p:sp>
      <p:sp>
        <p:nvSpPr>
          <p:cNvPr id="21" name="TextBox 20">
            <a:extLst>
              <a:ext uri="{FF2B5EF4-FFF2-40B4-BE49-F238E27FC236}">
                <a16:creationId xmlns:a16="http://schemas.microsoft.com/office/drawing/2014/main" id="{132D71AF-0B0E-7680-D731-5D56D50F6964}"/>
              </a:ext>
            </a:extLst>
          </p:cNvPr>
          <p:cNvSpPr txBox="1"/>
          <p:nvPr/>
        </p:nvSpPr>
        <p:spPr>
          <a:xfrm>
            <a:off x="203946" y="12947195"/>
            <a:ext cx="10894360"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2000" dirty="0">
                <a:solidFill>
                  <a:schemeClr val="bg1"/>
                </a:solidFill>
              </a:rPr>
              <a:t>https://homepage.rs/en/blog-en/kako-da-tiktok-postane-deo-vaseg-digitalnog-nastupa/</a:t>
            </a:r>
          </a:p>
          <a:p>
            <a:pPr algn="l"/>
            <a:r>
              <a:rPr lang="en-US" sz="2000" dirty="0">
                <a:solidFill>
                  <a:schemeClr val="bg1"/>
                </a:solidFill>
              </a:rPr>
              <a:t>https://www.businessinsider.com/instagram-redesign-with-reels-and-shop-2020-11</a:t>
            </a:r>
          </a:p>
        </p:txBody>
      </p:sp>
    </p:spTree>
    <p:extLst>
      <p:ext uri="{BB962C8B-B14F-4D97-AF65-F5344CB8AC3E}">
        <p14:creationId xmlns:p14="http://schemas.microsoft.com/office/powerpoint/2010/main" val="409290585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55246-3C8B-67AD-A7D3-7167E176FBF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158A593-42FA-6914-99CB-9B33C0E4E8FE}"/>
              </a:ext>
            </a:extLst>
          </p:cNvPr>
          <p:cNvSpPr>
            <a:spLocks noGrp="1" noRot="1" noMove="1" noResize="1" noEditPoints="1" noAdjustHandles="1" noChangeArrowheads="1" noChangeShapeType="1"/>
          </p:cNvSpPr>
          <p:nvPr/>
        </p:nvSpPr>
        <p:spPr>
          <a:xfrm>
            <a:off x="0" y="2382339"/>
            <a:ext cx="24384000" cy="11589570"/>
          </a:xfrm>
          <a:prstGeom prst="rect">
            <a:avLst/>
          </a:prstGeom>
          <a:solidFill>
            <a:srgbClr val="254FA1">
              <a:alpha val="65098"/>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550EB50-899A-E8EB-32AB-15B9A927AF64}"/>
              </a:ext>
            </a:extLst>
          </p:cNvPr>
          <p:cNvSpPr>
            <a:spLocks noGrp="1"/>
          </p:cNvSpPr>
          <p:nvPr>
            <p:ph type="title"/>
          </p:nvPr>
        </p:nvSpPr>
        <p:spPr/>
        <p:txBody>
          <a:bodyPr>
            <a:normAutofit fontScale="90000"/>
          </a:bodyPr>
          <a:lstStyle/>
          <a:p>
            <a:r>
              <a:rPr lang="en-US" dirty="0"/>
              <a:t>Menu-Driven Programming</a:t>
            </a:r>
          </a:p>
        </p:txBody>
      </p:sp>
      <p:sp>
        <p:nvSpPr>
          <p:cNvPr id="3" name="Text Placeholder 2">
            <a:extLst>
              <a:ext uri="{FF2B5EF4-FFF2-40B4-BE49-F238E27FC236}">
                <a16:creationId xmlns:a16="http://schemas.microsoft.com/office/drawing/2014/main" id="{90588630-83B1-0665-23AE-4D76A1D491B2}"/>
              </a:ext>
            </a:extLst>
          </p:cNvPr>
          <p:cNvSpPr>
            <a:spLocks noGrp="1"/>
          </p:cNvSpPr>
          <p:nvPr>
            <p:ph type="body" sz="quarter" idx="10"/>
          </p:nvPr>
        </p:nvSpPr>
        <p:spPr/>
        <p:txBody>
          <a:bodyPr/>
          <a:lstStyle/>
          <a:p>
            <a:endParaRPr lang="en-US" dirty="0"/>
          </a:p>
        </p:txBody>
      </p:sp>
      <p:pic>
        <p:nvPicPr>
          <p:cNvPr id="7" name="Picture 6">
            <a:extLst>
              <a:ext uri="{FF2B5EF4-FFF2-40B4-BE49-F238E27FC236}">
                <a16:creationId xmlns:a16="http://schemas.microsoft.com/office/drawing/2014/main" id="{087884BC-05CB-19A5-2F51-7644EEE8D221}"/>
              </a:ext>
            </a:extLst>
          </p:cNvPr>
          <p:cNvPicPr>
            <a:picLocks noChangeAspect="1"/>
          </p:cNvPicPr>
          <p:nvPr/>
        </p:nvPicPr>
        <p:blipFill>
          <a:blip r:embed="rId2"/>
          <a:srcRect t="69256"/>
          <a:stretch>
            <a:fillRect/>
          </a:stretch>
        </p:blipFill>
        <p:spPr>
          <a:xfrm>
            <a:off x="17802626" y="9284339"/>
            <a:ext cx="5720761" cy="3757034"/>
          </a:xfrm>
          <a:prstGeom prst="rect">
            <a:avLst/>
          </a:prstGeom>
        </p:spPr>
      </p:pic>
      <p:pic>
        <p:nvPicPr>
          <p:cNvPr id="9" name="Picture 8">
            <a:extLst>
              <a:ext uri="{FF2B5EF4-FFF2-40B4-BE49-F238E27FC236}">
                <a16:creationId xmlns:a16="http://schemas.microsoft.com/office/drawing/2014/main" id="{D1B34620-944E-CDA2-D448-0BA0A68C37DB}"/>
              </a:ext>
            </a:extLst>
          </p:cNvPr>
          <p:cNvPicPr>
            <a:picLocks noChangeAspect="1"/>
          </p:cNvPicPr>
          <p:nvPr/>
        </p:nvPicPr>
        <p:blipFill>
          <a:blip r:embed="rId3"/>
          <a:srcRect t="68944"/>
          <a:stretch>
            <a:fillRect/>
          </a:stretch>
        </p:blipFill>
        <p:spPr>
          <a:xfrm>
            <a:off x="11121179" y="9284339"/>
            <a:ext cx="6299650" cy="3757034"/>
          </a:xfrm>
          <a:prstGeom prst="rect">
            <a:avLst/>
          </a:prstGeom>
        </p:spPr>
      </p:pic>
      <p:pic>
        <p:nvPicPr>
          <p:cNvPr id="12" name="Picture 11">
            <a:extLst>
              <a:ext uri="{FF2B5EF4-FFF2-40B4-BE49-F238E27FC236}">
                <a16:creationId xmlns:a16="http://schemas.microsoft.com/office/drawing/2014/main" id="{D4E0C6A3-67D6-9061-2AB1-E507F4979096}"/>
              </a:ext>
            </a:extLst>
          </p:cNvPr>
          <p:cNvPicPr>
            <a:picLocks noChangeAspect="1"/>
          </p:cNvPicPr>
          <p:nvPr/>
        </p:nvPicPr>
        <p:blipFill>
          <a:blip r:embed="rId4"/>
          <a:stretch>
            <a:fillRect/>
          </a:stretch>
        </p:blipFill>
        <p:spPr>
          <a:xfrm>
            <a:off x="11121178" y="2998217"/>
            <a:ext cx="12402209" cy="5789312"/>
          </a:xfrm>
          <a:prstGeom prst="rect">
            <a:avLst/>
          </a:prstGeom>
        </p:spPr>
      </p:pic>
      <p:sp>
        <p:nvSpPr>
          <p:cNvPr id="13" name="Content Placeholder 3">
            <a:extLst>
              <a:ext uri="{FF2B5EF4-FFF2-40B4-BE49-F238E27FC236}">
                <a16:creationId xmlns:a16="http://schemas.microsoft.com/office/drawing/2014/main" id="{D9E2E0BE-520E-2BAD-EEE9-8FC6C5F01E4B}"/>
              </a:ext>
            </a:extLst>
          </p:cNvPr>
          <p:cNvSpPr txBox="1">
            <a:spLocks/>
          </p:cNvSpPr>
          <p:nvPr/>
        </p:nvSpPr>
        <p:spPr>
          <a:xfrm>
            <a:off x="2167377" y="4596868"/>
            <a:ext cx="7418297" cy="12434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3200" dirty="0">
                <a:solidFill>
                  <a:schemeClr val="bg1"/>
                </a:solidFill>
                <a:latin typeface="+mj-lt"/>
              </a:rPr>
              <a:t>Look at these examples. What do they have in common?</a:t>
            </a:r>
          </a:p>
        </p:txBody>
      </p:sp>
      <p:sp>
        <p:nvSpPr>
          <p:cNvPr id="4" name="Content Placeholder 3">
            <a:extLst>
              <a:ext uri="{FF2B5EF4-FFF2-40B4-BE49-F238E27FC236}">
                <a16:creationId xmlns:a16="http://schemas.microsoft.com/office/drawing/2014/main" id="{4E608E55-0B2D-3704-8C5C-E703335E4AD1}"/>
              </a:ext>
            </a:extLst>
          </p:cNvPr>
          <p:cNvSpPr txBox="1">
            <a:spLocks/>
          </p:cNvSpPr>
          <p:nvPr/>
        </p:nvSpPr>
        <p:spPr>
          <a:xfrm>
            <a:off x="2106864" y="6992624"/>
            <a:ext cx="7418297" cy="12434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6600" u="sng" dirty="0">
                <a:solidFill>
                  <a:schemeClr val="bg1"/>
                </a:solidFill>
                <a:latin typeface="+mj-lt"/>
              </a:rPr>
              <a:t>They have menu</a:t>
            </a:r>
          </a:p>
        </p:txBody>
      </p:sp>
      <p:sp>
        <p:nvSpPr>
          <p:cNvPr id="6" name="Rectangle 5">
            <a:extLst>
              <a:ext uri="{FF2B5EF4-FFF2-40B4-BE49-F238E27FC236}">
                <a16:creationId xmlns:a16="http://schemas.microsoft.com/office/drawing/2014/main" id="{5A5629AC-4C2F-5CCE-4DE5-C50EEC3E284F}"/>
              </a:ext>
            </a:extLst>
          </p:cNvPr>
          <p:cNvSpPr/>
          <p:nvPr/>
        </p:nvSpPr>
        <p:spPr>
          <a:xfrm>
            <a:off x="10858499" y="8026007"/>
            <a:ext cx="8623301" cy="890842"/>
          </a:xfrm>
          <a:prstGeom prst="rect">
            <a:avLst/>
          </a:prstGeom>
          <a:noFill/>
          <a:ln w="76200">
            <a:solidFill>
              <a:srgbClr val="FF000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mj-lt"/>
                <a:ea typeface="Helvetica Neue Medium"/>
                <a:cs typeface="Helvetica Neue Medium"/>
                <a:sym typeface="Helvetica Neue Medium"/>
              </a:rPr>
              <a:t> </a:t>
            </a:r>
          </a:p>
        </p:txBody>
      </p:sp>
      <p:sp>
        <p:nvSpPr>
          <p:cNvPr id="15" name="Rectangle 14">
            <a:extLst>
              <a:ext uri="{FF2B5EF4-FFF2-40B4-BE49-F238E27FC236}">
                <a16:creationId xmlns:a16="http://schemas.microsoft.com/office/drawing/2014/main" id="{C22990A9-1EDC-55D8-ED0F-E3ABC89EA83F}"/>
              </a:ext>
            </a:extLst>
          </p:cNvPr>
          <p:cNvSpPr/>
          <p:nvPr/>
        </p:nvSpPr>
        <p:spPr>
          <a:xfrm>
            <a:off x="11070245" y="11933732"/>
            <a:ext cx="6407734" cy="1254904"/>
          </a:xfrm>
          <a:prstGeom prst="rect">
            <a:avLst/>
          </a:prstGeom>
          <a:noFill/>
          <a:ln w="76200">
            <a:solidFill>
              <a:srgbClr val="FF000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mj-lt"/>
                <a:ea typeface="Helvetica Neue Medium"/>
                <a:cs typeface="Helvetica Neue Medium"/>
                <a:sym typeface="Helvetica Neue Medium"/>
              </a:rPr>
              <a:t> </a:t>
            </a:r>
          </a:p>
        </p:txBody>
      </p:sp>
      <p:sp>
        <p:nvSpPr>
          <p:cNvPr id="16" name="Rectangle 15">
            <a:extLst>
              <a:ext uri="{FF2B5EF4-FFF2-40B4-BE49-F238E27FC236}">
                <a16:creationId xmlns:a16="http://schemas.microsoft.com/office/drawing/2014/main" id="{D1C245E7-B82A-E9C5-065F-05813A36F2E9}"/>
              </a:ext>
            </a:extLst>
          </p:cNvPr>
          <p:cNvSpPr/>
          <p:nvPr/>
        </p:nvSpPr>
        <p:spPr>
          <a:xfrm>
            <a:off x="17702875" y="11643023"/>
            <a:ext cx="5957226" cy="1254904"/>
          </a:xfrm>
          <a:prstGeom prst="rect">
            <a:avLst/>
          </a:prstGeom>
          <a:noFill/>
          <a:ln w="76200">
            <a:solidFill>
              <a:srgbClr val="FF000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mj-lt"/>
                <a:ea typeface="Helvetica Neue Medium"/>
                <a:cs typeface="Helvetica Neue Medium"/>
                <a:sym typeface="Helvetica Neue Medium"/>
              </a:rPr>
              <a:t> </a:t>
            </a:r>
          </a:p>
        </p:txBody>
      </p:sp>
      <p:sp>
        <p:nvSpPr>
          <p:cNvPr id="17" name="Arrow: Down 16">
            <a:extLst>
              <a:ext uri="{FF2B5EF4-FFF2-40B4-BE49-F238E27FC236}">
                <a16:creationId xmlns:a16="http://schemas.microsoft.com/office/drawing/2014/main" id="{254585A8-6AD7-097D-E535-3D0ACD04ADDD}"/>
              </a:ext>
            </a:extLst>
          </p:cNvPr>
          <p:cNvSpPr/>
          <p:nvPr/>
        </p:nvSpPr>
        <p:spPr>
          <a:xfrm rot="1891659">
            <a:off x="18479887" y="6068194"/>
            <a:ext cx="1169178" cy="1715644"/>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8" name="Arrow: Down 17">
            <a:extLst>
              <a:ext uri="{FF2B5EF4-FFF2-40B4-BE49-F238E27FC236}">
                <a16:creationId xmlns:a16="http://schemas.microsoft.com/office/drawing/2014/main" id="{EE354475-BA44-8FFB-3656-2561D390E7CA}"/>
              </a:ext>
            </a:extLst>
          </p:cNvPr>
          <p:cNvSpPr/>
          <p:nvPr/>
        </p:nvSpPr>
        <p:spPr>
          <a:xfrm rot="1891659">
            <a:off x="21852281" y="9851151"/>
            <a:ext cx="1169178" cy="1715644"/>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9" name="Arrow: Down 18">
            <a:extLst>
              <a:ext uri="{FF2B5EF4-FFF2-40B4-BE49-F238E27FC236}">
                <a16:creationId xmlns:a16="http://schemas.microsoft.com/office/drawing/2014/main" id="{F380C582-6156-787F-960F-45B0649DBAA8}"/>
              </a:ext>
            </a:extLst>
          </p:cNvPr>
          <p:cNvSpPr/>
          <p:nvPr/>
        </p:nvSpPr>
        <p:spPr>
          <a:xfrm rot="1891659">
            <a:off x="15384152" y="10115398"/>
            <a:ext cx="1169178" cy="1715644"/>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21" name="TextBox 20">
            <a:extLst>
              <a:ext uri="{FF2B5EF4-FFF2-40B4-BE49-F238E27FC236}">
                <a16:creationId xmlns:a16="http://schemas.microsoft.com/office/drawing/2014/main" id="{79ADD757-C045-3402-4F24-CBB47C844F30}"/>
              </a:ext>
            </a:extLst>
          </p:cNvPr>
          <p:cNvSpPr txBox="1"/>
          <p:nvPr/>
        </p:nvSpPr>
        <p:spPr>
          <a:xfrm>
            <a:off x="203946" y="12947195"/>
            <a:ext cx="10894360"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2000" dirty="0">
                <a:solidFill>
                  <a:schemeClr val="bg1"/>
                </a:solidFill>
              </a:rPr>
              <a:t>https://homepage.rs/en/blog-en/kako-da-tiktok-postane-deo-vaseg-digitalnog-nastupa/</a:t>
            </a:r>
          </a:p>
          <a:p>
            <a:pPr algn="l"/>
            <a:r>
              <a:rPr lang="en-US" sz="2000" dirty="0">
                <a:solidFill>
                  <a:schemeClr val="bg1"/>
                </a:solidFill>
              </a:rPr>
              <a:t>https://www.businessinsider.com/instagram-redesign-with-reels-and-shop-2020-11</a:t>
            </a:r>
          </a:p>
        </p:txBody>
      </p:sp>
    </p:spTree>
    <p:extLst>
      <p:ext uri="{BB962C8B-B14F-4D97-AF65-F5344CB8AC3E}">
        <p14:creationId xmlns:p14="http://schemas.microsoft.com/office/powerpoint/2010/main" val="31248750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3244-DA7B-5043-AE42-E54C46C35514}"/>
              </a:ext>
            </a:extLst>
          </p:cNvPr>
          <p:cNvSpPr>
            <a:spLocks noGrp="1"/>
          </p:cNvSpPr>
          <p:nvPr>
            <p:ph type="title"/>
          </p:nvPr>
        </p:nvSpPr>
        <p:spPr/>
        <p:txBody>
          <a:bodyPr>
            <a:normAutofit fontScale="90000"/>
          </a:bodyPr>
          <a:lstStyle/>
          <a:p>
            <a:r>
              <a:rPr lang="en-US" dirty="0"/>
              <a:t>Menu-driven programming</a:t>
            </a:r>
          </a:p>
        </p:txBody>
      </p:sp>
      <p:sp>
        <p:nvSpPr>
          <p:cNvPr id="3" name="Text Placeholder 2">
            <a:extLst>
              <a:ext uri="{FF2B5EF4-FFF2-40B4-BE49-F238E27FC236}">
                <a16:creationId xmlns:a16="http://schemas.microsoft.com/office/drawing/2014/main" id="{55B05AAC-4464-2941-6F70-5D308EDF6840}"/>
              </a:ext>
            </a:extLst>
          </p:cNvPr>
          <p:cNvSpPr>
            <a:spLocks noGrp="1"/>
          </p:cNvSpPr>
          <p:nvPr>
            <p:ph type="body" sz="quarter" idx="10"/>
          </p:nvPr>
        </p:nvSpPr>
        <p:spPr/>
        <p:txBody>
          <a:bodyPr/>
          <a:lstStyle/>
          <a:p>
            <a:endParaRPr lang="en-US" dirty="0"/>
          </a:p>
        </p:txBody>
      </p:sp>
      <p:pic>
        <p:nvPicPr>
          <p:cNvPr id="6" name="Picture 5">
            <a:extLst>
              <a:ext uri="{FF2B5EF4-FFF2-40B4-BE49-F238E27FC236}">
                <a16:creationId xmlns:a16="http://schemas.microsoft.com/office/drawing/2014/main" id="{E3C34EBD-46A8-9AAA-C098-16AB7DF45CDB}"/>
              </a:ext>
            </a:extLst>
          </p:cNvPr>
          <p:cNvPicPr>
            <a:picLocks noChangeAspect="1"/>
          </p:cNvPicPr>
          <p:nvPr/>
        </p:nvPicPr>
        <p:blipFill>
          <a:blip r:embed="rId2"/>
          <a:stretch>
            <a:fillRect/>
          </a:stretch>
        </p:blipFill>
        <p:spPr>
          <a:xfrm>
            <a:off x="882163" y="3442443"/>
            <a:ext cx="22619674" cy="2277038"/>
          </a:xfrm>
          <a:prstGeom prst="rect">
            <a:avLst/>
          </a:prstGeom>
        </p:spPr>
      </p:pic>
      <p:sp>
        <p:nvSpPr>
          <p:cNvPr id="7" name="Content Placeholder 3">
            <a:extLst>
              <a:ext uri="{FF2B5EF4-FFF2-40B4-BE49-F238E27FC236}">
                <a16:creationId xmlns:a16="http://schemas.microsoft.com/office/drawing/2014/main" id="{253A981C-8B85-A728-D412-4714B4B72C65}"/>
              </a:ext>
            </a:extLst>
          </p:cNvPr>
          <p:cNvSpPr txBox="1">
            <a:spLocks/>
          </p:cNvSpPr>
          <p:nvPr/>
        </p:nvSpPr>
        <p:spPr>
          <a:xfrm>
            <a:off x="2167377" y="6174656"/>
            <a:ext cx="19688576" cy="65731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3200" dirty="0">
                <a:latin typeface="+mj-lt"/>
              </a:rPr>
              <a:t>Microsoft Word have ribbons and commands grouped within each tab. These categorization helps user with navigating around tools necessary to work with Microsoft Word.</a:t>
            </a:r>
          </a:p>
          <a:p>
            <a:pPr marL="0" indent="0">
              <a:buNone/>
            </a:pPr>
            <a:r>
              <a:rPr lang="en-US" sz="3200" dirty="0">
                <a:latin typeface="+mj-lt"/>
              </a:rPr>
              <a:t>Imagine if they are combined into one single tab. Several issues that will appear are:</a:t>
            </a:r>
          </a:p>
          <a:p>
            <a:pPr marL="514350" indent="-514350">
              <a:buSzPct val="100000"/>
              <a:buAutoNum type="arabicPeriod"/>
            </a:pPr>
            <a:r>
              <a:rPr lang="en-US" sz="3200" u="sng" dirty="0">
                <a:latin typeface="+mj-lt"/>
              </a:rPr>
              <a:t>Massive cognitive overload </a:t>
            </a:r>
            <a:r>
              <a:rPr lang="en-US" sz="3200" dirty="0">
                <a:latin typeface="+mj-lt"/>
              </a:rPr>
              <a:t>because everything is displayed at once. This in turn creates </a:t>
            </a:r>
            <a:r>
              <a:rPr lang="en-US" sz="3200" u="sng" dirty="0">
                <a:latin typeface="+mj-lt"/>
              </a:rPr>
              <a:t>slower working pace</a:t>
            </a:r>
            <a:r>
              <a:rPr lang="en-US" sz="3200" dirty="0">
                <a:latin typeface="+mj-lt"/>
              </a:rPr>
              <a:t>, </a:t>
            </a:r>
            <a:r>
              <a:rPr lang="en-US" sz="3200" u="sng" dirty="0">
                <a:latin typeface="+mj-lt"/>
              </a:rPr>
              <a:t>accessibility issue</a:t>
            </a:r>
            <a:r>
              <a:rPr lang="en-US" sz="3200" dirty="0">
                <a:latin typeface="+mj-lt"/>
              </a:rPr>
              <a:t>, and </a:t>
            </a:r>
            <a:r>
              <a:rPr lang="en-US" sz="3200" u="sng" dirty="0">
                <a:latin typeface="+mj-lt"/>
              </a:rPr>
              <a:t>steeper learning curve</a:t>
            </a:r>
            <a:r>
              <a:rPr lang="en-US" sz="3200" dirty="0">
                <a:latin typeface="+mj-lt"/>
              </a:rPr>
              <a:t>.</a:t>
            </a:r>
          </a:p>
          <a:p>
            <a:pPr marL="514350" indent="-514350">
              <a:buSzPct val="100000"/>
              <a:buAutoNum type="arabicPeriod"/>
            </a:pPr>
            <a:r>
              <a:rPr lang="en-US" sz="3200" dirty="0">
                <a:latin typeface="+mj-lt"/>
              </a:rPr>
              <a:t>This hefty number of features compiled into one means either the </a:t>
            </a:r>
            <a:r>
              <a:rPr lang="en-US" sz="3200" u="sng" dirty="0">
                <a:latin typeface="+mj-lt"/>
              </a:rPr>
              <a:t>ribbons will occupy significant amount of space</a:t>
            </a:r>
            <a:r>
              <a:rPr lang="en-US" sz="3200" dirty="0">
                <a:latin typeface="+mj-lt"/>
              </a:rPr>
              <a:t>, or </a:t>
            </a:r>
            <a:r>
              <a:rPr lang="en-US" sz="3200" u="sng" dirty="0">
                <a:latin typeface="+mj-lt"/>
              </a:rPr>
              <a:t>it has to occupy very small scrollable space</a:t>
            </a:r>
            <a:r>
              <a:rPr lang="en-US" sz="3200" dirty="0">
                <a:latin typeface="+mj-lt"/>
              </a:rPr>
              <a:t>. Both of which are still detrimental.</a:t>
            </a:r>
          </a:p>
        </p:txBody>
      </p:sp>
    </p:spTree>
    <p:extLst>
      <p:ext uri="{BB962C8B-B14F-4D97-AF65-F5344CB8AC3E}">
        <p14:creationId xmlns:p14="http://schemas.microsoft.com/office/powerpoint/2010/main" val="21310954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9EE16-D1FF-F75C-3FA4-C7856CEBF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73073-F63E-1CDB-941B-279B2A99ED0A}"/>
              </a:ext>
            </a:extLst>
          </p:cNvPr>
          <p:cNvSpPr>
            <a:spLocks noGrp="1"/>
          </p:cNvSpPr>
          <p:nvPr>
            <p:ph type="title"/>
          </p:nvPr>
        </p:nvSpPr>
        <p:spPr/>
        <p:txBody>
          <a:bodyPr>
            <a:normAutofit fontScale="90000"/>
          </a:bodyPr>
          <a:lstStyle/>
          <a:p>
            <a:r>
              <a:rPr lang="en-US" dirty="0"/>
              <a:t>menu-driven programming</a:t>
            </a:r>
          </a:p>
        </p:txBody>
      </p:sp>
      <p:sp>
        <p:nvSpPr>
          <p:cNvPr id="3" name="Text Placeholder 2">
            <a:extLst>
              <a:ext uri="{FF2B5EF4-FFF2-40B4-BE49-F238E27FC236}">
                <a16:creationId xmlns:a16="http://schemas.microsoft.com/office/drawing/2014/main" id="{86ECD6A4-6FC8-1922-30A4-39A4648E938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0C5FCA4-EDAB-C9E0-9ACF-08E9ABA7C2CD}"/>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Although we understand the importance of menus using previous examples, they are all GUIs. Menu-driven programming focuses on using </a:t>
            </a:r>
            <a:r>
              <a:rPr lang="en-US" sz="3200" b="1" dirty="0">
                <a:latin typeface="+mj-lt"/>
              </a:rPr>
              <a:t>numbers</a:t>
            </a:r>
            <a:r>
              <a:rPr lang="en-US" sz="3200" dirty="0">
                <a:latin typeface="+mj-lt"/>
              </a:rPr>
              <a:t> to navigate through the offered services. One example of menu-driven programming is Unstructured Supplementary Service Data (USSD). Try it now: Dial your cellular provider’s USSD (*888# or *123# , etc.).</a:t>
            </a:r>
          </a:p>
        </p:txBody>
      </p:sp>
      <p:pic>
        <p:nvPicPr>
          <p:cNvPr id="5" name="Picture 4" descr="Daftar Kode USSD Paket Internet Telkomsel Terbaru">
            <a:extLst>
              <a:ext uri="{FF2B5EF4-FFF2-40B4-BE49-F238E27FC236}">
                <a16:creationId xmlns:a16="http://schemas.microsoft.com/office/drawing/2014/main" id="{EA277100-CDD7-6C75-BB0B-82C1A2302019}"/>
              </a:ext>
            </a:extLst>
          </p:cNvPr>
          <p:cNvPicPr>
            <a:picLocks noChangeAspect="1"/>
          </p:cNvPicPr>
          <p:nvPr/>
        </p:nvPicPr>
        <p:blipFill>
          <a:blip r:embed="rId2"/>
          <a:stretch>
            <a:fillRect/>
          </a:stretch>
        </p:blipFill>
        <p:spPr>
          <a:xfrm>
            <a:off x="7401401" y="6858000"/>
            <a:ext cx="9581198" cy="6387466"/>
          </a:xfrm>
          <a:prstGeom prst="rect">
            <a:avLst/>
          </a:prstGeom>
        </p:spPr>
      </p:pic>
    </p:spTree>
    <p:extLst>
      <p:ext uri="{BB962C8B-B14F-4D97-AF65-F5344CB8AC3E}">
        <p14:creationId xmlns:p14="http://schemas.microsoft.com/office/powerpoint/2010/main" val="264138170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EFB00-B167-BB9A-B564-55FA8570F7E1}"/>
              </a:ext>
            </a:extLst>
          </p:cNvPr>
          <p:cNvSpPr>
            <a:spLocks noGrp="1"/>
          </p:cNvSpPr>
          <p:nvPr>
            <p:ph type="title"/>
          </p:nvPr>
        </p:nvSpPr>
        <p:spPr/>
        <p:txBody>
          <a:bodyPr/>
          <a:lstStyle/>
          <a:p>
            <a:r>
              <a:rPr lang="en-US" dirty="0"/>
              <a:t>File Concepts</a:t>
            </a:r>
          </a:p>
        </p:txBody>
      </p:sp>
    </p:spTree>
    <p:extLst>
      <p:ext uri="{BB962C8B-B14F-4D97-AF65-F5344CB8AC3E}">
        <p14:creationId xmlns:p14="http://schemas.microsoft.com/office/powerpoint/2010/main" val="364148105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52B38-D5EB-B853-8642-8D33352E2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E8C32-24A2-0ED8-5B24-C916CB66B668}"/>
              </a:ext>
            </a:extLst>
          </p:cNvPr>
          <p:cNvSpPr>
            <a:spLocks noGrp="1"/>
          </p:cNvSpPr>
          <p:nvPr>
            <p:ph type="title"/>
          </p:nvPr>
        </p:nvSpPr>
        <p:spPr/>
        <p:txBody>
          <a:bodyPr>
            <a:normAutofit fontScale="90000"/>
          </a:bodyPr>
          <a:lstStyle/>
          <a:p>
            <a:r>
              <a:rPr lang="en-US" dirty="0"/>
              <a:t>File Concepts</a:t>
            </a:r>
          </a:p>
        </p:txBody>
      </p:sp>
      <p:sp>
        <p:nvSpPr>
          <p:cNvPr id="3" name="Text Placeholder 2">
            <a:extLst>
              <a:ext uri="{FF2B5EF4-FFF2-40B4-BE49-F238E27FC236}">
                <a16:creationId xmlns:a16="http://schemas.microsoft.com/office/drawing/2014/main" id="{5242412F-294D-ED15-66CF-0E83CC585E9E}"/>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17B6912-BFC3-39DE-940C-70A688A71FAE}"/>
              </a:ext>
            </a:extLst>
          </p:cNvPr>
          <p:cNvSpPr txBox="1">
            <a:spLocks/>
          </p:cNvSpPr>
          <p:nvPr/>
        </p:nvSpPr>
        <p:spPr>
          <a:xfrm>
            <a:off x="2167377" y="3502714"/>
            <a:ext cx="11891523" cy="54507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File within this context refers to how a program stores its memory. Various data types are popular to store information, such as CSV, JSON, YAML, DB, etc.</a:t>
            </a:r>
          </a:p>
          <a:p>
            <a:pPr marL="0" indent="0">
              <a:lnSpc>
                <a:spcPct val="150000"/>
              </a:lnSpc>
              <a:buNone/>
            </a:pPr>
            <a:r>
              <a:rPr lang="en-US" sz="3200" dirty="0">
                <a:latin typeface="+mj-lt"/>
              </a:rPr>
              <a:t>File is not bounded to full text with configurations. Even common file type is counted as storage: Images, Videos, Audios, and so forth.</a:t>
            </a:r>
          </a:p>
        </p:txBody>
      </p:sp>
      <p:pic>
        <p:nvPicPr>
          <p:cNvPr id="8" name="Picture 7" descr="File Types Icons Stock Illustrations – 1,711 File Types Icons Stock  Illustrations, Vectors &amp; Clipart - Dreamstime">
            <a:extLst>
              <a:ext uri="{FF2B5EF4-FFF2-40B4-BE49-F238E27FC236}">
                <a16:creationId xmlns:a16="http://schemas.microsoft.com/office/drawing/2014/main" id="{6752B1B8-E910-8F99-BFE6-4D41B33F6673}"/>
              </a:ext>
            </a:extLst>
          </p:cNvPr>
          <p:cNvPicPr>
            <a:picLocks noChangeAspect="1"/>
          </p:cNvPicPr>
          <p:nvPr/>
        </p:nvPicPr>
        <p:blipFill>
          <a:blip r:embed="rId2"/>
          <a:stretch>
            <a:fillRect/>
          </a:stretch>
        </p:blipFill>
        <p:spPr>
          <a:xfrm>
            <a:off x="14213896" y="2310631"/>
            <a:ext cx="9282853" cy="10821979"/>
          </a:xfrm>
          <a:prstGeom prst="rect">
            <a:avLst/>
          </a:prstGeom>
        </p:spPr>
      </p:pic>
      <p:sp>
        <p:nvSpPr>
          <p:cNvPr id="10" name="TextBox 9">
            <a:extLst>
              <a:ext uri="{FF2B5EF4-FFF2-40B4-BE49-F238E27FC236}">
                <a16:creationId xmlns:a16="http://schemas.microsoft.com/office/drawing/2014/main" id="{3BCDC1A9-E5BF-0873-D0E4-C1D8FADD4DFF}"/>
              </a:ext>
            </a:extLst>
          </p:cNvPr>
          <p:cNvSpPr txBox="1"/>
          <p:nvPr/>
        </p:nvSpPr>
        <p:spPr>
          <a:xfrm>
            <a:off x="1592102" y="13211995"/>
            <a:ext cx="22296598"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dirty="0">
                <a:solidFill>
                  <a:schemeClr val="bg2">
                    <a:lumMod val="75000"/>
                  </a:schemeClr>
                </a:solidFill>
              </a:rPr>
              <a:t>https://www.dreamstime.com/stock-illustration-flat-file-types-icons-archive-vector-audio-image-system-document-formats-set-colored-image93717400</a:t>
            </a:r>
          </a:p>
        </p:txBody>
      </p:sp>
    </p:spTree>
    <p:extLst>
      <p:ext uri="{BB962C8B-B14F-4D97-AF65-F5344CB8AC3E}">
        <p14:creationId xmlns:p14="http://schemas.microsoft.com/office/powerpoint/2010/main" val="48622470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79961-2EF8-9FED-6E7F-553E07272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B3688-C477-A4CC-71F1-9AEAD0B32FC4}"/>
              </a:ext>
            </a:extLst>
          </p:cNvPr>
          <p:cNvSpPr>
            <a:spLocks noGrp="1"/>
          </p:cNvSpPr>
          <p:nvPr>
            <p:ph type="title"/>
          </p:nvPr>
        </p:nvSpPr>
        <p:spPr/>
        <p:txBody>
          <a:bodyPr>
            <a:normAutofit fontScale="90000"/>
          </a:bodyPr>
          <a:lstStyle/>
          <a:p>
            <a:r>
              <a:rPr lang="en-US" dirty="0"/>
              <a:t>File Concepts</a:t>
            </a:r>
          </a:p>
        </p:txBody>
      </p:sp>
      <p:sp>
        <p:nvSpPr>
          <p:cNvPr id="3" name="Text Placeholder 2">
            <a:extLst>
              <a:ext uri="{FF2B5EF4-FFF2-40B4-BE49-F238E27FC236}">
                <a16:creationId xmlns:a16="http://schemas.microsoft.com/office/drawing/2014/main" id="{2B376F73-FAFF-E018-8C60-C2A426F98A1F}"/>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9C25FBA5-FCCB-5673-D865-5A20F9EDBD9F}"/>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A storing system within the application must be consistent: it stores what it will receive. Any missing value caused by mishandling the file can result fatal.</a:t>
            </a:r>
          </a:p>
          <a:p>
            <a:pPr marL="0" indent="0">
              <a:lnSpc>
                <a:spcPct val="150000"/>
              </a:lnSpc>
              <a:buNone/>
            </a:pPr>
            <a:r>
              <a:rPr lang="en-US" sz="3200" dirty="0">
                <a:latin typeface="+mj-lt"/>
              </a:rPr>
              <a:t>These scenarios are possible thanks to data mishandling:</a:t>
            </a:r>
          </a:p>
          <a:p>
            <a:pPr>
              <a:spcBef>
                <a:spcPts val="1200"/>
              </a:spcBef>
            </a:pPr>
            <a:r>
              <a:rPr lang="en-US" sz="3200" dirty="0">
                <a:latin typeface="+mj-lt"/>
              </a:rPr>
              <a:t>When your gaming account lost some of its IAP (in-app purchase)</a:t>
            </a:r>
          </a:p>
          <a:p>
            <a:pPr>
              <a:spcBef>
                <a:spcPts val="1200"/>
              </a:spcBef>
            </a:pPr>
            <a:r>
              <a:rPr lang="en-US" sz="3200" dirty="0">
                <a:latin typeface="+mj-lt"/>
              </a:rPr>
              <a:t>When part of your investment in your mobile banking gone</a:t>
            </a:r>
          </a:p>
          <a:p>
            <a:pPr>
              <a:spcBef>
                <a:spcPts val="1200"/>
              </a:spcBef>
            </a:pPr>
            <a:r>
              <a:rPr lang="en-US" sz="3200" dirty="0">
                <a:latin typeface="+mj-lt"/>
              </a:rPr>
              <a:t>When your transaction in online shop disappears (harmful to vendor)</a:t>
            </a:r>
          </a:p>
        </p:txBody>
      </p:sp>
    </p:spTree>
    <p:extLst>
      <p:ext uri="{BB962C8B-B14F-4D97-AF65-F5344CB8AC3E}">
        <p14:creationId xmlns:p14="http://schemas.microsoft.com/office/powerpoint/2010/main" val="147402233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AA6C-CCA9-275D-745D-8377035C1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95436-E7F7-A820-CDEB-898FDD7A4383}"/>
              </a:ext>
            </a:extLst>
          </p:cNvPr>
          <p:cNvSpPr>
            <a:spLocks noGrp="1"/>
          </p:cNvSpPr>
          <p:nvPr>
            <p:ph type="title"/>
          </p:nvPr>
        </p:nvSpPr>
        <p:spPr/>
        <p:txBody>
          <a:bodyPr>
            <a:normAutofit fontScale="90000"/>
          </a:bodyPr>
          <a:lstStyle/>
          <a:p>
            <a:r>
              <a:rPr lang="en-US" dirty="0"/>
              <a:t>File Concepts</a:t>
            </a:r>
          </a:p>
        </p:txBody>
      </p:sp>
      <p:sp>
        <p:nvSpPr>
          <p:cNvPr id="3" name="Text Placeholder 2">
            <a:extLst>
              <a:ext uri="{FF2B5EF4-FFF2-40B4-BE49-F238E27FC236}">
                <a16:creationId xmlns:a16="http://schemas.microsoft.com/office/drawing/2014/main" id="{E7BF04DD-F93C-0F02-7082-3F8C72823BD5}"/>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224A27E8-CA35-FF96-247A-01C4236E6FC9}"/>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It’s best to think (even copy) what your data </a:t>
            </a:r>
            <a:r>
              <a:rPr lang="en-US" sz="3200" b="1" dirty="0">
                <a:latin typeface="+mj-lt"/>
              </a:rPr>
              <a:t>saves</a:t>
            </a:r>
            <a:r>
              <a:rPr lang="en-US" sz="3200" dirty="0">
                <a:latin typeface="+mj-lt"/>
              </a:rPr>
              <a:t> to create a </a:t>
            </a:r>
            <a:r>
              <a:rPr lang="en-US" sz="3200" b="1" dirty="0">
                <a:latin typeface="+mj-lt"/>
              </a:rPr>
              <a:t>load </a:t>
            </a:r>
            <a:r>
              <a:rPr lang="en-US" sz="3200" dirty="0">
                <a:latin typeface="+mj-lt"/>
              </a:rPr>
              <a:t>function.</a:t>
            </a:r>
          </a:p>
        </p:txBody>
      </p:sp>
      <p:sp>
        <p:nvSpPr>
          <p:cNvPr id="6" name="TextBox 5">
            <a:extLst>
              <a:ext uri="{FF2B5EF4-FFF2-40B4-BE49-F238E27FC236}">
                <a16:creationId xmlns:a16="http://schemas.microsoft.com/office/drawing/2014/main" id="{334DE761-5400-42D7-D463-48F1A38F73DD}"/>
              </a:ext>
            </a:extLst>
          </p:cNvPr>
          <p:cNvSpPr txBox="1"/>
          <p:nvPr/>
        </p:nvSpPr>
        <p:spPr>
          <a:xfrm>
            <a:off x="6096000" y="13060903"/>
            <a:ext cx="12192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i="0" dirty="0">
                <a:solidFill>
                  <a:schemeClr val="bg2">
                    <a:lumMod val="75000"/>
                  </a:schemeClr>
                </a:solidFill>
                <a:effectLst/>
                <a:latin typeface="+mj-lt"/>
              </a:rPr>
              <a:t>10.5281/zenodo.3960218</a:t>
            </a:r>
            <a:endParaRPr lang="en-US" dirty="0">
              <a:solidFill>
                <a:schemeClr val="bg2">
                  <a:lumMod val="75000"/>
                </a:schemeClr>
              </a:solidFill>
              <a:latin typeface="+mj-lt"/>
            </a:endParaRPr>
          </a:p>
        </p:txBody>
      </p:sp>
      <p:pic>
        <p:nvPicPr>
          <p:cNvPr id="11" name="Picture 10">
            <a:extLst>
              <a:ext uri="{FF2B5EF4-FFF2-40B4-BE49-F238E27FC236}">
                <a16:creationId xmlns:a16="http://schemas.microsoft.com/office/drawing/2014/main" id="{33A2CC59-DAAF-EAB0-1EE5-B02A0C98D929}"/>
              </a:ext>
            </a:extLst>
          </p:cNvPr>
          <p:cNvPicPr>
            <a:picLocks noChangeAspect="1"/>
          </p:cNvPicPr>
          <p:nvPr/>
        </p:nvPicPr>
        <p:blipFill>
          <a:blip r:embed="rId2"/>
          <a:stretch>
            <a:fillRect/>
          </a:stretch>
        </p:blipFill>
        <p:spPr>
          <a:xfrm>
            <a:off x="15592899" y="6183119"/>
            <a:ext cx="6801799" cy="3077004"/>
          </a:xfrm>
          <a:prstGeom prst="rect">
            <a:avLst/>
          </a:prstGeom>
        </p:spPr>
      </p:pic>
      <p:sp>
        <p:nvSpPr>
          <p:cNvPr id="12" name="TextBox 11">
            <a:extLst>
              <a:ext uri="{FF2B5EF4-FFF2-40B4-BE49-F238E27FC236}">
                <a16:creationId xmlns:a16="http://schemas.microsoft.com/office/drawing/2014/main" id="{5B368704-B106-C6BA-493C-16FF20C388D6}"/>
              </a:ext>
            </a:extLst>
          </p:cNvPr>
          <p:cNvSpPr txBox="1"/>
          <p:nvPr/>
        </p:nvSpPr>
        <p:spPr>
          <a:xfrm>
            <a:off x="16882946" y="9352731"/>
            <a:ext cx="422170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600" dirty="0">
                <a:solidFill>
                  <a:srgbClr val="212121"/>
                </a:solidFill>
                <a:latin typeface="+mj-lt"/>
              </a:rPr>
              <a:t>penguins.csv</a:t>
            </a:r>
          </a:p>
        </p:txBody>
      </p:sp>
      <p:pic>
        <p:nvPicPr>
          <p:cNvPr id="14" name="Graphic 13" descr="Computer with solid fill">
            <a:extLst>
              <a:ext uri="{FF2B5EF4-FFF2-40B4-BE49-F238E27FC236}">
                <a16:creationId xmlns:a16="http://schemas.microsoft.com/office/drawing/2014/main" id="{ADC1A9BE-0E20-2053-9CB7-23B730E543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1350" y="5943600"/>
            <a:ext cx="3790950" cy="3790950"/>
          </a:xfrm>
          <a:prstGeom prst="rect">
            <a:avLst/>
          </a:prstGeom>
        </p:spPr>
      </p:pic>
      <p:sp>
        <p:nvSpPr>
          <p:cNvPr id="15" name="Arc 14">
            <a:extLst>
              <a:ext uri="{FF2B5EF4-FFF2-40B4-BE49-F238E27FC236}">
                <a16:creationId xmlns:a16="http://schemas.microsoft.com/office/drawing/2014/main" id="{1D2ADAD9-401E-2FAC-CDE8-3AB95AEB49DB}"/>
              </a:ext>
            </a:extLst>
          </p:cNvPr>
          <p:cNvSpPr/>
          <p:nvPr/>
        </p:nvSpPr>
        <p:spPr>
          <a:xfrm rot="16200000">
            <a:off x="9920566" y="4142571"/>
            <a:ext cx="2442669" cy="8339200"/>
          </a:xfrm>
          <a:prstGeom prst="arc">
            <a:avLst>
              <a:gd name="adj1" fmla="val 16739592"/>
              <a:gd name="adj2" fmla="val 4934366"/>
            </a:avLst>
          </a:prstGeom>
          <a:noFill/>
          <a:ln w="1270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6" name="Content Placeholder 3">
            <a:extLst>
              <a:ext uri="{FF2B5EF4-FFF2-40B4-BE49-F238E27FC236}">
                <a16:creationId xmlns:a16="http://schemas.microsoft.com/office/drawing/2014/main" id="{9C07EF11-715E-E6E8-3079-94B253FB2DEA}"/>
              </a:ext>
            </a:extLst>
          </p:cNvPr>
          <p:cNvSpPr txBox="1">
            <a:spLocks/>
          </p:cNvSpPr>
          <p:nvPr/>
        </p:nvSpPr>
        <p:spPr>
          <a:xfrm>
            <a:off x="6834439" y="5435414"/>
            <a:ext cx="8614923" cy="28451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lnSpc>
                <a:spcPct val="150000"/>
              </a:lnSpc>
              <a:buNone/>
            </a:pPr>
            <a:r>
              <a:rPr lang="en-US" sz="3200" dirty="0">
                <a:latin typeface="+mj-lt"/>
              </a:rPr>
              <a:t>“I need to store </a:t>
            </a:r>
            <a:r>
              <a:rPr lang="en-US" sz="3200" b="1" dirty="0">
                <a:latin typeface="+mj-lt"/>
              </a:rPr>
              <a:t>species, island, body mass(g), sex,</a:t>
            </a:r>
            <a:r>
              <a:rPr lang="en-US" sz="3200" dirty="0">
                <a:latin typeface="+mj-lt"/>
              </a:rPr>
              <a:t> and</a:t>
            </a:r>
            <a:r>
              <a:rPr lang="en-US" sz="3200" b="1" dirty="0">
                <a:latin typeface="+mj-lt"/>
              </a:rPr>
              <a:t> year</a:t>
            </a:r>
            <a:r>
              <a:rPr lang="en-US" sz="3200" dirty="0">
                <a:latin typeface="+mj-lt"/>
              </a:rPr>
              <a:t>”</a:t>
            </a:r>
          </a:p>
        </p:txBody>
      </p:sp>
      <p:sp>
        <p:nvSpPr>
          <p:cNvPr id="17" name="Content Placeholder 3">
            <a:extLst>
              <a:ext uri="{FF2B5EF4-FFF2-40B4-BE49-F238E27FC236}">
                <a16:creationId xmlns:a16="http://schemas.microsoft.com/office/drawing/2014/main" id="{1138358F-4506-8052-5338-F3D7AFC665CD}"/>
              </a:ext>
            </a:extLst>
          </p:cNvPr>
          <p:cNvSpPr txBox="1">
            <a:spLocks/>
          </p:cNvSpPr>
          <p:nvPr/>
        </p:nvSpPr>
        <p:spPr>
          <a:xfrm>
            <a:off x="6977976" y="9137842"/>
            <a:ext cx="8614923" cy="28451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lnSpc>
                <a:spcPct val="150000"/>
              </a:lnSpc>
              <a:buNone/>
            </a:pPr>
            <a:r>
              <a:rPr lang="en-US" sz="3200" dirty="0">
                <a:latin typeface="+mj-lt"/>
              </a:rPr>
              <a:t>“I must load </a:t>
            </a:r>
            <a:r>
              <a:rPr lang="en-US" sz="3200" b="1" dirty="0">
                <a:latin typeface="+mj-lt"/>
              </a:rPr>
              <a:t>species, island, body mass(g), sex,</a:t>
            </a:r>
            <a:r>
              <a:rPr lang="en-US" sz="3200" dirty="0">
                <a:latin typeface="+mj-lt"/>
              </a:rPr>
              <a:t> and</a:t>
            </a:r>
            <a:r>
              <a:rPr lang="en-US" sz="3200" b="1" dirty="0">
                <a:latin typeface="+mj-lt"/>
              </a:rPr>
              <a:t> year</a:t>
            </a:r>
            <a:r>
              <a:rPr lang="en-US" sz="3200" dirty="0">
                <a:latin typeface="+mj-lt"/>
              </a:rPr>
              <a:t>”</a:t>
            </a:r>
          </a:p>
        </p:txBody>
      </p:sp>
      <p:sp>
        <p:nvSpPr>
          <p:cNvPr id="18" name="Arc 17">
            <a:extLst>
              <a:ext uri="{FF2B5EF4-FFF2-40B4-BE49-F238E27FC236}">
                <a16:creationId xmlns:a16="http://schemas.microsoft.com/office/drawing/2014/main" id="{C30867DD-2399-12C3-A321-6DF7E8E1BB9D}"/>
              </a:ext>
            </a:extLst>
          </p:cNvPr>
          <p:cNvSpPr/>
          <p:nvPr/>
        </p:nvSpPr>
        <p:spPr>
          <a:xfrm rot="5400000">
            <a:off x="9920566" y="3650986"/>
            <a:ext cx="2442669" cy="8339200"/>
          </a:xfrm>
          <a:prstGeom prst="arc">
            <a:avLst>
              <a:gd name="adj1" fmla="val 16739592"/>
              <a:gd name="adj2" fmla="val 4934366"/>
            </a:avLst>
          </a:prstGeom>
          <a:noFill/>
          <a:ln w="1270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11851890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BCAFF-287E-5EC8-B5D1-E81FE2714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AE4EF-83B1-15CC-8819-5204F43DB842}"/>
              </a:ext>
            </a:extLst>
          </p:cNvPr>
          <p:cNvSpPr>
            <a:spLocks noGrp="1"/>
          </p:cNvSpPr>
          <p:nvPr>
            <p:ph type="title"/>
          </p:nvPr>
        </p:nvSpPr>
        <p:spPr/>
        <p:txBody>
          <a:bodyPr>
            <a:normAutofit fontScale="90000"/>
          </a:bodyPr>
          <a:lstStyle/>
          <a:p>
            <a:r>
              <a:rPr lang="en-US" dirty="0"/>
              <a:t>File Concepts</a:t>
            </a:r>
          </a:p>
        </p:txBody>
      </p:sp>
      <p:sp>
        <p:nvSpPr>
          <p:cNvPr id="3" name="Text Placeholder 2">
            <a:extLst>
              <a:ext uri="{FF2B5EF4-FFF2-40B4-BE49-F238E27FC236}">
                <a16:creationId xmlns:a16="http://schemas.microsoft.com/office/drawing/2014/main" id="{7F9A8D60-C90E-0848-E5BC-F3944442AFBA}"/>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2B10EEEB-07DE-F210-E69D-1287F66CD5EC}"/>
              </a:ext>
            </a:extLst>
          </p:cNvPr>
          <p:cNvSpPr txBox="1">
            <a:spLocks/>
          </p:cNvSpPr>
          <p:nvPr/>
        </p:nvSpPr>
        <p:spPr>
          <a:xfrm>
            <a:off x="2167377" y="3502714"/>
            <a:ext cx="11358123" cy="93750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Usually you will work with text-based data. Such data consists of several components:</a:t>
            </a:r>
          </a:p>
          <a:p>
            <a:pPr>
              <a:lnSpc>
                <a:spcPct val="150000"/>
              </a:lnSpc>
            </a:pPr>
            <a:r>
              <a:rPr lang="en-US" sz="3200" dirty="0">
                <a:latin typeface="+mj-lt"/>
              </a:rPr>
              <a:t>File name: The name, including the extension, of the file</a:t>
            </a:r>
          </a:p>
          <a:p>
            <a:r>
              <a:rPr lang="en-US" sz="3200" dirty="0">
                <a:latin typeface="+mj-lt"/>
              </a:rPr>
              <a:t>Header: The name of each column</a:t>
            </a:r>
          </a:p>
          <a:p>
            <a:r>
              <a:rPr lang="en-US" sz="3200" dirty="0">
                <a:latin typeface="+mj-lt"/>
              </a:rPr>
              <a:t>Data rows: What is stored in the file</a:t>
            </a:r>
          </a:p>
          <a:p>
            <a:r>
              <a:rPr lang="en-US" sz="3200" dirty="0">
                <a:latin typeface="+mj-lt"/>
              </a:rPr>
              <a:t>EOF: End of File</a:t>
            </a:r>
          </a:p>
          <a:p>
            <a:pPr marL="0" indent="0">
              <a:lnSpc>
                <a:spcPct val="150000"/>
              </a:lnSpc>
              <a:buNone/>
            </a:pPr>
            <a:r>
              <a:rPr lang="en-US" sz="3200" b="1" u="sng" dirty="0">
                <a:latin typeface="+mj-lt"/>
              </a:rPr>
              <a:t>Tip:</a:t>
            </a:r>
            <a:r>
              <a:rPr lang="en-US" sz="3200" dirty="0">
                <a:latin typeface="+mj-lt"/>
              </a:rPr>
              <a:t> You can use the header as the variable name for your program, provided no </a:t>
            </a:r>
            <a:r>
              <a:rPr lang="en-US" sz="3200" dirty="0" err="1">
                <a:latin typeface="+mj-lt"/>
              </a:rPr>
              <a:t>varname</a:t>
            </a:r>
            <a:r>
              <a:rPr lang="en-US" sz="3200" dirty="0">
                <a:latin typeface="+mj-lt"/>
              </a:rPr>
              <a:t> conflict exists.</a:t>
            </a:r>
            <a:endParaRPr lang="en-US" sz="3200" b="1" u="sng" dirty="0">
              <a:latin typeface="+mj-lt"/>
            </a:endParaRPr>
          </a:p>
        </p:txBody>
      </p:sp>
      <p:pic>
        <p:nvPicPr>
          <p:cNvPr id="7" name="Picture 6">
            <a:extLst>
              <a:ext uri="{FF2B5EF4-FFF2-40B4-BE49-F238E27FC236}">
                <a16:creationId xmlns:a16="http://schemas.microsoft.com/office/drawing/2014/main" id="{7511C6BE-6672-E93A-5AAC-75EA73113F89}"/>
              </a:ext>
            </a:extLst>
          </p:cNvPr>
          <p:cNvPicPr>
            <a:picLocks noChangeAspect="1"/>
          </p:cNvPicPr>
          <p:nvPr/>
        </p:nvPicPr>
        <p:blipFill>
          <a:blip r:embed="rId3"/>
          <a:stretch>
            <a:fillRect/>
          </a:stretch>
        </p:blipFill>
        <p:spPr>
          <a:xfrm>
            <a:off x="18359277" y="6302640"/>
            <a:ext cx="4897715" cy="4653845"/>
          </a:xfrm>
          <a:prstGeom prst="rect">
            <a:avLst/>
          </a:prstGeom>
        </p:spPr>
      </p:pic>
      <p:sp>
        <p:nvSpPr>
          <p:cNvPr id="8" name="Content Placeholder 3">
            <a:extLst>
              <a:ext uri="{FF2B5EF4-FFF2-40B4-BE49-F238E27FC236}">
                <a16:creationId xmlns:a16="http://schemas.microsoft.com/office/drawing/2014/main" id="{ED830EDA-6EB6-DCC5-07D5-6FCAAFAE59BE}"/>
              </a:ext>
            </a:extLst>
          </p:cNvPr>
          <p:cNvSpPr txBox="1">
            <a:spLocks/>
          </p:cNvSpPr>
          <p:nvPr/>
        </p:nvSpPr>
        <p:spPr>
          <a:xfrm>
            <a:off x="18824772" y="5425522"/>
            <a:ext cx="3966723" cy="954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data_mahasiswa.csv</a:t>
            </a:r>
          </a:p>
        </p:txBody>
      </p:sp>
      <p:sp>
        <p:nvSpPr>
          <p:cNvPr id="9" name="Arrow: Down 8">
            <a:extLst>
              <a:ext uri="{FF2B5EF4-FFF2-40B4-BE49-F238E27FC236}">
                <a16:creationId xmlns:a16="http://schemas.microsoft.com/office/drawing/2014/main" id="{36AF556D-7625-124E-4B19-9509AE3161C4}"/>
              </a:ext>
            </a:extLst>
          </p:cNvPr>
          <p:cNvSpPr/>
          <p:nvPr/>
        </p:nvSpPr>
        <p:spPr>
          <a:xfrm rot="1891659">
            <a:off x="20685174" y="3969374"/>
            <a:ext cx="1169178" cy="1715644"/>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212121"/>
              </a:solidFill>
              <a:effectLst/>
              <a:uFillTx/>
              <a:latin typeface="+mj-lt"/>
              <a:ea typeface="Helvetica Neue Medium"/>
              <a:cs typeface="Helvetica Neue Medium"/>
              <a:sym typeface="Helvetica Neue Medium"/>
            </a:endParaRPr>
          </a:p>
        </p:txBody>
      </p:sp>
      <p:sp>
        <p:nvSpPr>
          <p:cNvPr id="10" name="Content Placeholder 3">
            <a:extLst>
              <a:ext uri="{FF2B5EF4-FFF2-40B4-BE49-F238E27FC236}">
                <a16:creationId xmlns:a16="http://schemas.microsoft.com/office/drawing/2014/main" id="{1162E7C6-FA2D-BB62-1A2A-9DF1527498B4}"/>
              </a:ext>
            </a:extLst>
          </p:cNvPr>
          <p:cNvSpPr txBox="1">
            <a:spLocks/>
          </p:cNvSpPr>
          <p:nvPr/>
        </p:nvSpPr>
        <p:spPr>
          <a:xfrm>
            <a:off x="20417277" y="3092297"/>
            <a:ext cx="2099823" cy="954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File name</a:t>
            </a:r>
          </a:p>
        </p:txBody>
      </p:sp>
      <p:sp>
        <p:nvSpPr>
          <p:cNvPr id="13" name="Arrow: Down 12">
            <a:extLst>
              <a:ext uri="{FF2B5EF4-FFF2-40B4-BE49-F238E27FC236}">
                <a16:creationId xmlns:a16="http://schemas.microsoft.com/office/drawing/2014/main" id="{130FBB39-AAA9-5F26-3F6A-C31F1B75055E}"/>
              </a:ext>
            </a:extLst>
          </p:cNvPr>
          <p:cNvSpPr/>
          <p:nvPr/>
        </p:nvSpPr>
        <p:spPr>
          <a:xfrm rot="17236477">
            <a:off x="16692414" y="5558826"/>
            <a:ext cx="1169178" cy="1715644"/>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212121"/>
              </a:solidFill>
              <a:effectLst/>
              <a:uFillTx/>
              <a:latin typeface="+mj-lt"/>
              <a:ea typeface="Helvetica Neue Medium"/>
              <a:cs typeface="Helvetica Neue Medium"/>
              <a:sym typeface="Helvetica Neue Medium"/>
            </a:endParaRPr>
          </a:p>
        </p:txBody>
      </p:sp>
      <p:sp>
        <p:nvSpPr>
          <p:cNvPr id="19" name="Content Placeholder 3">
            <a:extLst>
              <a:ext uri="{FF2B5EF4-FFF2-40B4-BE49-F238E27FC236}">
                <a16:creationId xmlns:a16="http://schemas.microsoft.com/office/drawing/2014/main" id="{B615EEA4-88F7-5307-44BF-E66E12C014C5}"/>
              </a:ext>
            </a:extLst>
          </p:cNvPr>
          <p:cNvSpPr txBox="1">
            <a:spLocks/>
          </p:cNvSpPr>
          <p:nvPr/>
        </p:nvSpPr>
        <p:spPr>
          <a:xfrm>
            <a:off x="14698278" y="5648552"/>
            <a:ext cx="1515407" cy="954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Header</a:t>
            </a:r>
          </a:p>
        </p:txBody>
      </p:sp>
      <p:sp>
        <p:nvSpPr>
          <p:cNvPr id="20" name="Left Brace 19">
            <a:extLst>
              <a:ext uri="{FF2B5EF4-FFF2-40B4-BE49-F238E27FC236}">
                <a16:creationId xmlns:a16="http://schemas.microsoft.com/office/drawing/2014/main" id="{E95F81A9-B9FB-B71F-B0DC-CF4F63936439}"/>
              </a:ext>
            </a:extLst>
          </p:cNvPr>
          <p:cNvSpPr/>
          <p:nvPr/>
        </p:nvSpPr>
        <p:spPr>
          <a:xfrm>
            <a:off x="16882946" y="7600950"/>
            <a:ext cx="990600" cy="1625904"/>
          </a:xfrm>
          <a:prstGeom prst="leftBrace">
            <a:avLst/>
          </a:prstGeom>
          <a:noFill/>
          <a:ln w="73025"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212121"/>
              </a:solidFill>
              <a:effectLst/>
              <a:uFillTx/>
            </a:endParaRPr>
          </a:p>
        </p:txBody>
      </p:sp>
      <p:sp>
        <p:nvSpPr>
          <p:cNvPr id="21" name="Content Placeholder 3">
            <a:extLst>
              <a:ext uri="{FF2B5EF4-FFF2-40B4-BE49-F238E27FC236}">
                <a16:creationId xmlns:a16="http://schemas.microsoft.com/office/drawing/2014/main" id="{A332E6AE-7026-6915-ED7D-C5D9AB25A89D}"/>
              </a:ext>
            </a:extLst>
          </p:cNvPr>
          <p:cNvSpPr txBox="1">
            <a:spLocks/>
          </p:cNvSpPr>
          <p:nvPr/>
        </p:nvSpPr>
        <p:spPr>
          <a:xfrm>
            <a:off x="14585404" y="7936409"/>
            <a:ext cx="2385984" cy="8075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Data rows</a:t>
            </a:r>
          </a:p>
        </p:txBody>
      </p:sp>
      <p:sp>
        <p:nvSpPr>
          <p:cNvPr id="22" name="Arrow: Down 21">
            <a:extLst>
              <a:ext uri="{FF2B5EF4-FFF2-40B4-BE49-F238E27FC236}">
                <a16:creationId xmlns:a16="http://schemas.microsoft.com/office/drawing/2014/main" id="{BCD2725F-91F5-4AAD-FD1C-C0AC9922E7E1}"/>
              </a:ext>
            </a:extLst>
          </p:cNvPr>
          <p:cNvSpPr/>
          <p:nvPr/>
        </p:nvSpPr>
        <p:spPr>
          <a:xfrm rot="15493169">
            <a:off x="16692414" y="9593135"/>
            <a:ext cx="1169178" cy="1715644"/>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2800" b="0" i="0" u="none" strike="noStrike" cap="none" spc="0" normalizeH="0" baseline="0">
              <a:ln>
                <a:noFill/>
              </a:ln>
              <a:solidFill>
                <a:srgbClr val="212121"/>
              </a:solidFill>
              <a:effectLst/>
              <a:uFillTx/>
              <a:latin typeface="+mj-lt"/>
              <a:ea typeface="Helvetica Neue Medium"/>
              <a:cs typeface="Helvetica Neue Medium"/>
              <a:sym typeface="Helvetica Neue Medium"/>
            </a:endParaRPr>
          </a:p>
        </p:txBody>
      </p:sp>
      <p:sp>
        <p:nvSpPr>
          <p:cNvPr id="23" name="Content Placeholder 3">
            <a:extLst>
              <a:ext uri="{FF2B5EF4-FFF2-40B4-BE49-F238E27FC236}">
                <a16:creationId xmlns:a16="http://schemas.microsoft.com/office/drawing/2014/main" id="{E7F33108-C361-E6AB-3AA8-24E5CE12E766}"/>
              </a:ext>
            </a:extLst>
          </p:cNvPr>
          <p:cNvSpPr txBox="1">
            <a:spLocks/>
          </p:cNvSpPr>
          <p:nvPr/>
        </p:nvSpPr>
        <p:spPr>
          <a:xfrm>
            <a:off x="15059801" y="10231704"/>
            <a:ext cx="1515407" cy="954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4000" dirty="0">
                <a:latin typeface="+mj-lt"/>
              </a:rPr>
              <a:t>EOF</a:t>
            </a:r>
          </a:p>
        </p:txBody>
      </p:sp>
    </p:spTree>
    <p:extLst>
      <p:ext uri="{BB962C8B-B14F-4D97-AF65-F5344CB8AC3E}">
        <p14:creationId xmlns:p14="http://schemas.microsoft.com/office/powerpoint/2010/main" val="104258743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AA942-5DF6-0F6B-F02A-A533670D0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AB852-8891-6889-4A2B-78D9DF302230}"/>
              </a:ext>
            </a:extLst>
          </p:cNvPr>
          <p:cNvSpPr>
            <a:spLocks noGrp="1"/>
          </p:cNvSpPr>
          <p:nvPr>
            <p:ph type="title"/>
          </p:nvPr>
        </p:nvSpPr>
        <p:spPr/>
        <p:txBody>
          <a:bodyPr>
            <a:normAutofit fontScale="90000"/>
          </a:bodyPr>
          <a:lstStyle/>
          <a:p>
            <a:r>
              <a:rPr lang="en-US" dirty="0"/>
              <a:t>Accessing files</a:t>
            </a:r>
          </a:p>
        </p:txBody>
      </p:sp>
      <p:sp>
        <p:nvSpPr>
          <p:cNvPr id="3" name="Text Placeholder 2">
            <a:extLst>
              <a:ext uri="{FF2B5EF4-FFF2-40B4-BE49-F238E27FC236}">
                <a16:creationId xmlns:a16="http://schemas.microsoft.com/office/drawing/2014/main" id="{191D7D55-F812-264F-35A0-C388A3C30113}"/>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CAC12CAF-BA00-E800-F4F4-2689325FD548}"/>
              </a:ext>
            </a:extLst>
          </p:cNvPr>
          <p:cNvSpPr txBox="1">
            <a:spLocks/>
          </p:cNvSpPr>
          <p:nvPr/>
        </p:nvSpPr>
        <p:spPr>
          <a:xfrm>
            <a:off x="2167377" y="3502714"/>
            <a:ext cx="21054573" cy="93750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There are two types of accessing file: writing (save) and reading (load). </a:t>
            </a:r>
            <a:r>
              <a:rPr lang="en-US" sz="3200" u="sng" dirty="0">
                <a:latin typeface="+mj-lt"/>
              </a:rPr>
              <a:t>It’s possible to do both within one process, but </a:t>
            </a:r>
            <a:r>
              <a:rPr lang="en-US" sz="3200" b="1" u="sng" dirty="0">
                <a:latin typeface="+mj-lt"/>
              </a:rPr>
              <a:t>it’s best to separate writing and reading process</a:t>
            </a:r>
            <a:r>
              <a:rPr lang="en-US" sz="3200" u="sng" dirty="0">
                <a:latin typeface="+mj-lt"/>
              </a:rPr>
              <a:t>. </a:t>
            </a:r>
            <a:r>
              <a:rPr lang="en-US" sz="3200" dirty="0">
                <a:latin typeface="+mj-lt"/>
              </a:rPr>
              <a:t>Either way, you will need to file name.</a:t>
            </a:r>
          </a:p>
          <a:p>
            <a:pPr marL="0" indent="0">
              <a:lnSpc>
                <a:spcPct val="150000"/>
              </a:lnSpc>
              <a:buNone/>
            </a:pPr>
            <a:r>
              <a:rPr lang="en-US" sz="3200" dirty="0">
                <a:latin typeface="+mj-lt"/>
              </a:rPr>
              <a:t>Both writing and reading have the same “logical flow”: (1) </a:t>
            </a:r>
            <a:r>
              <a:rPr lang="en-US" sz="3200" b="1" dirty="0">
                <a:latin typeface="+mj-lt"/>
              </a:rPr>
              <a:t>Declare</a:t>
            </a:r>
            <a:r>
              <a:rPr lang="en-US" sz="3200" dirty="0">
                <a:latin typeface="+mj-lt"/>
              </a:rPr>
              <a:t> the file variable, (2) </a:t>
            </a:r>
            <a:r>
              <a:rPr lang="en-US" sz="3200" b="1" dirty="0">
                <a:latin typeface="+mj-lt"/>
              </a:rPr>
              <a:t>Open</a:t>
            </a:r>
            <a:r>
              <a:rPr lang="en-US" sz="3200" dirty="0">
                <a:latin typeface="+mj-lt"/>
              </a:rPr>
              <a:t> the file using file name, (3) </a:t>
            </a:r>
            <a:r>
              <a:rPr lang="en-US" sz="3200" b="1" dirty="0">
                <a:latin typeface="+mj-lt"/>
              </a:rPr>
              <a:t>Process</a:t>
            </a:r>
            <a:r>
              <a:rPr lang="en-US" sz="3200" dirty="0">
                <a:latin typeface="+mj-lt"/>
              </a:rPr>
              <a:t> the file, (4) </a:t>
            </a:r>
            <a:r>
              <a:rPr lang="en-US" sz="3200" b="1" dirty="0">
                <a:latin typeface="+mj-lt"/>
              </a:rPr>
              <a:t>Close</a:t>
            </a:r>
            <a:r>
              <a:rPr lang="en-US" sz="3200" dirty="0">
                <a:latin typeface="+mj-lt"/>
              </a:rPr>
              <a:t> the file. Much like terminal symbol, </a:t>
            </a:r>
            <a:r>
              <a:rPr lang="en-US" sz="3200" b="1" dirty="0">
                <a:latin typeface="+mj-lt"/>
              </a:rPr>
              <a:t>open/close pair must exist in your flowchart. </a:t>
            </a:r>
            <a:r>
              <a:rPr lang="en-US" sz="3200" dirty="0">
                <a:latin typeface="+mj-lt"/>
              </a:rPr>
              <a:t>File processing is considered a process, therefore read/write uses </a:t>
            </a:r>
            <a:r>
              <a:rPr lang="en-US" sz="3200" b="1" dirty="0">
                <a:latin typeface="+mj-lt"/>
              </a:rPr>
              <a:t>rectangle shape.</a:t>
            </a:r>
          </a:p>
          <a:p>
            <a:pPr marL="0" indent="0">
              <a:lnSpc>
                <a:spcPct val="150000"/>
              </a:lnSpc>
              <a:buNone/>
            </a:pPr>
            <a:r>
              <a:rPr lang="en-US" sz="3200" dirty="0">
                <a:latin typeface="+mj-lt"/>
              </a:rPr>
              <a:t>For declaring the file variable, you can use </a:t>
            </a:r>
            <a:r>
              <a:rPr lang="en-US" sz="3200" b="1" dirty="0">
                <a:latin typeface="+mj-lt"/>
              </a:rPr>
              <a:t>Declare [</a:t>
            </a:r>
            <a:r>
              <a:rPr lang="en-US" sz="3200" b="1" dirty="0" err="1">
                <a:latin typeface="+mj-lt"/>
              </a:rPr>
              <a:t>InputFile</a:t>
            </a:r>
            <a:r>
              <a:rPr lang="en-US" sz="3200" b="1" dirty="0">
                <a:latin typeface="+mj-lt"/>
              </a:rPr>
              <a:t>/</a:t>
            </a:r>
            <a:r>
              <a:rPr lang="en-US" sz="3200" b="1" dirty="0" err="1">
                <a:latin typeface="+mj-lt"/>
              </a:rPr>
              <a:t>OutputFile</a:t>
            </a:r>
            <a:r>
              <a:rPr lang="en-US" sz="3200" b="1" dirty="0">
                <a:latin typeface="+mj-lt"/>
              </a:rPr>
              <a:t>] [Mode] [</a:t>
            </a:r>
            <a:r>
              <a:rPr lang="en-US" sz="3200" b="1" dirty="0" err="1">
                <a:latin typeface="+mj-lt"/>
              </a:rPr>
              <a:t>varname</a:t>
            </a:r>
            <a:r>
              <a:rPr lang="en-US" sz="3200" b="1" dirty="0">
                <a:latin typeface="+mj-lt"/>
              </a:rPr>
              <a:t>].</a:t>
            </a:r>
            <a:r>
              <a:rPr lang="en-US" sz="3200" dirty="0">
                <a:latin typeface="+mj-lt"/>
              </a:rPr>
              <a:t> [Mode] is used for writing: </a:t>
            </a:r>
            <a:r>
              <a:rPr lang="en-US" sz="3200" dirty="0" err="1">
                <a:latin typeface="+mj-lt"/>
              </a:rPr>
              <a:t>WriteMode</a:t>
            </a:r>
            <a:r>
              <a:rPr lang="en-US" sz="3200" dirty="0">
                <a:latin typeface="+mj-lt"/>
              </a:rPr>
              <a:t> or </a:t>
            </a:r>
            <a:r>
              <a:rPr lang="en-US" sz="3200" dirty="0" err="1">
                <a:latin typeface="+mj-lt"/>
              </a:rPr>
              <a:t>AppendMode</a:t>
            </a:r>
            <a:r>
              <a:rPr lang="en-US" sz="3200" dirty="0">
                <a:latin typeface="+mj-lt"/>
              </a:rPr>
              <a:t>.</a:t>
            </a:r>
            <a:endParaRPr lang="en-US" sz="3200" b="1" dirty="0">
              <a:latin typeface="+mj-lt"/>
            </a:endParaRPr>
          </a:p>
          <a:p>
            <a:pPr marL="0" indent="0">
              <a:lnSpc>
                <a:spcPct val="150000"/>
              </a:lnSpc>
              <a:buNone/>
            </a:pPr>
            <a:endParaRPr lang="en-US" sz="3200" dirty="0">
              <a:latin typeface="+mj-lt"/>
            </a:endParaRPr>
          </a:p>
        </p:txBody>
      </p:sp>
      <p:sp>
        <p:nvSpPr>
          <p:cNvPr id="5" name="Rectangle 4">
            <a:extLst>
              <a:ext uri="{FF2B5EF4-FFF2-40B4-BE49-F238E27FC236}">
                <a16:creationId xmlns:a16="http://schemas.microsoft.com/office/drawing/2014/main" id="{14D86187-D093-672B-02A4-4D77445B8F1F}"/>
              </a:ext>
            </a:extLst>
          </p:cNvPr>
          <p:cNvSpPr/>
          <p:nvPr/>
        </p:nvSpPr>
        <p:spPr>
          <a:xfrm>
            <a:off x="5213730" y="10249868"/>
            <a:ext cx="4257283" cy="2092808"/>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b="1" dirty="0">
                <a:solidFill>
                  <a:schemeClr val="tx1">
                    <a:lumMod val="50000"/>
                  </a:schemeClr>
                </a:solidFill>
                <a:latin typeface="+mj-lt"/>
                <a:sym typeface="Helvetica Neue Medium"/>
              </a:rPr>
              <a:t>Declare </a:t>
            </a:r>
            <a:r>
              <a:rPr lang="en-US" sz="3200" b="1" dirty="0" err="1">
                <a:solidFill>
                  <a:schemeClr val="tx1">
                    <a:lumMod val="50000"/>
                  </a:schemeClr>
                </a:solidFill>
                <a:latin typeface="+mj-lt"/>
                <a:sym typeface="Helvetica Neue Medium"/>
              </a:rPr>
              <a:t>OutputFile</a:t>
            </a:r>
            <a:r>
              <a:rPr lang="en-US" sz="3200" b="1" dirty="0">
                <a:solidFill>
                  <a:schemeClr val="tx1">
                    <a:lumMod val="50000"/>
                  </a:schemeClr>
                </a:solidFill>
                <a:latin typeface="+mj-lt"/>
                <a:sym typeface="Helvetica Neue Medium"/>
              </a:rPr>
              <a:t> </a:t>
            </a:r>
            <a:r>
              <a:rPr lang="en-US" sz="3200" b="1" dirty="0" err="1">
                <a:solidFill>
                  <a:schemeClr val="tx1">
                    <a:lumMod val="50000"/>
                  </a:schemeClr>
                </a:solidFill>
                <a:latin typeface="+mj-lt"/>
                <a:sym typeface="Helvetica Neue Medium"/>
              </a:rPr>
              <a:t>dataVar</a:t>
            </a:r>
            <a:endParaRPr lang="en-US" sz="3200" b="1" dirty="0">
              <a:solidFill>
                <a:schemeClr val="tx1">
                  <a:lumMod val="50000"/>
                </a:schemeClr>
              </a:solidFill>
              <a:latin typeface="+mj-lt"/>
              <a:sym typeface="Helvetica Neue Medium"/>
            </a:endParaRPr>
          </a:p>
        </p:txBody>
      </p:sp>
      <p:sp>
        <p:nvSpPr>
          <p:cNvPr id="6" name="Rectangle 5">
            <a:extLst>
              <a:ext uri="{FF2B5EF4-FFF2-40B4-BE49-F238E27FC236}">
                <a16:creationId xmlns:a16="http://schemas.microsoft.com/office/drawing/2014/main" id="{5D6091F6-D7F2-2C4F-6BC9-653C4D83075C}"/>
              </a:ext>
            </a:extLst>
          </p:cNvPr>
          <p:cNvSpPr/>
          <p:nvPr/>
        </p:nvSpPr>
        <p:spPr>
          <a:xfrm>
            <a:off x="14997939" y="10249868"/>
            <a:ext cx="4257283" cy="2092808"/>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b="1" dirty="0">
                <a:solidFill>
                  <a:schemeClr val="tx1">
                    <a:lumMod val="50000"/>
                  </a:schemeClr>
                </a:solidFill>
                <a:latin typeface="+mj-lt"/>
                <a:sym typeface="Helvetica Neue Medium"/>
              </a:rPr>
              <a:t>Declare </a:t>
            </a:r>
            <a:r>
              <a:rPr lang="en-US" sz="3200" b="1" dirty="0" err="1">
                <a:solidFill>
                  <a:schemeClr val="tx1">
                    <a:lumMod val="50000"/>
                  </a:schemeClr>
                </a:solidFill>
                <a:latin typeface="+mj-lt"/>
                <a:sym typeface="Helvetica Neue Medium"/>
              </a:rPr>
              <a:t>InputFile</a:t>
            </a:r>
            <a:r>
              <a:rPr lang="en-US" sz="3200" b="1" dirty="0">
                <a:solidFill>
                  <a:schemeClr val="tx1">
                    <a:lumMod val="50000"/>
                  </a:schemeClr>
                </a:solidFill>
                <a:latin typeface="+mj-lt"/>
                <a:sym typeface="Helvetica Neue Medium"/>
              </a:rPr>
              <a:t> </a:t>
            </a:r>
            <a:r>
              <a:rPr lang="en-US" sz="3200" b="1" dirty="0" err="1">
                <a:solidFill>
                  <a:schemeClr val="tx1">
                    <a:lumMod val="50000"/>
                  </a:schemeClr>
                </a:solidFill>
                <a:latin typeface="+mj-lt"/>
                <a:sym typeface="Helvetica Neue Medium"/>
              </a:rPr>
              <a:t>dataVar</a:t>
            </a:r>
            <a:endParaRPr lang="en-US" sz="3200" b="1" dirty="0">
              <a:solidFill>
                <a:schemeClr val="tx1">
                  <a:lumMod val="50000"/>
                </a:schemeClr>
              </a:solidFill>
              <a:latin typeface="+mj-lt"/>
              <a:sym typeface="Helvetica Neue Medium"/>
            </a:endParaRPr>
          </a:p>
        </p:txBody>
      </p:sp>
      <p:sp>
        <p:nvSpPr>
          <p:cNvPr id="11" name="Content Placeholder 3">
            <a:extLst>
              <a:ext uri="{FF2B5EF4-FFF2-40B4-BE49-F238E27FC236}">
                <a16:creationId xmlns:a16="http://schemas.microsoft.com/office/drawing/2014/main" id="{348F8605-BDE1-2A14-1147-EA280E69C0F5}"/>
              </a:ext>
            </a:extLst>
          </p:cNvPr>
          <p:cNvSpPr txBox="1">
            <a:spLocks/>
          </p:cNvSpPr>
          <p:nvPr/>
        </p:nvSpPr>
        <p:spPr>
          <a:xfrm>
            <a:off x="5359009" y="12460982"/>
            <a:ext cx="3966723" cy="954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lnSpc>
                <a:spcPct val="150000"/>
              </a:lnSpc>
              <a:buNone/>
            </a:pPr>
            <a:r>
              <a:rPr lang="en-US" sz="3200" dirty="0">
                <a:latin typeface="+mj-lt"/>
              </a:rPr>
              <a:t>Used for writing</a:t>
            </a:r>
          </a:p>
        </p:txBody>
      </p:sp>
      <p:sp>
        <p:nvSpPr>
          <p:cNvPr id="12" name="Content Placeholder 3">
            <a:extLst>
              <a:ext uri="{FF2B5EF4-FFF2-40B4-BE49-F238E27FC236}">
                <a16:creationId xmlns:a16="http://schemas.microsoft.com/office/drawing/2014/main" id="{B22AFF04-9E74-BB0F-C6A1-4351C6A1BDDC}"/>
              </a:ext>
            </a:extLst>
          </p:cNvPr>
          <p:cNvSpPr txBox="1">
            <a:spLocks/>
          </p:cNvSpPr>
          <p:nvPr/>
        </p:nvSpPr>
        <p:spPr>
          <a:xfrm>
            <a:off x="15143219" y="12462316"/>
            <a:ext cx="3966723" cy="954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lnSpc>
                <a:spcPct val="150000"/>
              </a:lnSpc>
              <a:buNone/>
            </a:pPr>
            <a:r>
              <a:rPr lang="en-US" sz="3200" dirty="0">
                <a:latin typeface="+mj-lt"/>
              </a:rPr>
              <a:t>Used for reading</a:t>
            </a:r>
          </a:p>
        </p:txBody>
      </p:sp>
      <p:sp>
        <p:nvSpPr>
          <p:cNvPr id="16" name="Rectangle 15">
            <a:extLst>
              <a:ext uri="{FF2B5EF4-FFF2-40B4-BE49-F238E27FC236}">
                <a16:creationId xmlns:a16="http://schemas.microsoft.com/office/drawing/2014/main" id="{F0355C33-A0D2-5C59-82D0-9397D1FA6439}"/>
              </a:ext>
            </a:extLst>
          </p:cNvPr>
          <p:cNvSpPr/>
          <p:nvPr/>
        </p:nvSpPr>
        <p:spPr>
          <a:xfrm>
            <a:off x="10033195" y="10249868"/>
            <a:ext cx="4257283" cy="2092808"/>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b="1" dirty="0">
                <a:solidFill>
                  <a:schemeClr val="tx1">
                    <a:lumMod val="50000"/>
                  </a:schemeClr>
                </a:solidFill>
                <a:latin typeface="+mj-lt"/>
                <a:sym typeface="Helvetica Neue Medium"/>
              </a:rPr>
              <a:t>Declare </a:t>
            </a:r>
            <a:r>
              <a:rPr lang="en-US" sz="3200" b="1" dirty="0" err="1">
                <a:solidFill>
                  <a:schemeClr val="tx1">
                    <a:lumMod val="50000"/>
                  </a:schemeClr>
                </a:solidFill>
                <a:latin typeface="+mj-lt"/>
                <a:sym typeface="Helvetica Neue Medium"/>
              </a:rPr>
              <a:t>OutputFile</a:t>
            </a:r>
            <a:r>
              <a:rPr lang="en-US" sz="3200" b="1" dirty="0">
                <a:solidFill>
                  <a:schemeClr val="tx1">
                    <a:lumMod val="50000"/>
                  </a:schemeClr>
                </a:solidFill>
                <a:latin typeface="+mj-lt"/>
                <a:sym typeface="Helvetica Neue Medium"/>
              </a:rPr>
              <a:t> </a:t>
            </a:r>
            <a:r>
              <a:rPr lang="en-US" sz="3200" b="1" dirty="0" err="1">
                <a:solidFill>
                  <a:schemeClr val="tx1">
                    <a:lumMod val="50000"/>
                  </a:schemeClr>
                </a:solidFill>
                <a:latin typeface="+mj-lt"/>
                <a:sym typeface="Helvetica Neue Medium"/>
              </a:rPr>
              <a:t>AppendMode</a:t>
            </a:r>
            <a:r>
              <a:rPr lang="en-US" sz="3200" b="1" dirty="0">
                <a:solidFill>
                  <a:schemeClr val="tx1">
                    <a:lumMod val="50000"/>
                  </a:schemeClr>
                </a:solidFill>
                <a:latin typeface="+mj-lt"/>
                <a:sym typeface="Helvetica Neue Medium"/>
              </a:rPr>
              <a:t> </a:t>
            </a:r>
            <a:r>
              <a:rPr lang="en-US" sz="3200" b="1" dirty="0" err="1">
                <a:solidFill>
                  <a:schemeClr val="tx1">
                    <a:lumMod val="50000"/>
                  </a:schemeClr>
                </a:solidFill>
                <a:latin typeface="+mj-lt"/>
                <a:sym typeface="Helvetica Neue Medium"/>
              </a:rPr>
              <a:t>dataVar</a:t>
            </a:r>
            <a:endParaRPr lang="en-US" sz="3200" b="1" dirty="0">
              <a:solidFill>
                <a:schemeClr val="tx1">
                  <a:lumMod val="50000"/>
                </a:schemeClr>
              </a:solidFill>
              <a:latin typeface="+mj-lt"/>
              <a:sym typeface="Helvetica Neue Medium"/>
            </a:endParaRPr>
          </a:p>
        </p:txBody>
      </p:sp>
      <p:sp>
        <p:nvSpPr>
          <p:cNvPr id="17" name="Content Placeholder 3">
            <a:extLst>
              <a:ext uri="{FF2B5EF4-FFF2-40B4-BE49-F238E27FC236}">
                <a16:creationId xmlns:a16="http://schemas.microsoft.com/office/drawing/2014/main" id="{EB86E60D-15AD-58AA-DED7-49AD73FE664C}"/>
              </a:ext>
            </a:extLst>
          </p:cNvPr>
          <p:cNvSpPr txBox="1">
            <a:spLocks/>
          </p:cNvSpPr>
          <p:nvPr/>
        </p:nvSpPr>
        <p:spPr>
          <a:xfrm>
            <a:off x="10178474" y="12460982"/>
            <a:ext cx="3966723" cy="954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lnSpc>
                <a:spcPct val="150000"/>
              </a:lnSpc>
              <a:buNone/>
            </a:pPr>
            <a:r>
              <a:rPr lang="en-US" sz="3200" dirty="0">
                <a:latin typeface="+mj-lt"/>
              </a:rPr>
              <a:t>Used for append</a:t>
            </a:r>
          </a:p>
        </p:txBody>
      </p:sp>
    </p:spTree>
    <p:extLst>
      <p:ext uri="{BB962C8B-B14F-4D97-AF65-F5344CB8AC3E}">
        <p14:creationId xmlns:p14="http://schemas.microsoft.com/office/powerpoint/2010/main" val="372639028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3DDBA-A635-91D1-3BE2-3B3DB2C01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2321E-277C-EE42-FC92-128E24B7F1C3}"/>
              </a:ext>
            </a:extLst>
          </p:cNvPr>
          <p:cNvSpPr>
            <a:spLocks noGrp="1"/>
          </p:cNvSpPr>
          <p:nvPr>
            <p:ph type="title"/>
          </p:nvPr>
        </p:nvSpPr>
        <p:spPr/>
        <p:txBody>
          <a:bodyPr>
            <a:normAutofit fontScale="90000"/>
          </a:bodyPr>
          <a:lstStyle/>
          <a:p>
            <a:r>
              <a:rPr lang="en-US" dirty="0"/>
              <a:t>WRITING INTO FILE</a:t>
            </a:r>
          </a:p>
        </p:txBody>
      </p:sp>
      <p:sp>
        <p:nvSpPr>
          <p:cNvPr id="3" name="Text Placeholder 2">
            <a:extLst>
              <a:ext uri="{FF2B5EF4-FFF2-40B4-BE49-F238E27FC236}">
                <a16:creationId xmlns:a16="http://schemas.microsoft.com/office/drawing/2014/main" id="{A0A9E1BC-3169-B1E0-8E82-11D8FEE55652}"/>
              </a:ext>
            </a:extLst>
          </p:cNvPr>
          <p:cNvSpPr>
            <a:spLocks noGrp="1"/>
          </p:cNvSpPr>
          <p:nvPr>
            <p:ph type="body" sz="quarter" idx="10"/>
          </p:nvPr>
        </p:nvSpPr>
        <p:spPr/>
        <p:txBody>
          <a:bodyPr/>
          <a:lstStyle/>
          <a:p>
            <a:endParaRPr lang="en-US"/>
          </a:p>
        </p:txBody>
      </p:sp>
      <p:sp>
        <p:nvSpPr>
          <p:cNvPr id="5" name="Content Placeholder 3">
            <a:extLst>
              <a:ext uri="{FF2B5EF4-FFF2-40B4-BE49-F238E27FC236}">
                <a16:creationId xmlns:a16="http://schemas.microsoft.com/office/drawing/2014/main" id="{17BD200A-AE22-D037-A301-8E8B38F09D9C}"/>
              </a:ext>
            </a:extLst>
          </p:cNvPr>
          <p:cNvSpPr txBox="1">
            <a:spLocks/>
          </p:cNvSpPr>
          <p:nvPr/>
        </p:nvSpPr>
        <p:spPr>
          <a:xfrm>
            <a:off x="2167377" y="3502714"/>
            <a:ext cx="21054573" cy="93750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When you are going to write into the file, follow the syntax:</a:t>
            </a:r>
          </a:p>
          <a:p>
            <a:pPr marL="0" indent="0" algn="ctr">
              <a:lnSpc>
                <a:spcPct val="150000"/>
              </a:lnSpc>
              <a:spcBef>
                <a:spcPts val="0"/>
              </a:spcBef>
              <a:buNone/>
            </a:pPr>
            <a:r>
              <a:rPr lang="en-US" sz="3200" b="1" dirty="0">
                <a:latin typeface="+mj-lt"/>
              </a:rPr>
              <a:t>Write [</a:t>
            </a:r>
            <a:r>
              <a:rPr lang="en-US" sz="3200" b="1" dirty="0" err="1">
                <a:latin typeface="+mj-lt"/>
              </a:rPr>
              <a:t>varname</a:t>
            </a:r>
            <a:r>
              <a:rPr lang="en-US" sz="3200" b="1" dirty="0">
                <a:latin typeface="+mj-lt"/>
              </a:rPr>
              <a:t>] [list of </a:t>
            </a:r>
            <a:r>
              <a:rPr lang="en-US" sz="3200" b="1" dirty="0" err="1">
                <a:latin typeface="+mj-lt"/>
              </a:rPr>
              <a:t>varnames</a:t>
            </a:r>
            <a:r>
              <a:rPr lang="en-US" sz="3200" b="1" dirty="0">
                <a:latin typeface="+mj-lt"/>
              </a:rPr>
              <a:t> that are going to be saved, separated by commas]</a:t>
            </a:r>
          </a:p>
        </p:txBody>
      </p:sp>
      <p:sp>
        <p:nvSpPr>
          <p:cNvPr id="6" name="Rectangle: Rounded Corners 5">
            <a:extLst>
              <a:ext uri="{FF2B5EF4-FFF2-40B4-BE49-F238E27FC236}">
                <a16:creationId xmlns:a16="http://schemas.microsoft.com/office/drawing/2014/main" id="{4AD034AD-C8B6-8245-D5CB-663700CCB924}"/>
              </a:ext>
            </a:extLst>
          </p:cNvPr>
          <p:cNvSpPr/>
          <p:nvPr/>
        </p:nvSpPr>
        <p:spPr>
          <a:xfrm>
            <a:off x="15271473" y="11682404"/>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8" name="Rectangle: Rounded Corners 7">
            <a:extLst>
              <a:ext uri="{FF2B5EF4-FFF2-40B4-BE49-F238E27FC236}">
                <a16:creationId xmlns:a16="http://schemas.microsoft.com/office/drawing/2014/main" id="{0B28CE1D-B118-B8BC-5425-6CD7019A1903}"/>
              </a:ext>
            </a:extLst>
          </p:cNvPr>
          <p:cNvSpPr/>
          <p:nvPr/>
        </p:nvSpPr>
        <p:spPr>
          <a:xfrm>
            <a:off x="3073977" y="5485486"/>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cxnSp>
        <p:nvCxnSpPr>
          <p:cNvPr id="12" name="Connector: Elbow 11">
            <a:extLst>
              <a:ext uri="{FF2B5EF4-FFF2-40B4-BE49-F238E27FC236}">
                <a16:creationId xmlns:a16="http://schemas.microsoft.com/office/drawing/2014/main" id="{5938B531-935A-CAB3-D29A-A1333FBC09F3}"/>
              </a:ext>
            </a:extLst>
          </p:cNvPr>
          <p:cNvCxnSpPr>
            <a:cxnSpLocks/>
            <a:stCxn id="8" idx="2"/>
            <a:endCxn id="22" idx="0"/>
          </p:cNvCxnSpPr>
          <p:nvPr/>
        </p:nvCxnSpPr>
        <p:spPr>
          <a:xfrm rot="16200000" flipH="1">
            <a:off x="3768337" y="6664463"/>
            <a:ext cx="781049"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6" name="Arrow: Down 15">
            <a:extLst>
              <a:ext uri="{FF2B5EF4-FFF2-40B4-BE49-F238E27FC236}">
                <a16:creationId xmlns:a16="http://schemas.microsoft.com/office/drawing/2014/main" id="{32E74379-0DF7-7DE0-746F-3950F5E90F2E}"/>
              </a:ext>
            </a:extLst>
          </p:cNvPr>
          <p:cNvSpPr/>
          <p:nvPr/>
        </p:nvSpPr>
        <p:spPr>
          <a:xfrm rot="2880289">
            <a:off x="7261068" y="7443116"/>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21" name="Parallelogram 20">
            <a:extLst>
              <a:ext uri="{FF2B5EF4-FFF2-40B4-BE49-F238E27FC236}">
                <a16:creationId xmlns:a16="http://schemas.microsoft.com/office/drawing/2014/main" id="{211D5E51-2A85-CE48-033C-E5BA2B9FB880}"/>
              </a:ext>
            </a:extLst>
          </p:cNvPr>
          <p:cNvSpPr/>
          <p:nvPr/>
        </p:nvSpPr>
        <p:spPr>
          <a:xfrm>
            <a:off x="9168081" y="5881300"/>
            <a:ext cx="5776407" cy="1381958"/>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“What’s the name and their score?”</a:t>
            </a:r>
          </a:p>
        </p:txBody>
      </p:sp>
      <p:sp>
        <p:nvSpPr>
          <p:cNvPr id="22" name="Rectangle 21">
            <a:extLst>
              <a:ext uri="{FF2B5EF4-FFF2-40B4-BE49-F238E27FC236}">
                <a16:creationId xmlns:a16="http://schemas.microsoft.com/office/drawing/2014/main" id="{43ED2F73-40BC-8C66-38D6-D3490D04D800}"/>
              </a:ext>
            </a:extLst>
          </p:cNvPr>
          <p:cNvSpPr/>
          <p:nvPr/>
        </p:nvSpPr>
        <p:spPr>
          <a:xfrm>
            <a:off x="1267217" y="7058163"/>
            <a:ext cx="5789638" cy="2092808"/>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Declare String Name</a:t>
            </a:r>
          </a:p>
          <a:p>
            <a:pPr defTabSz="825500"/>
            <a:r>
              <a:rPr lang="en-US" sz="3200" dirty="0">
                <a:solidFill>
                  <a:schemeClr val="tx1">
                    <a:lumMod val="50000"/>
                  </a:schemeClr>
                </a:solidFill>
                <a:latin typeface="+mj-lt"/>
                <a:sym typeface="Helvetica Neue Medium"/>
              </a:rPr>
              <a:t>Declare Integer Score</a:t>
            </a:r>
          </a:p>
          <a:p>
            <a:pPr defTabSz="825500"/>
            <a:r>
              <a:rPr lang="en-US" sz="3200" b="1" dirty="0">
                <a:solidFill>
                  <a:schemeClr val="tx1">
                    <a:lumMod val="50000"/>
                  </a:schemeClr>
                </a:solidFill>
                <a:latin typeface="+mj-lt"/>
                <a:sym typeface="Helvetica Neue Medium"/>
              </a:rPr>
              <a:t>Declare </a:t>
            </a:r>
            <a:r>
              <a:rPr lang="en-US" sz="3200" b="1" dirty="0" err="1">
                <a:solidFill>
                  <a:schemeClr val="tx1">
                    <a:lumMod val="50000"/>
                  </a:schemeClr>
                </a:solidFill>
                <a:latin typeface="+mj-lt"/>
                <a:sym typeface="Helvetica Neue Medium"/>
              </a:rPr>
              <a:t>OutputFile</a:t>
            </a:r>
            <a:r>
              <a:rPr lang="en-US" sz="3200" b="1" dirty="0">
                <a:solidFill>
                  <a:schemeClr val="tx1">
                    <a:lumMod val="50000"/>
                  </a:schemeClr>
                </a:solidFill>
                <a:latin typeface="+mj-lt"/>
                <a:sym typeface="Helvetica Neue Medium"/>
              </a:rPr>
              <a:t> </a:t>
            </a:r>
            <a:r>
              <a:rPr lang="en-US" sz="3200" b="1" dirty="0" err="1">
                <a:solidFill>
                  <a:schemeClr val="tx1">
                    <a:lumMod val="50000"/>
                  </a:schemeClr>
                </a:solidFill>
                <a:latin typeface="+mj-lt"/>
                <a:sym typeface="Helvetica Neue Medium"/>
              </a:rPr>
              <a:t>dataVar</a:t>
            </a:r>
            <a:endParaRPr lang="en-US" sz="3200" b="1" dirty="0">
              <a:solidFill>
                <a:schemeClr val="tx1">
                  <a:lumMod val="50000"/>
                </a:schemeClr>
              </a:solidFill>
              <a:latin typeface="+mj-lt"/>
              <a:sym typeface="Helvetica Neue Medium"/>
            </a:endParaRPr>
          </a:p>
        </p:txBody>
      </p:sp>
      <p:pic>
        <p:nvPicPr>
          <p:cNvPr id="23" name="Picture 22">
            <a:extLst>
              <a:ext uri="{FF2B5EF4-FFF2-40B4-BE49-F238E27FC236}">
                <a16:creationId xmlns:a16="http://schemas.microsoft.com/office/drawing/2014/main" id="{DAADC2E4-0BF7-C0A9-2115-D4E61DA4DCA3}"/>
              </a:ext>
            </a:extLst>
          </p:cNvPr>
          <p:cNvPicPr>
            <a:picLocks noChangeAspect="1"/>
          </p:cNvPicPr>
          <p:nvPr/>
        </p:nvPicPr>
        <p:blipFill>
          <a:blip r:embed="rId3"/>
          <a:stretch>
            <a:fillRect/>
          </a:stretch>
        </p:blipFill>
        <p:spPr>
          <a:xfrm>
            <a:off x="18237253" y="6475538"/>
            <a:ext cx="4897715" cy="4653845"/>
          </a:xfrm>
          <a:prstGeom prst="rect">
            <a:avLst/>
          </a:prstGeom>
        </p:spPr>
      </p:pic>
      <p:sp>
        <p:nvSpPr>
          <p:cNvPr id="24" name="Rectangle 23">
            <a:extLst>
              <a:ext uri="{FF2B5EF4-FFF2-40B4-BE49-F238E27FC236}">
                <a16:creationId xmlns:a16="http://schemas.microsoft.com/office/drawing/2014/main" id="{B70DDEE7-3C77-C23D-DC8C-59D6E864B505}"/>
              </a:ext>
            </a:extLst>
          </p:cNvPr>
          <p:cNvSpPr/>
          <p:nvPr/>
        </p:nvSpPr>
        <p:spPr>
          <a:xfrm>
            <a:off x="1420757" y="9969656"/>
            <a:ext cx="5467350" cy="1181564"/>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b="1" dirty="0">
                <a:solidFill>
                  <a:srgbClr val="212121"/>
                </a:solidFill>
                <a:latin typeface="+mj-lt"/>
                <a:sym typeface="Helvetica Neue Medium"/>
              </a:rPr>
              <a:t>Open </a:t>
            </a:r>
            <a:r>
              <a:rPr lang="en-US" sz="3200" b="1" dirty="0" err="1">
                <a:solidFill>
                  <a:srgbClr val="212121"/>
                </a:solidFill>
                <a:latin typeface="+mj-lt"/>
                <a:sym typeface="Helvetica Neue Medium"/>
              </a:rPr>
              <a:t>dataVar</a:t>
            </a:r>
            <a:r>
              <a:rPr lang="en-US" sz="3200" b="1" dirty="0">
                <a:solidFill>
                  <a:srgbClr val="212121"/>
                </a:solidFill>
                <a:latin typeface="+mj-lt"/>
                <a:sym typeface="Helvetica Neue Medium"/>
              </a:rPr>
              <a:t> “</a:t>
            </a:r>
            <a:r>
              <a:rPr lang="en-US" sz="3200" b="1" dirty="0">
                <a:solidFill>
                  <a:srgbClr val="212121"/>
                </a:solidFill>
              </a:rPr>
              <a:t>data_mahasiswa.csv</a:t>
            </a:r>
            <a:r>
              <a:rPr lang="en-US" sz="3200" b="1" dirty="0">
                <a:solidFill>
                  <a:srgbClr val="212121"/>
                </a:solidFill>
                <a:latin typeface="+mj-lt"/>
                <a:sym typeface="Helvetica Neue Medium"/>
              </a:rPr>
              <a:t>”</a:t>
            </a:r>
            <a:endParaRPr lang="en-US" sz="3200" b="1" dirty="0">
              <a:solidFill>
                <a:srgbClr val="212121"/>
              </a:solidFill>
            </a:endParaRPr>
          </a:p>
        </p:txBody>
      </p:sp>
      <p:cxnSp>
        <p:nvCxnSpPr>
          <p:cNvPr id="30" name="Connector: Elbow 29">
            <a:extLst>
              <a:ext uri="{FF2B5EF4-FFF2-40B4-BE49-F238E27FC236}">
                <a16:creationId xmlns:a16="http://schemas.microsoft.com/office/drawing/2014/main" id="{1D536C6B-9B33-DA14-A52B-47F3205FE35A}"/>
              </a:ext>
            </a:extLst>
          </p:cNvPr>
          <p:cNvCxnSpPr>
            <a:cxnSpLocks/>
            <a:stCxn id="22" idx="2"/>
            <a:endCxn id="24" idx="0"/>
          </p:cNvCxnSpPr>
          <p:nvPr/>
        </p:nvCxnSpPr>
        <p:spPr>
          <a:xfrm rot="5400000">
            <a:off x="3748892" y="9556511"/>
            <a:ext cx="818685" cy="7604"/>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4" name="Content Placeholder 3">
            <a:extLst>
              <a:ext uri="{FF2B5EF4-FFF2-40B4-BE49-F238E27FC236}">
                <a16:creationId xmlns:a16="http://schemas.microsoft.com/office/drawing/2014/main" id="{C34692FE-9F8B-3166-742D-643167B8A870}"/>
              </a:ext>
            </a:extLst>
          </p:cNvPr>
          <p:cNvSpPr txBox="1">
            <a:spLocks/>
          </p:cNvSpPr>
          <p:nvPr/>
        </p:nvSpPr>
        <p:spPr>
          <a:xfrm>
            <a:off x="18725251" y="5661111"/>
            <a:ext cx="3966723" cy="954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data_mahasiswa.csv</a:t>
            </a:r>
          </a:p>
        </p:txBody>
      </p:sp>
      <p:cxnSp>
        <p:nvCxnSpPr>
          <p:cNvPr id="39" name="Connector: Elbow 38">
            <a:extLst>
              <a:ext uri="{FF2B5EF4-FFF2-40B4-BE49-F238E27FC236}">
                <a16:creationId xmlns:a16="http://schemas.microsoft.com/office/drawing/2014/main" id="{DA639730-5B03-98C8-2145-8F9C8DB17A8A}"/>
              </a:ext>
            </a:extLst>
          </p:cNvPr>
          <p:cNvCxnSpPr>
            <a:cxnSpLocks/>
            <a:stCxn id="24" idx="2"/>
            <a:endCxn id="21" idx="1"/>
          </p:cNvCxnSpPr>
          <p:nvPr/>
        </p:nvCxnSpPr>
        <p:spPr>
          <a:xfrm rot="5400000" flipH="1" flipV="1">
            <a:off x="5556770" y="4478961"/>
            <a:ext cx="5269920" cy="8074597"/>
          </a:xfrm>
          <a:prstGeom prst="bentConnector5">
            <a:avLst>
              <a:gd name="adj1" fmla="val -17352"/>
              <a:gd name="adj2" fmla="val 54343"/>
              <a:gd name="adj3" fmla="val 114098"/>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5" name="Parallelogram 44">
            <a:extLst>
              <a:ext uri="{FF2B5EF4-FFF2-40B4-BE49-F238E27FC236}">
                <a16:creationId xmlns:a16="http://schemas.microsoft.com/office/drawing/2014/main" id="{7CB8D5F4-5210-979D-626D-80F9ED0B5415}"/>
              </a:ext>
            </a:extLst>
          </p:cNvPr>
          <p:cNvSpPr/>
          <p:nvPr/>
        </p:nvSpPr>
        <p:spPr>
          <a:xfrm>
            <a:off x="9076623" y="8190256"/>
            <a:ext cx="5776407" cy="73314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Name, Score</a:t>
            </a:r>
          </a:p>
        </p:txBody>
      </p:sp>
      <p:cxnSp>
        <p:nvCxnSpPr>
          <p:cNvPr id="46" name="Connector: Elbow 45">
            <a:extLst>
              <a:ext uri="{FF2B5EF4-FFF2-40B4-BE49-F238E27FC236}">
                <a16:creationId xmlns:a16="http://schemas.microsoft.com/office/drawing/2014/main" id="{54077667-F3DC-20C2-15E3-7B44C5639E37}"/>
              </a:ext>
            </a:extLst>
          </p:cNvPr>
          <p:cNvCxnSpPr>
            <a:cxnSpLocks/>
            <a:stCxn id="21" idx="4"/>
            <a:endCxn id="45" idx="1"/>
          </p:cNvCxnSpPr>
          <p:nvPr/>
        </p:nvCxnSpPr>
        <p:spPr>
          <a:xfrm rot="16200000" flipH="1">
            <a:off x="11592878" y="7726664"/>
            <a:ext cx="926998" cy="185"/>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66" name="Rectangle 65">
            <a:extLst>
              <a:ext uri="{FF2B5EF4-FFF2-40B4-BE49-F238E27FC236}">
                <a16:creationId xmlns:a16="http://schemas.microsoft.com/office/drawing/2014/main" id="{FE757F81-BB86-DD40-529E-01A849684BEC}"/>
              </a:ext>
            </a:extLst>
          </p:cNvPr>
          <p:cNvSpPr/>
          <p:nvPr/>
        </p:nvSpPr>
        <p:spPr>
          <a:xfrm>
            <a:off x="8956818" y="9727433"/>
            <a:ext cx="5987670" cy="91201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b="1" dirty="0">
                <a:solidFill>
                  <a:schemeClr val="tx1">
                    <a:lumMod val="50000"/>
                  </a:schemeClr>
                </a:solidFill>
                <a:latin typeface="+mj-lt"/>
                <a:sym typeface="Helvetica Neue Medium"/>
              </a:rPr>
              <a:t>Write </a:t>
            </a:r>
            <a:r>
              <a:rPr lang="en-US" sz="3200" b="1" dirty="0" err="1">
                <a:solidFill>
                  <a:schemeClr val="tx1">
                    <a:lumMod val="50000"/>
                  </a:schemeClr>
                </a:solidFill>
                <a:latin typeface="+mj-lt"/>
                <a:sym typeface="Helvetica Neue Medium"/>
              </a:rPr>
              <a:t>dataVar</a:t>
            </a:r>
            <a:r>
              <a:rPr lang="en-US" sz="3200" b="1" dirty="0">
                <a:solidFill>
                  <a:schemeClr val="tx1">
                    <a:lumMod val="50000"/>
                  </a:schemeClr>
                </a:solidFill>
                <a:latin typeface="+mj-lt"/>
                <a:sym typeface="Helvetica Neue Medium"/>
              </a:rPr>
              <a:t> Name, Score</a:t>
            </a:r>
          </a:p>
        </p:txBody>
      </p:sp>
      <p:cxnSp>
        <p:nvCxnSpPr>
          <p:cNvPr id="67" name="Connector: Elbow 66">
            <a:extLst>
              <a:ext uri="{FF2B5EF4-FFF2-40B4-BE49-F238E27FC236}">
                <a16:creationId xmlns:a16="http://schemas.microsoft.com/office/drawing/2014/main" id="{0F924DD9-EA9A-318D-5649-7199187E728D}"/>
              </a:ext>
            </a:extLst>
          </p:cNvPr>
          <p:cNvCxnSpPr>
            <a:cxnSpLocks/>
            <a:stCxn id="45" idx="4"/>
            <a:endCxn id="66" idx="0"/>
          </p:cNvCxnSpPr>
          <p:nvPr/>
        </p:nvCxnSpPr>
        <p:spPr>
          <a:xfrm rot="5400000">
            <a:off x="11555725" y="9318331"/>
            <a:ext cx="804030" cy="14174"/>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72" name="Rectangle 71">
            <a:extLst>
              <a:ext uri="{FF2B5EF4-FFF2-40B4-BE49-F238E27FC236}">
                <a16:creationId xmlns:a16="http://schemas.microsoft.com/office/drawing/2014/main" id="{3A7DC408-F651-B27B-11BA-9C1A16AB1DB0}"/>
              </a:ext>
            </a:extLst>
          </p:cNvPr>
          <p:cNvSpPr/>
          <p:nvPr/>
        </p:nvSpPr>
        <p:spPr>
          <a:xfrm>
            <a:off x="10104230" y="11622210"/>
            <a:ext cx="3707020" cy="91201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b="1" dirty="0">
                <a:solidFill>
                  <a:schemeClr val="tx1">
                    <a:lumMod val="50000"/>
                  </a:schemeClr>
                </a:solidFill>
                <a:latin typeface="+mj-lt"/>
                <a:sym typeface="Helvetica Neue Medium"/>
              </a:rPr>
              <a:t>Close </a:t>
            </a:r>
            <a:r>
              <a:rPr lang="en-US" sz="3200" b="1" dirty="0" err="1">
                <a:solidFill>
                  <a:schemeClr val="tx1">
                    <a:lumMod val="50000"/>
                  </a:schemeClr>
                </a:solidFill>
                <a:latin typeface="+mj-lt"/>
                <a:sym typeface="Helvetica Neue Medium"/>
              </a:rPr>
              <a:t>dataVar</a:t>
            </a:r>
            <a:endParaRPr lang="en-US" sz="3200" b="1" dirty="0">
              <a:solidFill>
                <a:schemeClr val="tx1">
                  <a:lumMod val="50000"/>
                </a:schemeClr>
              </a:solidFill>
              <a:latin typeface="+mj-lt"/>
              <a:sym typeface="Helvetica Neue Medium"/>
            </a:endParaRPr>
          </a:p>
        </p:txBody>
      </p:sp>
      <p:cxnSp>
        <p:nvCxnSpPr>
          <p:cNvPr id="74" name="Connector: Elbow 73">
            <a:extLst>
              <a:ext uri="{FF2B5EF4-FFF2-40B4-BE49-F238E27FC236}">
                <a16:creationId xmlns:a16="http://schemas.microsoft.com/office/drawing/2014/main" id="{92CDD3D0-3FA0-ADAE-A8B7-F46C190FF0B7}"/>
              </a:ext>
            </a:extLst>
          </p:cNvPr>
          <p:cNvCxnSpPr>
            <a:cxnSpLocks/>
            <a:stCxn id="66" idx="2"/>
            <a:endCxn id="72" idx="0"/>
          </p:cNvCxnSpPr>
          <p:nvPr/>
        </p:nvCxnSpPr>
        <p:spPr>
          <a:xfrm rot="16200000" flipH="1">
            <a:off x="11462816" y="11127285"/>
            <a:ext cx="982761" cy="7087"/>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9" name="Connector: Elbow 78">
            <a:extLst>
              <a:ext uri="{FF2B5EF4-FFF2-40B4-BE49-F238E27FC236}">
                <a16:creationId xmlns:a16="http://schemas.microsoft.com/office/drawing/2014/main" id="{E0F462A9-C203-0D0E-F611-D75BF0CB9834}"/>
              </a:ext>
            </a:extLst>
          </p:cNvPr>
          <p:cNvCxnSpPr>
            <a:cxnSpLocks/>
            <a:stCxn id="72" idx="3"/>
            <a:endCxn id="6" idx="1"/>
          </p:cNvCxnSpPr>
          <p:nvPr/>
        </p:nvCxnSpPr>
        <p:spPr>
          <a:xfrm>
            <a:off x="13811250" y="12078218"/>
            <a:ext cx="1460223"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85" name="Arrow: Down 84">
            <a:extLst>
              <a:ext uri="{FF2B5EF4-FFF2-40B4-BE49-F238E27FC236}">
                <a16:creationId xmlns:a16="http://schemas.microsoft.com/office/drawing/2014/main" id="{16BE8363-1E56-B200-909D-93E54D489002}"/>
              </a:ext>
            </a:extLst>
          </p:cNvPr>
          <p:cNvSpPr/>
          <p:nvPr/>
        </p:nvSpPr>
        <p:spPr>
          <a:xfrm rot="2880289">
            <a:off x="15234244" y="8655395"/>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86" name="Arrow: Down 85">
            <a:extLst>
              <a:ext uri="{FF2B5EF4-FFF2-40B4-BE49-F238E27FC236}">
                <a16:creationId xmlns:a16="http://schemas.microsoft.com/office/drawing/2014/main" id="{1B22225D-C3DF-DB29-3046-3DCA939E7ABB}"/>
              </a:ext>
            </a:extLst>
          </p:cNvPr>
          <p:cNvSpPr/>
          <p:nvPr/>
        </p:nvSpPr>
        <p:spPr>
          <a:xfrm rot="10023066">
            <a:off x="2655205" y="11325212"/>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87" name="Arrow: Down 86">
            <a:extLst>
              <a:ext uri="{FF2B5EF4-FFF2-40B4-BE49-F238E27FC236}">
                <a16:creationId xmlns:a16="http://schemas.microsoft.com/office/drawing/2014/main" id="{B37E5DFE-76F2-497C-1059-A70E3A2D5823}"/>
              </a:ext>
            </a:extLst>
          </p:cNvPr>
          <p:cNvSpPr/>
          <p:nvPr/>
        </p:nvSpPr>
        <p:spPr>
          <a:xfrm rot="14414604">
            <a:off x="8694177" y="12005110"/>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Tree>
    <p:extLst>
      <p:ext uri="{BB962C8B-B14F-4D97-AF65-F5344CB8AC3E}">
        <p14:creationId xmlns:p14="http://schemas.microsoft.com/office/powerpoint/2010/main" val="229563696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6D802-2FF0-5805-E898-B3F8BCE51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5A44D-03A8-4EAA-E51F-A7098399B429}"/>
              </a:ext>
            </a:extLst>
          </p:cNvPr>
          <p:cNvSpPr>
            <a:spLocks noGrp="1"/>
          </p:cNvSpPr>
          <p:nvPr>
            <p:ph type="title"/>
          </p:nvPr>
        </p:nvSpPr>
        <p:spPr/>
        <p:txBody>
          <a:bodyPr>
            <a:normAutofit fontScale="90000"/>
          </a:bodyPr>
          <a:lstStyle/>
          <a:p>
            <a:r>
              <a:rPr lang="en-US" dirty="0"/>
              <a:t>Reading from file</a:t>
            </a:r>
          </a:p>
        </p:txBody>
      </p:sp>
      <p:sp>
        <p:nvSpPr>
          <p:cNvPr id="3" name="Text Placeholder 2">
            <a:extLst>
              <a:ext uri="{FF2B5EF4-FFF2-40B4-BE49-F238E27FC236}">
                <a16:creationId xmlns:a16="http://schemas.microsoft.com/office/drawing/2014/main" id="{BFF772CA-445F-69FB-CABA-B02A3FC7E460}"/>
              </a:ext>
            </a:extLst>
          </p:cNvPr>
          <p:cNvSpPr>
            <a:spLocks noGrp="1"/>
          </p:cNvSpPr>
          <p:nvPr>
            <p:ph type="body" sz="quarter" idx="10"/>
          </p:nvPr>
        </p:nvSpPr>
        <p:spPr/>
        <p:txBody>
          <a:bodyPr/>
          <a:lstStyle/>
          <a:p>
            <a:endParaRPr lang="en-US"/>
          </a:p>
        </p:txBody>
      </p:sp>
      <p:sp>
        <p:nvSpPr>
          <p:cNvPr id="5" name="Content Placeholder 3">
            <a:extLst>
              <a:ext uri="{FF2B5EF4-FFF2-40B4-BE49-F238E27FC236}">
                <a16:creationId xmlns:a16="http://schemas.microsoft.com/office/drawing/2014/main" id="{8B642FBA-6732-DCDD-7E82-0F4C5D5BEFCB}"/>
              </a:ext>
            </a:extLst>
          </p:cNvPr>
          <p:cNvSpPr txBox="1">
            <a:spLocks/>
          </p:cNvSpPr>
          <p:nvPr/>
        </p:nvSpPr>
        <p:spPr>
          <a:xfrm>
            <a:off x="2167377" y="3502714"/>
            <a:ext cx="21054573" cy="93750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When you are going to read the file, follow the syntax:</a:t>
            </a:r>
          </a:p>
          <a:p>
            <a:pPr marL="0" indent="0" algn="ctr">
              <a:lnSpc>
                <a:spcPct val="150000"/>
              </a:lnSpc>
              <a:spcBef>
                <a:spcPts val="0"/>
              </a:spcBef>
              <a:buNone/>
            </a:pPr>
            <a:r>
              <a:rPr lang="en-US" sz="3200" b="1" dirty="0">
                <a:latin typeface="+mj-lt"/>
              </a:rPr>
              <a:t>Read [</a:t>
            </a:r>
            <a:r>
              <a:rPr lang="en-US" sz="3200" b="1" dirty="0" err="1">
                <a:latin typeface="+mj-lt"/>
              </a:rPr>
              <a:t>varname</a:t>
            </a:r>
            <a:r>
              <a:rPr lang="en-US" sz="3200" b="1" dirty="0">
                <a:latin typeface="+mj-lt"/>
              </a:rPr>
              <a:t>] [list of </a:t>
            </a:r>
            <a:r>
              <a:rPr lang="en-US" sz="3200" b="1" dirty="0" err="1">
                <a:latin typeface="+mj-lt"/>
              </a:rPr>
              <a:t>varnames</a:t>
            </a:r>
            <a:r>
              <a:rPr lang="en-US" sz="3200" b="1" dirty="0">
                <a:latin typeface="+mj-lt"/>
              </a:rPr>
              <a:t> that are going to be read, separated by commas]</a:t>
            </a:r>
          </a:p>
        </p:txBody>
      </p:sp>
      <p:sp>
        <p:nvSpPr>
          <p:cNvPr id="6" name="Rectangle: Rounded Corners 5">
            <a:extLst>
              <a:ext uri="{FF2B5EF4-FFF2-40B4-BE49-F238E27FC236}">
                <a16:creationId xmlns:a16="http://schemas.microsoft.com/office/drawing/2014/main" id="{CBC3C9F9-3B0C-B01D-66F0-818DF5476B40}"/>
              </a:ext>
            </a:extLst>
          </p:cNvPr>
          <p:cNvSpPr/>
          <p:nvPr/>
        </p:nvSpPr>
        <p:spPr>
          <a:xfrm>
            <a:off x="11039090" y="11875781"/>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8" name="Rectangle: Rounded Corners 7">
            <a:extLst>
              <a:ext uri="{FF2B5EF4-FFF2-40B4-BE49-F238E27FC236}">
                <a16:creationId xmlns:a16="http://schemas.microsoft.com/office/drawing/2014/main" id="{B1CBCFF9-DC4A-F84C-12D0-32AD26B46754}"/>
              </a:ext>
            </a:extLst>
          </p:cNvPr>
          <p:cNvSpPr/>
          <p:nvPr/>
        </p:nvSpPr>
        <p:spPr>
          <a:xfrm>
            <a:off x="3073977" y="5485486"/>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cxnSp>
        <p:nvCxnSpPr>
          <p:cNvPr id="12" name="Connector: Elbow 11">
            <a:extLst>
              <a:ext uri="{FF2B5EF4-FFF2-40B4-BE49-F238E27FC236}">
                <a16:creationId xmlns:a16="http://schemas.microsoft.com/office/drawing/2014/main" id="{D46805E6-6029-7FD6-5A47-F336B7B1FBA6}"/>
              </a:ext>
            </a:extLst>
          </p:cNvPr>
          <p:cNvCxnSpPr>
            <a:cxnSpLocks/>
            <a:stCxn id="8" idx="2"/>
            <a:endCxn id="22" idx="0"/>
          </p:cNvCxnSpPr>
          <p:nvPr/>
        </p:nvCxnSpPr>
        <p:spPr>
          <a:xfrm rot="16200000" flipH="1">
            <a:off x="3768337" y="6664463"/>
            <a:ext cx="781049"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6" name="Arrow: Down 15">
            <a:extLst>
              <a:ext uri="{FF2B5EF4-FFF2-40B4-BE49-F238E27FC236}">
                <a16:creationId xmlns:a16="http://schemas.microsoft.com/office/drawing/2014/main" id="{924DD3C3-4E5D-1D4F-588F-415E961659A2}"/>
              </a:ext>
            </a:extLst>
          </p:cNvPr>
          <p:cNvSpPr/>
          <p:nvPr/>
        </p:nvSpPr>
        <p:spPr>
          <a:xfrm rot="2880289">
            <a:off x="7123703" y="7330756"/>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22" name="Rectangle 21">
            <a:extLst>
              <a:ext uri="{FF2B5EF4-FFF2-40B4-BE49-F238E27FC236}">
                <a16:creationId xmlns:a16="http://schemas.microsoft.com/office/drawing/2014/main" id="{E5FCA8AF-90B1-C260-35A5-BA880D8F85E2}"/>
              </a:ext>
            </a:extLst>
          </p:cNvPr>
          <p:cNvSpPr/>
          <p:nvPr/>
        </p:nvSpPr>
        <p:spPr>
          <a:xfrm>
            <a:off x="1428361" y="7058163"/>
            <a:ext cx="5467350" cy="2092808"/>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Declare String Name</a:t>
            </a:r>
          </a:p>
          <a:p>
            <a:pPr defTabSz="825500"/>
            <a:r>
              <a:rPr lang="en-US" sz="3200" dirty="0">
                <a:solidFill>
                  <a:schemeClr val="tx1">
                    <a:lumMod val="50000"/>
                  </a:schemeClr>
                </a:solidFill>
                <a:latin typeface="+mj-lt"/>
                <a:sym typeface="Helvetica Neue Medium"/>
              </a:rPr>
              <a:t>Declare Integer Score</a:t>
            </a:r>
          </a:p>
          <a:p>
            <a:pPr defTabSz="825500"/>
            <a:r>
              <a:rPr lang="en-US" sz="3200" b="1" dirty="0">
                <a:solidFill>
                  <a:schemeClr val="tx1">
                    <a:lumMod val="50000"/>
                  </a:schemeClr>
                </a:solidFill>
                <a:latin typeface="+mj-lt"/>
                <a:sym typeface="Helvetica Neue Medium"/>
              </a:rPr>
              <a:t>Declare </a:t>
            </a:r>
            <a:r>
              <a:rPr lang="en-US" sz="3200" b="1" dirty="0" err="1">
                <a:solidFill>
                  <a:schemeClr val="tx1">
                    <a:lumMod val="50000"/>
                  </a:schemeClr>
                </a:solidFill>
                <a:latin typeface="+mj-lt"/>
                <a:sym typeface="Helvetica Neue Medium"/>
              </a:rPr>
              <a:t>InputFile</a:t>
            </a:r>
            <a:r>
              <a:rPr lang="en-US" sz="3200" b="1" dirty="0">
                <a:solidFill>
                  <a:schemeClr val="tx1">
                    <a:lumMod val="50000"/>
                  </a:schemeClr>
                </a:solidFill>
                <a:latin typeface="+mj-lt"/>
                <a:sym typeface="Helvetica Neue Medium"/>
              </a:rPr>
              <a:t> </a:t>
            </a:r>
            <a:r>
              <a:rPr lang="en-US" sz="3200" b="1" dirty="0" err="1">
                <a:solidFill>
                  <a:schemeClr val="tx1">
                    <a:lumMod val="50000"/>
                  </a:schemeClr>
                </a:solidFill>
                <a:latin typeface="+mj-lt"/>
                <a:sym typeface="Helvetica Neue Medium"/>
              </a:rPr>
              <a:t>dataVar</a:t>
            </a:r>
            <a:endParaRPr lang="en-US" sz="3200" b="1" dirty="0">
              <a:solidFill>
                <a:schemeClr val="tx1">
                  <a:lumMod val="50000"/>
                </a:schemeClr>
              </a:solidFill>
              <a:latin typeface="+mj-lt"/>
              <a:sym typeface="Helvetica Neue Medium"/>
            </a:endParaRPr>
          </a:p>
        </p:txBody>
      </p:sp>
      <p:sp>
        <p:nvSpPr>
          <p:cNvPr id="24" name="Rectangle 23">
            <a:extLst>
              <a:ext uri="{FF2B5EF4-FFF2-40B4-BE49-F238E27FC236}">
                <a16:creationId xmlns:a16="http://schemas.microsoft.com/office/drawing/2014/main" id="{C742D1BB-DB0B-5266-7D34-96B277482807}"/>
              </a:ext>
            </a:extLst>
          </p:cNvPr>
          <p:cNvSpPr/>
          <p:nvPr/>
        </p:nvSpPr>
        <p:spPr>
          <a:xfrm>
            <a:off x="1420757" y="9969656"/>
            <a:ext cx="5467350" cy="1181564"/>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b="1" dirty="0">
                <a:solidFill>
                  <a:srgbClr val="212121"/>
                </a:solidFill>
                <a:latin typeface="+mj-lt"/>
                <a:sym typeface="Helvetica Neue Medium"/>
              </a:rPr>
              <a:t>Open </a:t>
            </a:r>
            <a:r>
              <a:rPr lang="en-US" sz="3200" b="1" dirty="0" err="1">
                <a:solidFill>
                  <a:srgbClr val="212121"/>
                </a:solidFill>
                <a:latin typeface="+mj-lt"/>
                <a:sym typeface="Helvetica Neue Medium"/>
              </a:rPr>
              <a:t>dataVar</a:t>
            </a:r>
            <a:r>
              <a:rPr lang="en-US" sz="3200" b="1" dirty="0">
                <a:solidFill>
                  <a:srgbClr val="212121"/>
                </a:solidFill>
                <a:latin typeface="+mj-lt"/>
                <a:sym typeface="Helvetica Neue Medium"/>
              </a:rPr>
              <a:t> “</a:t>
            </a:r>
            <a:r>
              <a:rPr lang="en-US" sz="3200" b="1" dirty="0">
                <a:solidFill>
                  <a:srgbClr val="212121"/>
                </a:solidFill>
              </a:rPr>
              <a:t>data_mahasiswa.csv</a:t>
            </a:r>
            <a:r>
              <a:rPr lang="en-US" sz="3200" b="1" dirty="0">
                <a:solidFill>
                  <a:srgbClr val="212121"/>
                </a:solidFill>
                <a:latin typeface="+mj-lt"/>
                <a:sym typeface="Helvetica Neue Medium"/>
              </a:rPr>
              <a:t>”</a:t>
            </a:r>
            <a:endParaRPr lang="en-US" sz="3200" b="1" dirty="0">
              <a:solidFill>
                <a:srgbClr val="212121"/>
              </a:solidFill>
            </a:endParaRPr>
          </a:p>
        </p:txBody>
      </p:sp>
      <p:cxnSp>
        <p:nvCxnSpPr>
          <p:cNvPr id="30" name="Connector: Elbow 29">
            <a:extLst>
              <a:ext uri="{FF2B5EF4-FFF2-40B4-BE49-F238E27FC236}">
                <a16:creationId xmlns:a16="http://schemas.microsoft.com/office/drawing/2014/main" id="{011C9FAC-9ABF-6F13-FBD4-BEDF87EB911C}"/>
              </a:ext>
            </a:extLst>
          </p:cNvPr>
          <p:cNvCxnSpPr>
            <a:cxnSpLocks/>
            <a:stCxn id="22" idx="2"/>
            <a:endCxn id="24" idx="0"/>
          </p:cNvCxnSpPr>
          <p:nvPr/>
        </p:nvCxnSpPr>
        <p:spPr>
          <a:xfrm rot="5400000">
            <a:off x="3748892" y="9556511"/>
            <a:ext cx="818685" cy="7604"/>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9" name="Connector: Elbow 38">
            <a:extLst>
              <a:ext uri="{FF2B5EF4-FFF2-40B4-BE49-F238E27FC236}">
                <a16:creationId xmlns:a16="http://schemas.microsoft.com/office/drawing/2014/main" id="{910197E5-8C40-7F03-3A27-55E021843976}"/>
              </a:ext>
            </a:extLst>
          </p:cNvPr>
          <p:cNvCxnSpPr>
            <a:cxnSpLocks/>
            <a:stCxn id="24" idx="2"/>
            <a:endCxn id="9" idx="0"/>
          </p:cNvCxnSpPr>
          <p:nvPr/>
        </p:nvCxnSpPr>
        <p:spPr>
          <a:xfrm rot="5400000" flipH="1" flipV="1">
            <a:off x="5574430" y="4439862"/>
            <a:ext cx="5291359" cy="8131357"/>
          </a:xfrm>
          <a:prstGeom prst="bentConnector5">
            <a:avLst>
              <a:gd name="adj1" fmla="val -14041"/>
              <a:gd name="adj2" fmla="val 52500"/>
              <a:gd name="adj3" fmla="val 11350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5" name="Parallelogram 44">
            <a:extLst>
              <a:ext uri="{FF2B5EF4-FFF2-40B4-BE49-F238E27FC236}">
                <a16:creationId xmlns:a16="http://schemas.microsoft.com/office/drawing/2014/main" id="{53A16B70-3AFE-C97F-6020-E3858FA20CF3}"/>
              </a:ext>
            </a:extLst>
          </p:cNvPr>
          <p:cNvSpPr/>
          <p:nvPr/>
        </p:nvSpPr>
        <p:spPr>
          <a:xfrm>
            <a:off x="9232594" y="7683891"/>
            <a:ext cx="5776407" cy="1381958"/>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“Name: “, Name, “, Score: “, Score</a:t>
            </a:r>
          </a:p>
        </p:txBody>
      </p:sp>
      <p:cxnSp>
        <p:nvCxnSpPr>
          <p:cNvPr id="46" name="Connector: Elbow 45">
            <a:extLst>
              <a:ext uri="{FF2B5EF4-FFF2-40B4-BE49-F238E27FC236}">
                <a16:creationId xmlns:a16="http://schemas.microsoft.com/office/drawing/2014/main" id="{61C7549C-D704-A74B-FC98-C9ED92D5E20B}"/>
              </a:ext>
            </a:extLst>
          </p:cNvPr>
          <p:cNvCxnSpPr>
            <a:cxnSpLocks/>
            <a:stCxn id="9" idx="2"/>
            <a:endCxn id="45" idx="1"/>
          </p:cNvCxnSpPr>
          <p:nvPr/>
        </p:nvCxnSpPr>
        <p:spPr>
          <a:xfrm rot="16200000" flipH="1">
            <a:off x="11833658" y="7224007"/>
            <a:ext cx="912014" cy="775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72" name="Rectangle 71">
            <a:extLst>
              <a:ext uri="{FF2B5EF4-FFF2-40B4-BE49-F238E27FC236}">
                <a16:creationId xmlns:a16="http://schemas.microsoft.com/office/drawing/2014/main" id="{D597FFF9-E3AA-D39A-B5D3-2E651E0A0DC3}"/>
              </a:ext>
            </a:extLst>
          </p:cNvPr>
          <p:cNvSpPr/>
          <p:nvPr/>
        </p:nvSpPr>
        <p:spPr>
          <a:xfrm>
            <a:off x="10267287" y="9977864"/>
            <a:ext cx="3707020" cy="91201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b="1" dirty="0">
                <a:solidFill>
                  <a:schemeClr val="tx1">
                    <a:lumMod val="50000"/>
                  </a:schemeClr>
                </a:solidFill>
                <a:latin typeface="+mj-lt"/>
                <a:sym typeface="Helvetica Neue Medium"/>
              </a:rPr>
              <a:t>Close </a:t>
            </a:r>
            <a:r>
              <a:rPr lang="en-US" sz="3200" b="1" dirty="0" err="1">
                <a:solidFill>
                  <a:schemeClr val="tx1">
                    <a:lumMod val="50000"/>
                  </a:schemeClr>
                </a:solidFill>
                <a:latin typeface="+mj-lt"/>
                <a:sym typeface="Helvetica Neue Medium"/>
              </a:rPr>
              <a:t>dataVar</a:t>
            </a:r>
            <a:endParaRPr lang="en-US" sz="3200" b="1" dirty="0">
              <a:solidFill>
                <a:schemeClr val="tx1">
                  <a:lumMod val="50000"/>
                </a:schemeClr>
              </a:solidFill>
              <a:latin typeface="+mj-lt"/>
              <a:sym typeface="Helvetica Neue Medium"/>
            </a:endParaRPr>
          </a:p>
        </p:txBody>
      </p:sp>
      <p:cxnSp>
        <p:nvCxnSpPr>
          <p:cNvPr id="74" name="Connector: Elbow 73">
            <a:extLst>
              <a:ext uri="{FF2B5EF4-FFF2-40B4-BE49-F238E27FC236}">
                <a16:creationId xmlns:a16="http://schemas.microsoft.com/office/drawing/2014/main" id="{949D05EE-06CE-3B29-8C33-7DB6DB87EA3F}"/>
              </a:ext>
            </a:extLst>
          </p:cNvPr>
          <p:cNvCxnSpPr>
            <a:cxnSpLocks/>
            <a:stCxn id="45" idx="4"/>
            <a:endCxn id="72" idx="0"/>
          </p:cNvCxnSpPr>
          <p:nvPr/>
        </p:nvCxnSpPr>
        <p:spPr>
          <a:xfrm rot="5400000">
            <a:off x="11664791" y="9521856"/>
            <a:ext cx="912015"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9" name="Connector: Elbow 78">
            <a:extLst>
              <a:ext uri="{FF2B5EF4-FFF2-40B4-BE49-F238E27FC236}">
                <a16:creationId xmlns:a16="http://schemas.microsoft.com/office/drawing/2014/main" id="{5D4CA61D-DAE1-4DC6-8756-5F16D1A8CB54}"/>
              </a:ext>
            </a:extLst>
          </p:cNvPr>
          <p:cNvCxnSpPr>
            <a:cxnSpLocks/>
            <a:stCxn id="72" idx="2"/>
            <a:endCxn id="6" idx="0"/>
          </p:cNvCxnSpPr>
          <p:nvPr/>
        </p:nvCxnSpPr>
        <p:spPr>
          <a:xfrm rot="16200000" flipH="1">
            <a:off x="11627848" y="11382829"/>
            <a:ext cx="985901"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85" name="Arrow: Down 84">
            <a:extLst>
              <a:ext uri="{FF2B5EF4-FFF2-40B4-BE49-F238E27FC236}">
                <a16:creationId xmlns:a16="http://schemas.microsoft.com/office/drawing/2014/main" id="{F0DDE676-9F87-9867-ED75-22BCE3643752}"/>
              </a:ext>
            </a:extLst>
          </p:cNvPr>
          <p:cNvSpPr/>
          <p:nvPr/>
        </p:nvSpPr>
        <p:spPr>
          <a:xfrm rot="2880289">
            <a:off x="15561774" y="5094246"/>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86" name="Arrow: Down 85">
            <a:extLst>
              <a:ext uri="{FF2B5EF4-FFF2-40B4-BE49-F238E27FC236}">
                <a16:creationId xmlns:a16="http://schemas.microsoft.com/office/drawing/2014/main" id="{8D90141A-C466-7B2D-FE3E-03FB08F2B8A2}"/>
              </a:ext>
            </a:extLst>
          </p:cNvPr>
          <p:cNvSpPr/>
          <p:nvPr/>
        </p:nvSpPr>
        <p:spPr>
          <a:xfrm rot="10023066">
            <a:off x="2655205" y="11325212"/>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87" name="Arrow: Down 86">
            <a:extLst>
              <a:ext uri="{FF2B5EF4-FFF2-40B4-BE49-F238E27FC236}">
                <a16:creationId xmlns:a16="http://schemas.microsoft.com/office/drawing/2014/main" id="{04BFF249-8243-163A-7C91-0F03A69D27FC}"/>
              </a:ext>
            </a:extLst>
          </p:cNvPr>
          <p:cNvSpPr/>
          <p:nvPr/>
        </p:nvSpPr>
        <p:spPr>
          <a:xfrm rot="12950584">
            <a:off x="9269815" y="11013409"/>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303A2063-559D-8D15-FD1C-E867D83504DE}"/>
              </a:ext>
            </a:extLst>
          </p:cNvPr>
          <p:cNvSpPr/>
          <p:nvPr/>
        </p:nvSpPr>
        <p:spPr>
          <a:xfrm>
            <a:off x="9291954" y="5859861"/>
            <a:ext cx="5987670" cy="91201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b="1" dirty="0">
                <a:solidFill>
                  <a:schemeClr val="tx1">
                    <a:lumMod val="50000"/>
                  </a:schemeClr>
                </a:solidFill>
                <a:latin typeface="+mj-lt"/>
                <a:sym typeface="Helvetica Neue Medium"/>
              </a:rPr>
              <a:t>Read </a:t>
            </a:r>
            <a:r>
              <a:rPr lang="en-US" sz="3200" b="1" dirty="0" err="1">
                <a:solidFill>
                  <a:schemeClr val="tx1">
                    <a:lumMod val="50000"/>
                  </a:schemeClr>
                </a:solidFill>
                <a:latin typeface="+mj-lt"/>
                <a:sym typeface="Helvetica Neue Medium"/>
              </a:rPr>
              <a:t>dataVar</a:t>
            </a:r>
            <a:r>
              <a:rPr lang="en-US" sz="3200" b="1" dirty="0">
                <a:solidFill>
                  <a:schemeClr val="tx1">
                    <a:lumMod val="50000"/>
                  </a:schemeClr>
                </a:solidFill>
                <a:latin typeface="+mj-lt"/>
                <a:sym typeface="Helvetica Neue Medium"/>
              </a:rPr>
              <a:t> Name, Score</a:t>
            </a:r>
          </a:p>
        </p:txBody>
      </p:sp>
      <p:pic>
        <p:nvPicPr>
          <p:cNvPr id="40" name="Picture 39">
            <a:extLst>
              <a:ext uri="{FF2B5EF4-FFF2-40B4-BE49-F238E27FC236}">
                <a16:creationId xmlns:a16="http://schemas.microsoft.com/office/drawing/2014/main" id="{0999D351-947A-D3CF-12E8-0D9712FB66F2}"/>
              </a:ext>
            </a:extLst>
          </p:cNvPr>
          <p:cNvPicPr>
            <a:picLocks noChangeAspect="1"/>
          </p:cNvPicPr>
          <p:nvPr/>
        </p:nvPicPr>
        <p:blipFill>
          <a:blip r:embed="rId3"/>
          <a:stretch>
            <a:fillRect/>
          </a:stretch>
        </p:blipFill>
        <p:spPr>
          <a:xfrm>
            <a:off x="18237253" y="6475538"/>
            <a:ext cx="4897715" cy="4653845"/>
          </a:xfrm>
          <a:prstGeom prst="rect">
            <a:avLst/>
          </a:prstGeom>
        </p:spPr>
      </p:pic>
      <p:sp>
        <p:nvSpPr>
          <p:cNvPr id="41" name="Content Placeholder 3">
            <a:extLst>
              <a:ext uri="{FF2B5EF4-FFF2-40B4-BE49-F238E27FC236}">
                <a16:creationId xmlns:a16="http://schemas.microsoft.com/office/drawing/2014/main" id="{6C0FCCEB-9CDB-3F0A-DB24-DD4954301F80}"/>
              </a:ext>
            </a:extLst>
          </p:cNvPr>
          <p:cNvSpPr txBox="1">
            <a:spLocks/>
          </p:cNvSpPr>
          <p:nvPr/>
        </p:nvSpPr>
        <p:spPr>
          <a:xfrm>
            <a:off x="18725251" y="5661111"/>
            <a:ext cx="3966723" cy="954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data_mahasiswa.csv</a:t>
            </a:r>
          </a:p>
        </p:txBody>
      </p:sp>
    </p:spTree>
    <p:extLst>
      <p:ext uri="{BB962C8B-B14F-4D97-AF65-F5344CB8AC3E}">
        <p14:creationId xmlns:p14="http://schemas.microsoft.com/office/powerpoint/2010/main" val="243409864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0C501-8240-9EE2-A8D3-77BEA299E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DEA6D-E46D-7A99-EB7D-15D1CA5A6853}"/>
              </a:ext>
            </a:extLst>
          </p:cNvPr>
          <p:cNvSpPr>
            <a:spLocks noGrp="1"/>
          </p:cNvSpPr>
          <p:nvPr>
            <p:ph type="title"/>
          </p:nvPr>
        </p:nvSpPr>
        <p:spPr/>
        <p:txBody>
          <a:bodyPr>
            <a:normAutofit fontScale="90000"/>
          </a:bodyPr>
          <a:lstStyle/>
          <a:p>
            <a:r>
              <a:rPr lang="en-US" dirty="0"/>
              <a:t>Reading from file</a:t>
            </a:r>
          </a:p>
        </p:txBody>
      </p:sp>
      <p:sp>
        <p:nvSpPr>
          <p:cNvPr id="3" name="Text Placeholder 2">
            <a:extLst>
              <a:ext uri="{FF2B5EF4-FFF2-40B4-BE49-F238E27FC236}">
                <a16:creationId xmlns:a16="http://schemas.microsoft.com/office/drawing/2014/main" id="{7E128568-9AFA-5061-B41D-D8D59608228F}"/>
              </a:ext>
            </a:extLst>
          </p:cNvPr>
          <p:cNvSpPr>
            <a:spLocks noGrp="1"/>
          </p:cNvSpPr>
          <p:nvPr>
            <p:ph type="body" sz="quarter" idx="10"/>
          </p:nvPr>
        </p:nvSpPr>
        <p:spPr/>
        <p:txBody>
          <a:bodyPr/>
          <a:lstStyle/>
          <a:p>
            <a:endParaRPr lang="en-US" dirty="0"/>
          </a:p>
        </p:txBody>
      </p:sp>
      <p:sp>
        <p:nvSpPr>
          <p:cNvPr id="5" name="Content Placeholder 3">
            <a:extLst>
              <a:ext uri="{FF2B5EF4-FFF2-40B4-BE49-F238E27FC236}">
                <a16:creationId xmlns:a16="http://schemas.microsoft.com/office/drawing/2014/main" id="{718C96EA-EC9A-0C0E-1506-1D322EF656E8}"/>
              </a:ext>
            </a:extLst>
          </p:cNvPr>
          <p:cNvSpPr txBox="1">
            <a:spLocks/>
          </p:cNvSpPr>
          <p:nvPr/>
        </p:nvSpPr>
        <p:spPr>
          <a:xfrm>
            <a:off x="2167377" y="3502714"/>
            <a:ext cx="21054573" cy="15384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You might notice that the read process is done once. This means, we only actually read </a:t>
            </a:r>
            <a:r>
              <a:rPr lang="en-US" sz="3200" b="1" dirty="0">
                <a:latin typeface="+mj-lt"/>
              </a:rPr>
              <a:t>ONE </a:t>
            </a:r>
            <a:r>
              <a:rPr lang="en-US" sz="3200" dirty="0">
                <a:latin typeface="+mj-lt"/>
              </a:rPr>
              <a:t>data row. We want to read </a:t>
            </a:r>
            <a:r>
              <a:rPr lang="en-US" sz="3200" b="1" dirty="0">
                <a:latin typeface="+mj-lt"/>
              </a:rPr>
              <a:t>ALL </a:t>
            </a:r>
            <a:r>
              <a:rPr lang="en-US" sz="3200" dirty="0">
                <a:latin typeface="+mj-lt"/>
              </a:rPr>
              <a:t>the data, and that’s where </a:t>
            </a:r>
            <a:r>
              <a:rPr lang="en-US" sz="3200" b="1" dirty="0">
                <a:latin typeface="+mj-lt"/>
              </a:rPr>
              <a:t>EOF</a:t>
            </a:r>
            <a:r>
              <a:rPr lang="en-US" sz="3200" dirty="0">
                <a:latin typeface="+mj-lt"/>
              </a:rPr>
              <a:t> comes into play. </a:t>
            </a:r>
            <a:r>
              <a:rPr lang="en-US" sz="3200" b="1" dirty="0">
                <a:latin typeface="+mj-lt"/>
              </a:rPr>
              <a:t>You don’t need to create the </a:t>
            </a:r>
            <a:r>
              <a:rPr lang="en-US" sz="3200" b="1" dirty="0" err="1">
                <a:latin typeface="+mj-lt"/>
              </a:rPr>
              <a:t>eof</a:t>
            </a:r>
            <a:r>
              <a:rPr lang="en-US" sz="3200" b="1" dirty="0">
                <a:latin typeface="+mj-lt"/>
              </a:rPr>
              <a:t> function.</a:t>
            </a:r>
          </a:p>
        </p:txBody>
      </p:sp>
      <p:sp>
        <p:nvSpPr>
          <p:cNvPr id="6" name="Rectangle: Rounded Corners 5">
            <a:extLst>
              <a:ext uri="{FF2B5EF4-FFF2-40B4-BE49-F238E27FC236}">
                <a16:creationId xmlns:a16="http://schemas.microsoft.com/office/drawing/2014/main" id="{ADB68209-355C-8E1F-C33F-AFE6B31B8539}"/>
              </a:ext>
            </a:extLst>
          </p:cNvPr>
          <p:cNvSpPr/>
          <p:nvPr/>
        </p:nvSpPr>
        <p:spPr>
          <a:xfrm>
            <a:off x="9630601" y="12367299"/>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8" name="Rectangle: Rounded Corners 7">
            <a:extLst>
              <a:ext uri="{FF2B5EF4-FFF2-40B4-BE49-F238E27FC236}">
                <a16:creationId xmlns:a16="http://schemas.microsoft.com/office/drawing/2014/main" id="{EB9F68F7-5693-76D9-CD56-C629BD8BB868}"/>
              </a:ext>
            </a:extLst>
          </p:cNvPr>
          <p:cNvSpPr/>
          <p:nvPr/>
        </p:nvSpPr>
        <p:spPr>
          <a:xfrm>
            <a:off x="3073977" y="5485486"/>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cxnSp>
        <p:nvCxnSpPr>
          <p:cNvPr id="12" name="Connector: Elbow 11">
            <a:extLst>
              <a:ext uri="{FF2B5EF4-FFF2-40B4-BE49-F238E27FC236}">
                <a16:creationId xmlns:a16="http://schemas.microsoft.com/office/drawing/2014/main" id="{8F8DA1B3-57E6-646C-DAF2-4FF89FC2C910}"/>
              </a:ext>
            </a:extLst>
          </p:cNvPr>
          <p:cNvCxnSpPr>
            <a:cxnSpLocks/>
            <a:stCxn id="8" idx="2"/>
            <a:endCxn id="22" idx="0"/>
          </p:cNvCxnSpPr>
          <p:nvPr/>
        </p:nvCxnSpPr>
        <p:spPr>
          <a:xfrm rot="16200000" flipH="1">
            <a:off x="3768337" y="6664463"/>
            <a:ext cx="781049"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6" name="Arrow: Down 15">
            <a:extLst>
              <a:ext uri="{FF2B5EF4-FFF2-40B4-BE49-F238E27FC236}">
                <a16:creationId xmlns:a16="http://schemas.microsoft.com/office/drawing/2014/main" id="{4A4A3A64-7D02-38DE-4D64-D35F53860153}"/>
              </a:ext>
            </a:extLst>
          </p:cNvPr>
          <p:cNvSpPr/>
          <p:nvPr/>
        </p:nvSpPr>
        <p:spPr>
          <a:xfrm rot="5080990">
            <a:off x="12781843" y="7374184"/>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22" name="Rectangle 21">
            <a:extLst>
              <a:ext uri="{FF2B5EF4-FFF2-40B4-BE49-F238E27FC236}">
                <a16:creationId xmlns:a16="http://schemas.microsoft.com/office/drawing/2014/main" id="{7C6BC41A-AC81-541F-FC6F-8773057F1ED9}"/>
              </a:ext>
            </a:extLst>
          </p:cNvPr>
          <p:cNvSpPr/>
          <p:nvPr/>
        </p:nvSpPr>
        <p:spPr>
          <a:xfrm>
            <a:off x="1428361" y="7058163"/>
            <a:ext cx="5467350" cy="2092808"/>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Declare String Name</a:t>
            </a:r>
          </a:p>
          <a:p>
            <a:pPr defTabSz="825500"/>
            <a:r>
              <a:rPr lang="en-US" sz="3200" dirty="0">
                <a:solidFill>
                  <a:schemeClr val="tx1">
                    <a:lumMod val="50000"/>
                  </a:schemeClr>
                </a:solidFill>
                <a:latin typeface="+mj-lt"/>
                <a:sym typeface="Helvetica Neue Medium"/>
              </a:rPr>
              <a:t>Declare Integer Score</a:t>
            </a:r>
          </a:p>
          <a:p>
            <a:pPr defTabSz="825500"/>
            <a:r>
              <a:rPr lang="en-US" sz="3200" dirty="0">
                <a:solidFill>
                  <a:schemeClr val="tx1">
                    <a:lumMod val="50000"/>
                  </a:schemeClr>
                </a:solidFill>
                <a:latin typeface="+mj-lt"/>
                <a:sym typeface="Helvetica Neue Medium"/>
              </a:rPr>
              <a:t>Declare </a:t>
            </a:r>
            <a:r>
              <a:rPr lang="en-US" sz="3200" dirty="0" err="1">
                <a:solidFill>
                  <a:schemeClr val="tx1">
                    <a:lumMod val="50000"/>
                  </a:schemeClr>
                </a:solidFill>
                <a:latin typeface="+mj-lt"/>
                <a:sym typeface="Helvetica Neue Medium"/>
              </a:rPr>
              <a:t>InputFile</a:t>
            </a:r>
            <a:r>
              <a:rPr lang="en-US" sz="3200" dirty="0">
                <a:solidFill>
                  <a:schemeClr val="tx1">
                    <a:lumMod val="50000"/>
                  </a:schemeClr>
                </a:solidFill>
                <a:latin typeface="+mj-lt"/>
                <a:sym typeface="Helvetica Neue Medium"/>
              </a:rPr>
              <a:t> </a:t>
            </a:r>
            <a:r>
              <a:rPr lang="en-US" sz="3200" dirty="0" err="1">
                <a:solidFill>
                  <a:schemeClr val="tx1">
                    <a:lumMod val="50000"/>
                  </a:schemeClr>
                </a:solidFill>
                <a:latin typeface="+mj-lt"/>
                <a:sym typeface="Helvetica Neue Medium"/>
              </a:rPr>
              <a:t>dataVar</a:t>
            </a:r>
            <a:endParaRPr lang="en-US" sz="3200" dirty="0">
              <a:solidFill>
                <a:schemeClr val="tx1">
                  <a:lumMod val="50000"/>
                </a:schemeClr>
              </a:solidFill>
              <a:latin typeface="+mj-lt"/>
              <a:sym typeface="Helvetica Neue Medium"/>
            </a:endParaRPr>
          </a:p>
        </p:txBody>
      </p:sp>
      <p:sp>
        <p:nvSpPr>
          <p:cNvPr id="24" name="Rectangle 23">
            <a:extLst>
              <a:ext uri="{FF2B5EF4-FFF2-40B4-BE49-F238E27FC236}">
                <a16:creationId xmlns:a16="http://schemas.microsoft.com/office/drawing/2014/main" id="{5C56E99E-5EA0-C622-4D2E-9008F7543A04}"/>
              </a:ext>
            </a:extLst>
          </p:cNvPr>
          <p:cNvSpPr/>
          <p:nvPr/>
        </p:nvSpPr>
        <p:spPr>
          <a:xfrm>
            <a:off x="1420757" y="9969656"/>
            <a:ext cx="5467350" cy="1181564"/>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rgbClr val="212121"/>
                </a:solidFill>
                <a:latin typeface="+mj-lt"/>
                <a:sym typeface="Helvetica Neue Medium"/>
              </a:rPr>
              <a:t>Open </a:t>
            </a:r>
            <a:r>
              <a:rPr lang="en-US" sz="3200" dirty="0" err="1">
                <a:solidFill>
                  <a:srgbClr val="212121"/>
                </a:solidFill>
                <a:latin typeface="+mj-lt"/>
                <a:sym typeface="Helvetica Neue Medium"/>
              </a:rPr>
              <a:t>dataVar</a:t>
            </a:r>
            <a:r>
              <a:rPr lang="en-US" sz="3200" dirty="0">
                <a:solidFill>
                  <a:srgbClr val="212121"/>
                </a:solidFill>
                <a:latin typeface="+mj-lt"/>
                <a:sym typeface="Helvetica Neue Medium"/>
              </a:rPr>
              <a:t> “</a:t>
            </a:r>
            <a:r>
              <a:rPr lang="en-US" sz="3200" dirty="0">
                <a:solidFill>
                  <a:srgbClr val="212121"/>
                </a:solidFill>
              </a:rPr>
              <a:t>data_mahasiswa.csv</a:t>
            </a:r>
            <a:r>
              <a:rPr lang="en-US" sz="3200" dirty="0">
                <a:solidFill>
                  <a:srgbClr val="212121"/>
                </a:solidFill>
                <a:latin typeface="+mj-lt"/>
                <a:sym typeface="Helvetica Neue Medium"/>
              </a:rPr>
              <a:t>”</a:t>
            </a:r>
            <a:endParaRPr lang="en-US" sz="3200" dirty="0">
              <a:solidFill>
                <a:srgbClr val="212121"/>
              </a:solidFill>
            </a:endParaRPr>
          </a:p>
        </p:txBody>
      </p:sp>
      <p:cxnSp>
        <p:nvCxnSpPr>
          <p:cNvPr id="30" name="Connector: Elbow 29">
            <a:extLst>
              <a:ext uri="{FF2B5EF4-FFF2-40B4-BE49-F238E27FC236}">
                <a16:creationId xmlns:a16="http://schemas.microsoft.com/office/drawing/2014/main" id="{08601658-D106-15BE-A069-37D8BD7AB92A}"/>
              </a:ext>
            </a:extLst>
          </p:cNvPr>
          <p:cNvCxnSpPr>
            <a:cxnSpLocks/>
            <a:stCxn id="22" idx="2"/>
            <a:endCxn id="24" idx="0"/>
          </p:cNvCxnSpPr>
          <p:nvPr/>
        </p:nvCxnSpPr>
        <p:spPr>
          <a:xfrm rot="5400000">
            <a:off x="3748892" y="9556511"/>
            <a:ext cx="818685" cy="7604"/>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9" name="Connector: Elbow 38">
            <a:extLst>
              <a:ext uri="{FF2B5EF4-FFF2-40B4-BE49-F238E27FC236}">
                <a16:creationId xmlns:a16="http://schemas.microsoft.com/office/drawing/2014/main" id="{E6F76389-8AEF-3DBD-94D4-9FF9897D74DF}"/>
              </a:ext>
            </a:extLst>
          </p:cNvPr>
          <p:cNvCxnSpPr>
            <a:cxnSpLocks/>
            <a:stCxn id="24" idx="2"/>
            <a:endCxn id="17" idx="0"/>
          </p:cNvCxnSpPr>
          <p:nvPr/>
        </p:nvCxnSpPr>
        <p:spPr>
          <a:xfrm rot="5400000">
            <a:off x="3667480" y="11638172"/>
            <a:ext cx="973904"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5" name="Parallelogram 44">
            <a:extLst>
              <a:ext uri="{FF2B5EF4-FFF2-40B4-BE49-F238E27FC236}">
                <a16:creationId xmlns:a16="http://schemas.microsoft.com/office/drawing/2014/main" id="{83AF528E-40E6-820C-24E6-AD212CE4C93C}"/>
              </a:ext>
            </a:extLst>
          </p:cNvPr>
          <p:cNvSpPr/>
          <p:nvPr/>
        </p:nvSpPr>
        <p:spPr>
          <a:xfrm>
            <a:off x="15957244" y="10726156"/>
            <a:ext cx="5776407" cy="1381958"/>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“Name: “, Name, “, Score: “, Score</a:t>
            </a:r>
          </a:p>
        </p:txBody>
      </p:sp>
      <p:cxnSp>
        <p:nvCxnSpPr>
          <p:cNvPr id="46" name="Connector: Elbow 45">
            <a:extLst>
              <a:ext uri="{FF2B5EF4-FFF2-40B4-BE49-F238E27FC236}">
                <a16:creationId xmlns:a16="http://schemas.microsoft.com/office/drawing/2014/main" id="{16E5401F-D275-BE9E-6570-E2E324A0255E}"/>
              </a:ext>
            </a:extLst>
          </p:cNvPr>
          <p:cNvCxnSpPr>
            <a:cxnSpLocks/>
            <a:stCxn id="9" idx="2"/>
            <a:endCxn id="45" idx="0"/>
          </p:cNvCxnSpPr>
          <p:nvPr/>
        </p:nvCxnSpPr>
        <p:spPr>
          <a:xfrm rot="16200000" flipH="1">
            <a:off x="18381847" y="10262555"/>
            <a:ext cx="922594" cy="4607"/>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72" name="Rectangle 71">
            <a:extLst>
              <a:ext uri="{FF2B5EF4-FFF2-40B4-BE49-F238E27FC236}">
                <a16:creationId xmlns:a16="http://schemas.microsoft.com/office/drawing/2014/main" id="{374ECD3B-B19F-0855-FC90-3D1D60FA7302}"/>
              </a:ext>
            </a:extLst>
          </p:cNvPr>
          <p:cNvSpPr/>
          <p:nvPr/>
        </p:nvSpPr>
        <p:spPr>
          <a:xfrm>
            <a:off x="8858798" y="10726156"/>
            <a:ext cx="3707020" cy="91201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Close </a:t>
            </a:r>
            <a:r>
              <a:rPr lang="en-US" sz="3200" dirty="0" err="1">
                <a:solidFill>
                  <a:schemeClr val="tx1">
                    <a:lumMod val="50000"/>
                  </a:schemeClr>
                </a:solidFill>
                <a:latin typeface="+mj-lt"/>
                <a:sym typeface="Helvetica Neue Medium"/>
              </a:rPr>
              <a:t>dataVar</a:t>
            </a:r>
            <a:endParaRPr lang="en-US" sz="3200" dirty="0">
              <a:solidFill>
                <a:schemeClr val="tx1">
                  <a:lumMod val="50000"/>
                </a:schemeClr>
              </a:solidFill>
              <a:latin typeface="+mj-lt"/>
              <a:sym typeface="Helvetica Neue Medium"/>
            </a:endParaRPr>
          </a:p>
        </p:txBody>
      </p:sp>
      <p:cxnSp>
        <p:nvCxnSpPr>
          <p:cNvPr id="79" name="Connector: Elbow 78">
            <a:extLst>
              <a:ext uri="{FF2B5EF4-FFF2-40B4-BE49-F238E27FC236}">
                <a16:creationId xmlns:a16="http://schemas.microsoft.com/office/drawing/2014/main" id="{5062ECB0-3D2C-C51E-1E66-B3F22A28E487}"/>
              </a:ext>
            </a:extLst>
          </p:cNvPr>
          <p:cNvCxnSpPr>
            <a:cxnSpLocks/>
            <a:stCxn id="72" idx="2"/>
            <a:endCxn id="6" idx="0"/>
          </p:cNvCxnSpPr>
          <p:nvPr/>
        </p:nvCxnSpPr>
        <p:spPr>
          <a:xfrm rot="16200000" flipH="1">
            <a:off x="10347746" y="12002734"/>
            <a:ext cx="729127"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9" name="Rectangle 8">
            <a:extLst>
              <a:ext uri="{FF2B5EF4-FFF2-40B4-BE49-F238E27FC236}">
                <a16:creationId xmlns:a16="http://schemas.microsoft.com/office/drawing/2014/main" id="{D59BE0FA-0189-B40E-5E78-0ADC0394AD82}"/>
              </a:ext>
            </a:extLst>
          </p:cNvPr>
          <p:cNvSpPr/>
          <p:nvPr/>
        </p:nvSpPr>
        <p:spPr>
          <a:xfrm>
            <a:off x="15847006" y="8891546"/>
            <a:ext cx="5987670" cy="91201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Read </a:t>
            </a:r>
            <a:r>
              <a:rPr lang="en-US" sz="3200" dirty="0" err="1">
                <a:solidFill>
                  <a:schemeClr val="tx1">
                    <a:lumMod val="50000"/>
                  </a:schemeClr>
                </a:solidFill>
                <a:latin typeface="+mj-lt"/>
                <a:sym typeface="Helvetica Neue Medium"/>
              </a:rPr>
              <a:t>dataVar</a:t>
            </a:r>
            <a:r>
              <a:rPr lang="en-US" sz="3200" dirty="0">
                <a:solidFill>
                  <a:schemeClr val="tx1">
                    <a:lumMod val="50000"/>
                  </a:schemeClr>
                </a:solidFill>
                <a:latin typeface="+mj-lt"/>
                <a:sym typeface="Helvetica Neue Medium"/>
              </a:rPr>
              <a:t> Name, Score</a:t>
            </a:r>
          </a:p>
        </p:txBody>
      </p:sp>
      <p:sp>
        <p:nvSpPr>
          <p:cNvPr id="15" name="Flowchart: Decision 14">
            <a:extLst>
              <a:ext uri="{FF2B5EF4-FFF2-40B4-BE49-F238E27FC236}">
                <a16:creationId xmlns:a16="http://schemas.microsoft.com/office/drawing/2014/main" id="{42881389-3B23-8C74-CA29-028ADE47F770}"/>
              </a:ext>
            </a:extLst>
          </p:cNvPr>
          <p:cNvSpPr/>
          <p:nvPr/>
        </p:nvSpPr>
        <p:spPr>
          <a:xfrm>
            <a:off x="8749222" y="7668663"/>
            <a:ext cx="3933162" cy="2300993"/>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274320" numCol="1" spcCol="38100" rtlCol="0" anchor="ctr">
            <a:noAutofit/>
          </a:bodyPr>
          <a:lstStyle/>
          <a:p>
            <a:pPr defTabSz="825500"/>
            <a:r>
              <a:rPr lang="en-US" sz="3200" b="1" dirty="0">
                <a:solidFill>
                  <a:schemeClr val="tx1">
                    <a:lumMod val="50000"/>
                  </a:schemeClr>
                </a:solidFill>
                <a:latin typeface="+mj-lt"/>
                <a:sym typeface="Helvetica Neue Medium"/>
              </a:rPr>
              <a:t>NOT</a:t>
            </a:r>
          </a:p>
          <a:p>
            <a:pPr defTabSz="825500"/>
            <a:r>
              <a:rPr lang="en-US" sz="3200" b="1" dirty="0" err="1">
                <a:solidFill>
                  <a:schemeClr val="tx1">
                    <a:lumMod val="50000"/>
                  </a:schemeClr>
                </a:solidFill>
                <a:latin typeface="+mj-lt"/>
                <a:sym typeface="Helvetica Neue Medium"/>
              </a:rPr>
              <a:t>eof</a:t>
            </a:r>
            <a:r>
              <a:rPr lang="en-US" sz="3200" b="1" dirty="0">
                <a:solidFill>
                  <a:schemeClr val="tx1">
                    <a:lumMod val="50000"/>
                  </a:schemeClr>
                </a:solidFill>
                <a:latin typeface="+mj-lt"/>
                <a:sym typeface="Helvetica Neue Medium"/>
              </a:rPr>
              <a:t>(</a:t>
            </a:r>
            <a:r>
              <a:rPr lang="en-US" sz="3200" b="1" dirty="0" err="1">
                <a:solidFill>
                  <a:schemeClr val="tx1">
                    <a:lumMod val="50000"/>
                  </a:schemeClr>
                </a:solidFill>
                <a:latin typeface="+mj-lt"/>
                <a:sym typeface="Helvetica Neue Medium"/>
              </a:rPr>
              <a:t>dataVar</a:t>
            </a:r>
            <a:r>
              <a:rPr lang="en-US" sz="3200" b="1" dirty="0">
                <a:solidFill>
                  <a:schemeClr val="tx1">
                    <a:lumMod val="50000"/>
                  </a:schemeClr>
                </a:solidFill>
                <a:latin typeface="+mj-lt"/>
                <a:sym typeface="Helvetica Neue Medium"/>
              </a:rPr>
              <a:t>)</a:t>
            </a:r>
          </a:p>
        </p:txBody>
      </p:sp>
      <p:sp>
        <p:nvSpPr>
          <p:cNvPr id="17" name="Flowchart: Connector 16">
            <a:extLst>
              <a:ext uri="{FF2B5EF4-FFF2-40B4-BE49-F238E27FC236}">
                <a16:creationId xmlns:a16="http://schemas.microsoft.com/office/drawing/2014/main" id="{BADABC71-F61D-75F5-433A-5C98499F79AE}"/>
              </a:ext>
            </a:extLst>
          </p:cNvPr>
          <p:cNvSpPr/>
          <p:nvPr/>
        </p:nvSpPr>
        <p:spPr>
          <a:xfrm>
            <a:off x="3523235" y="12125124"/>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sp>
        <p:nvSpPr>
          <p:cNvPr id="21" name="Flowchart: Connector 20">
            <a:extLst>
              <a:ext uri="{FF2B5EF4-FFF2-40B4-BE49-F238E27FC236}">
                <a16:creationId xmlns:a16="http://schemas.microsoft.com/office/drawing/2014/main" id="{79319B53-0450-BAA7-72E4-C32658137FA8}"/>
              </a:ext>
            </a:extLst>
          </p:cNvPr>
          <p:cNvSpPr/>
          <p:nvPr/>
        </p:nvSpPr>
        <p:spPr>
          <a:xfrm>
            <a:off x="10081112" y="5562948"/>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cxnSp>
        <p:nvCxnSpPr>
          <p:cNvPr id="23" name="Connector: Elbow 22">
            <a:extLst>
              <a:ext uri="{FF2B5EF4-FFF2-40B4-BE49-F238E27FC236}">
                <a16:creationId xmlns:a16="http://schemas.microsoft.com/office/drawing/2014/main" id="{82374D54-35AC-4463-2A9C-A01F850EF1E4}"/>
              </a:ext>
            </a:extLst>
          </p:cNvPr>
          <p:cNvCxnSpPr>
            <a:cxnSpLocks/>
            <a:stCxn id="21" idx="4"/>
            <a:endCxn id="15" idx="0"/>
          </p:cNvCxnSpPr>
          <p:nvPr/>
        </p:nvCxnSpPr>
        <p:spPr>
          <a:xfrm rot="16200000" flipH="1">
            <a:off x="10259800" y="7212659"/>
            <a:ext cx="908511" cy="3495"/>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1" name="Connector: Elbow 30">
            <a:extLst>
              <a:ext uri="{FF2B5EF4-FFF2-40B4-BE49-F238E27FC236}">
                <a16:creationId xmlns:a16="http://schemas.microsoft.com/office/drawing/2014/main" id="{D5EB4999-D053-CD6C-40A2-7B63377902A5}"/>
              </a:ext>
            </a:extLst>
          </p:cNvPr>
          <p:cNvCxnSpPr>
            <a:cxnSpLocks/>
            <a:stCxn id="15" idx="2"/>
            <a:endCxn id="72" idx="0"/>
          </p:cNvCxnSpPr>
          <p:nvPr/>
        </p:nvCxnSpPr>
        <p:spPr>
          <a:xfrm rot="5400000">
            <a:off x="10335806" y="10346159"/>
            <a:ext cx="756500" cy="3495"/>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7" name="Content Placeholder 4">
            <a:extLst>
              <a:ext uri="{FF2B5EF4-FFF2-40B4-BE49-F238E27FC236}">
                <a16:creationId xmlns:a16="http://schemas.microsoft.com/office/drawing/2014/main" id="{4BB399CF-5154-6A1F-C5AE-F4404AAE886A}"/>
              </a:ext>
            </a:extLst>
          </p:cNvPr>
          <p:cNvSpPr txBox="1">
            <a:spLocks/>
          </p:cNvSpPr>
          <p:nvPr/>
        </p:nvSpPr>
        <p:spPr>
          <a:xfrm>
            <a:off x="9429750" y="9926896"/>
            <a:ext cx="1321224" cy="5400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False</a:t>
            </a:r>
          </a:p>
        </p:txBody>
      </p:sp>
      <p:sp>
        <p:nvSpPr>
          <p:cNvPr id="38" name="Content Placeholder 4">
            <a:extLst>
              <a:ext uri="{FF2B5EF4-FFF2-40B4-BE49-F238E27FC236}">
                <a16:creationId xmlns:a16="http://schemas.microsoft.com/office/drawing/2014/main" id="{8E27B374-EE44-FDC1-8613-B7C47D24FB0B}"/>
              </a:ext>
            </a:extLst>
          </p:cNvPr>
          <p:cNvSpPr txBox="1">
            <a:spLocks/>
          </p:cNvSpPr>
          <p:nvPr/>
        </p:nvSpPr>
        <p:spPr>
          <a:xfrm>
            <a:off x="13668199" y="7390290"/>
            <a:ext cx="6131269" cy="14717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3200" dirty="0">
                <a:latin typeface="+mj-lt"/>
              </a:rPr>
              <a:t>Means “There are still </a:t>
            </a:r>
            <a:r>
              <a:rPr lang="en-US" sz="3200" u="sng" dirty="0">
                <a:latin typeface="+mj-lt"/>
              </a:rPr>
              <a:t>unchecked</a:t>
            </a:r>
            <a:r>
              <a:rPr lang="en-US" sz="3200" dirty="0">
                <a:latin typeface="+mj-lt"/>
              </a:rPr>
              <a:t> row(s) of data”</a:t>
            </a:r>
          </a:p>
        </p:txBody>
      </p:sp>
      <p:cxnSp>
        <p:nvCxnSpPr>
          <p:cNvPr id="42" name="Connector: Elbow 41">
            <a:extLst>
              <a:ext uri="{FF2B5EF4-FFF2-40B4-BE49-F238E27FC236}">
                <a16:creationId xmlns:a16="http://schemas.microsoft.com/office/drawing/2014/main" id="{7223A57B-AF61-8D9A-2308-01155A5DB1E0}"/>
              </a:ext>
            </a:extLst>
          </p:cNvPr>
          <p:cNvCxnSpPr>
            <a:cxnSpLocks/>
            <a:stCxn id="15" idx="3"/>
            <a:endCxn id="9" idx="1"/>
          </p:cNvCxnSpPr>
          <p:nvPr/>
        </p:nvCxnSpPr>
        <p:spPr>
          <a:xfrm>
            <a:off x="12682384" y="8819160"/>
            <a:ext cx="3164622" cy="528394"/>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7" name="Connector: Elbow 46">
            <a:extLst>
              <a:ext uri="{FF2B5EF4-FFF2-40B4-BE49-F238E27FC236}">
                <a16:creationId xmlns:a16="http://schemas.microsoft.com/office/drawing/2014/main" id="{A6AFC4E2-52A9-50E4-7AFA-54876E681529}"/>
              </a:ext>
            </a:extLst>
          </p:cNvPr>
          <p:cNvCxnSpPr>
            <a:cxnSpLocks/>
            <a:stCxn id="45" idx="4"/>
          </p:cNvCxnSpPr>
          <p:nvPr/>
        </p:nvCxnSpPr>
        <p:spPr>
          <a:xfrm rot="5400000" flipH="1">
            <a:off x="12274734" y="5537401"/>
            <a:ext cx="4997785" cy="8143643"/>
          </a:xfrm>
          <a:prstGeom prst="bentConnector4">
            <a:avLst>
              <a:gd name="adj1" fmla="val -14484"/>
              <a:gd name="adj2" fmla="val -4806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1" name="Content Placeholder 4">
            <a:extLst>
              <a:ext uri="{FF2B5EF4-FFF2-40B4-BE49-F238E27FC236}">
                <a16:creationId xmlns:a16="http://schemas.microsoft.com/office/drawing/2014/main" id="{A84BC797-2F6C-22F4-530B-243E1D40A0E2}"/>
              </a:ext>
            </a:extLst>
          </p:cNvPr>
          <p:cNvSpPr txBox="1">
            <a:spLocks/>
          </p:cNvSpPr>
          <p:nvPr/>
        </p:nvSpPr>
        <p:spPr>
          <a:xfrm>
            <a:off x="12848564" y="8914840"/>
            <a:ext cx="1321224" cy="5400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True</a:t>
            </a:r>
          </a:p>
        </p:txBody>
      </p:sp>
    </p:spTree>
    <p:extLst>
      <p:ext uri="{BB962C8B-B14F-4D97-AF65-F5344CB8AC3E}">
        <p14:creationId xmlns:p14="http://schemas.microsoft.com/office/powerpoint/2010/main" val="340857219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EFB00-B167-BB9A-B564-55FA8570F7E1}"/>
              </a:ext>
            </a:extLst>
          </p:cNvPr>
          <p:cNvSpPr>
            <a:spLocks noGrp="1"/>
          </p:cNvSpPr>
          <p:nvPr>
            <p:ph type="title"/>
          </p:nvPr>
        </p:nvSpPr>
        <p:spPr/>
        <p:txBody>
          <a:bodyPr/>
          <a:lstStyle/>
          <a:p>
            <a:r>
              <a:rPr lang="en-US" sz="9600" dirty="0"/>
              <a:t>Designing main &amp; sub-menus</a:t>
            </a:r>
          </a:p>
        </p:txBody>
      </p:sp>
    </p:spTree>
    <p:extLst>
      <p:ext uri="{BB962C8B-B14F-4D97-AF65-F5344CB8AC3E}">
        <p14:creationId xmlns:p14="http://schemas.microsoft.com/office/powerpoint/2010/main" val="377096499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6D8F-53DD-1EE2-67A4-2F8F24C81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55603-5B9A-D2A6-542D-94F58326114A}"/>
              </a:ext>
            </a:extLst>
          </p:cNvPr>
          <p:cNvSpPr>
            <a:spLocks noGrp="1"/>
          </p:cNvSpPr>
          <p:nvPr>
            <p:ph type="title"/>
          </p:nvPr>
        </p:nvSpPr>
        <p:spPr/>
        <p:txBody>
          <a:bodyPr>
            <a:normAutofit fontScale="90000"/>
          </a:bodyPr>
          <a:lstStyle/>
          <a:p>
            <a:r>
              <a:rPr lang="en-US" dirty="0"/>
              <a:t>Designing menu-driven programming</a:t>
            </a:r>
          </a:p>
        </p:txBody>
      </p:sp>
      <p:sp>
        <p:nvSpPr>
          <p:cNvPr id="3" name="Text Placeholder 2">
            <a:extLst>
              <a:ext uri="{FF2B5EF4-FFF2-40B4-BE49-F238E27FC236}">
                <a16:creationId xmlns:a16="http://schemas.microsoft.com/office/drawing/2014/main" id="{B9BE70F2-AD43-8F5D-175B-BC6A3977E02F}"/>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ADFA09C2-B633-0B20-DE18-C0554A45B6A6}"/>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When designing menus, there are several key importance:</a:t>
            </a:r>
          </a:p>
          <a:p>
            <a:pPr marL="514350" indent="-514350">
              <a:spcBef>
                <a:spcPts val="3000"/>
              </a:spcBef>
              <a:buFont typeface="+mj-lt"/>
              <a:buAutoNum type="arabicPeriod"/>
            </a:pPr>
            <a:r>
              <a:rPr lang="en-US" sz="3200" dirty="0">
                <a:latin typeface="+mj-lt"/>
              </a:rPr>
              <a:t>Always numerate each option</a:t>
            </a:r>
          </a:p>
          <a:p>
            <a:pPr marL="514350" indent="-514350">
              <a:spcBef>
                <a:spcPts val="3000"/>
              </a:spcBef>
              <a:buFont typeface="+mj-lt"/>
              <a:buAutoNum type="arabicPeriod"/>
            </a:pPr>
            <a:r>
              <a:rPr lang="en-US" sz="3200" dirty="0">
                <a:latin typeface="+mj-lt"/>
              </a:rPr>
              <a:t>Provide a way to get back to the menu AND exit the program</a:t>
            </a:r>
          </a:p>
          <a:p>
            <a:pPr marL="514350" indent="-514350">
              <a:spcBef>
                <a:spcPts val="3000"/>
              </a:spcBef>
              <a:buFont typeface="+mj-lt"/>
              <a:buAutoNum type="arabicPeriod"/>
            </a:pPr>
            <a:r>
              <a:rPr lang="en-US" sz="3200" dirty="0">
                <a:latin typeface="+mj-lt"/>
              </a:rPr>
              <a:t>Handle invalid inputs by prompting the user to re-enter a valid option</a:t>
            </a:r>
          </a:p>
          <a:p>
            <a:pPr marL="514350" indent="-514350">
              <a:spcBef>
                <a:spcPts val="3000"/>
              </a:spcBef>
              <a:buFont typeface="+mj-lt"/>
              <a:buAutoNum type="arabicPeriod"/>
            </a:pPr>
            <a:r>
              <a:rPr lang="en-US" sz="3200" dirty="0">
                <a:latin typeface="+mj-lt"/>
              </a:rPr>
              <a:t>Arrange options in a logical and intuitive order</a:t>
            </a:r>
          </a:p>
        </p:txBody>
      </p:sp>
    </p:spTree>
    <p:extLst>
      <p:ext uri="{BB962C8B-B14F-4D97-AF65-F5344CB8AC3E}">
        <p14:creationId xmlns:p14="http://schemas.microsoft.com/office/powerpoint/2010/main" val="417521282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C265C-1403-4E41-FE5E-598B4BBC1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569CC-9051-E0A6-2D77-54E991F3A7CE}"/>
              </a:ext>
            </a:extLst>
          </p:cNvPr>
          <p:cNvSpPr>
            <a:spLocks noGrp="1"/>
          </p:cNvSpPr>
          <p:nvPr>
            <p:ph type="title"/>
          </p:nvPr>
        </p:nvSpPr>
        <p:spPr/>
        <p:txBody>
          <a:bodyPr>
            <a:normAutofit fontScale="90000"/>
          </a:bodyPr>
          <a:lstStyle/>
          <a:p>
            <a:r>
              <a:rPr lang="en-US" dirty="0"/>
              <a:t>Designing menu-driven programming</a:t>
            </a:r>
          </a:p>
        </p:txBody>
      </p:sp>
      <p:sp>
        <p:nvSpPr>
          <p:cNvPr id="3" name="Text Placeholder 2">
            <a:extLst>
              <a:ext uri="{FF2B5EF4-FFF2-40B4-BE49-F238E27FC236}">
                <a16:creationId xmlns:a16="http://schemas.microsoft.com/office/drawing/2014/main" id="{02E96884-36D6-09DC-D5CB-964DA3D8C35B}"/>
              </a:ext>
            </a:extLst>
          </p:cNvPr>
          <p:cNvSpPr>
            <a:spLocks noGrp="1"/>
          </p:cNvSpPr>
          <p:nvPr>
            <p:ph type="body" sz="quarter" idx="10"/>
          </p:nvPr>
        </p:nvSpPr>
        <p:spPr/>
        <p:txBody>
          <a:bodyPr/>
          <a:lstStyle/>
          <a:p>
            <a:r>
              <a:rPr lang="en-US" dirty="0"/>
              <a:t>Always numerate each option</a:t>
            </a:r>
          </a:p>
        </p:txBody>
      </p:sp>
      <p:sp>
        <p:nvSpPr>
          <p:cNvPr id="4" name="Content Placeholder 3">
            <a:extLst>
              <a:ext uri="{FF2B5EF4-FFF2-40B4-BE49-F238E27FC236}">
                <a16:creationId xmlns:a16="http://schemas.microsoft.com/office/drawing/2014/main" id="{455B17BF-11F9-8534-C2BD-DEF6CF73958F}"/>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Since the only way to navigate through the menu is by number, numerating each option therefore becomes essential. Be consistent with your “back” or “exit” number. Usually, it’s 0, 9, 99, or placed as the last option.</a:t>
            </a:r>
          </a:p>
        </p:txBody>
      </p:sp>
      <p:pic>
        <p:nvPicPr>
          <p:cNvPr id="5" name="Picture 4" descr="Daftar Kode USSD Paket Internet Telkomsel Terbaru">
            <a:extLst>
              <a:ext uri="{FF2B5EF4-FFF2-40B4-BE49-F238E27FC236}">
                <a16:creationId xmlns:a16="http://schemas.microsoft.com/office/drawing/2014/main" id="{D051DAD2-BB74-B21C-EB38-6D5E561F2338}"/>
              </a:ext>
            </a:extLst>
          </p:cNvPr>
          <p:cNvPicPr>
            <a:picLocks noChangeAspect="1"/>
          </p:cNvPicPr>
          <p:nvPr/>
        </p:nvPicPr>
        <p:blipFill>
          <a:blip r:embed="rId2"/>
          <a:stretch>
            <a:fillRect/>
          </a:stretch>
        </p:blipFill>
        <p:spPr>
          <a:xfrm>
            <a:off x="7401401" y="6858000"/>
            <a:ext cx="9581198" cy="6387466"/>
          </a:xfrm>
          <a:prstGeom prst="rect">
            <a:avLst/>
          </a:prstGeom>
        </p:spPr>
      </p:pic>
      <p:sp>
        <p:nvSpPr>
          <p:cNvPr id="6" name="Rectangle 5">
            <a:extLst>
              <a:ext uri="{FF2B5EF4-FFF2-40B4-BE49-F238E27FC236}">
                <a16:creationId xmlns:a16="http://schemas.microsoft.com/office/drawing/2014/main" id="{F07B2E1B-5425-8A58-11FD-2CB8A2ADC753}"/>
              </a:ext>
            </a:extLst>
          </p:cNvPr>
          <p:cNvSpPr/>
          <p:nvPr/>
        </p:nvSpPr>
        <p:spPr>
          <a:xfrm>
            <a:off x="7816720" y="8864081"/>
            <a:ext cx="860750" cy="3993503"/>
          </a:xfrm>
          <a:prstGeom prst="rect">
            <a:avLst/>
          </a:prstGeom>
          <a:noFill/>
          <a:ln w="76200">
            <a:solidFill>
              <a:srgbClr val="FF000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mj-lt"/>
                <a:ea typeface="Helvetica Neue Medium"/>
                <a:cs typeface="Helvetica Neue Medium"/>
                <a:sym typeface="Helvetica Neue Medium"/>
              </a:rPr>
              <a:t> </a:t>
            </a:r>
          </a:p>
        </p:txBody>
      </p:sp>
    </p:spTree>
    <p:extLst>
      <p:ext uri="{BB962C8B-B14F-4D97-AF65-F5344CB8AC3E}">
        <p14:creationId xmlns:p14="http://schemas.microsoft.com/office/powerpoint/2010/main" val="349344962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B9AEA-CC38-DD29-0946-DAB0E5836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49AA2-F4E0-44DD-2D2A-5B9D33378654}"/>
              </a:ext>
            </a:extLst>
          </p:cNvPr>
          <p:cNvSpPr>
            <a:spLocks noGrp="1"/>
          </p:cNvSpPr>
          <p:nvPr>
            <p:ph type="title"/>
          </p:nvPr>
        </p:nvSpPr>
        <p:spPr>
          <a:xfrm>
            <a:off x="2167377" y="1872058"/>
            <a:ext cx="16531170" cy="510281"/>
          </a:xfrm>
        </p:spPr>
        <p:txBody>
          <a:bodyPr>
            <a:normAutofit fontScale="90000"/>
          </a:bodyPr>
          <a:lstStyle/>
          <a:p>
            <a:pPr>
              <a:spcBef>
                <a:spcPts val="3000"/>
              </a:spcBef>
            </a:pPr>
            <a:r>
              <a:rPr lang="en-US" sz="4000" dirty="0"/>
              <a:t>Designing menu-driven programming</a:t>
            </a:r>
          </a:p>
        </p:txBody>
      </p:sp>
      <p:sp>
        <p:nvSpPr>
          <p:cNvPr id="3" name="Text Placeholder 2">
            <a:extLst>
              <a:ext uri="{FF2B5EF4-FFF2-40B4-BE49-F238E27FC236}">
                <a16:creationId xmlns:a16="http://schemas.microsoft.com/office/drawing/2014/main" id="{0B25F8DA-1A93-F72F-F8E7-3BB2B55DED5C}"/>
              </a:ext>
            </a:extLst>
          </p:cNvPr>
          <p:cNvSpPr>
            <a:spLocks noGrp="1"/>
          </p:cNvSpPr>
          <p:nvPr>
            <p:ph type="body" sz="quarter" idx="10"/>
          </p:nvPr>
        </p:nvSpPr>
        <p:spPr>
          <a:xfrm>
            <a:off x="2167377" y="2419728"/>
            <a:ext cx="15243545" cy="803546"/>
          </a:xfrm>
        </p:spPr>
        <p:txBody>
          <a:bodyPr>
            <a:normAutofit/>
          </a:bodyPr>
          <a:lstStyle/>
          <a:p>
            <a:r>
              <a:rPr lang="en-US" dirty="0"/>
              <a:t>Provide a way to get back to the menu AND exit the program</a:t>
            </a:r>
          </a:p>
        </p:txBody>
      </p:sp>
      <p:sp>
        <p:nvSpPr>
          <p:cNvPr id="4" name="Content Placeholder 3">
            <a:extLst>
              <a:ext uri="{FF2B5EF4-FFF2-40B4-BE49-F238E27FC236}">
                <a16:creationId xmlns:a16="http://schemas.microsoft.com/office/drawing/2014/main" id="{9DA01458-E7DE-A378-D7DE-321874F9A47C}"/>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Sometimes people make mistake, and it’s not a good experience to redo the input from the start, considering all the effort and waiting. Therefore, having a way to step back is important. </a:t>
            </a:r>
            <a:r>
              <a:rPr lang="en-US" sz="3200" b="1" dirty="0">
                <a:latin typeface="+mj-lt"/>
              </a:rPr>
              <a:t>Imagine all the work you need to do without undo shortcut.</a:t>
            </a:r>
          </a:p>
        </p:txBody>
      </p:sp>
      <p:pic>
        <p:nvPicPr>
          <p:cNvPr id="5" name="Picture 4" descr="Daftar Kode USSD Paket Internet Telkomsel Terbaru">
            <a:extLst>
              <a:ext uri="{FF2B5EF4-FFF2-40B4-BE49-F238E27FC236}">
                <a16:creationId xmlns:a16="http://schemas.microsoft.com/office/drawing/2014/main" id="{1A45EAF4-E855-704A-2BB7-FE68B3CD4DED}"/>
              </a:ext>
            </a:extLst>
          </p:cNvPr>
          <p:cNvPicPr>
            <a:picLocks noChangeAspect="1"/>
          </p:cNvPicPr>
          <p:nvPr/>
        </p:nvPicPr>
        <p:blipFill>
          <a:blip r:embed="rId2"/>
          <a:stretch>
            <a:fillRect/>
          </a:stretch>
        </p:blipFill>
        <p:spPr>
          <a:xfrm>
            <a:off x="7401401" y="6858000"/>
            <a:ext cx="9581198" cy="6387466"/>
          </a:xfrm>
          <a:prstGeom prst="rect">
            <a:avLst/>
          </a:prstGeom>
        </p:spPr>
      </p:pic>
      <p:sp>
        <p:nvSpPr>
          <p:cNvPr id="6" name="Rectangle 5">
            <a:extLst>
              <a:ext uri="{FF2B5EF4-FFF2-40B4-BE49-F238E27FC236}">
                <a16:creationId xmlns:a16="http://schemas.microsoft.com/office/drawing/2014/main" id="{29D83F27-54B2-5B01-14AD-C070A2D87B58}"/>
              </a:ext>
            </a:extLst>
          </p:cNvPr>
          <p:cNvSpPr/>
          <p:nvPr/>
        </p:nvSpPr>
        <p:spPr>
          <a:xfrm>
            <a:off x="7816719" y="12163985"/>
            <a:ext cx="1887117" cy="637616"/>
          </a:xfrm>
          <a:prstGeom prst="rect">
            <a:avLst/>
          </a:prstGeom>
          <a:noFill/>
          <a:ln w="76200">
            <a:solidFill>
              <a:srgbClr val="FF0000"/>
            </a:solidFill>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non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mj-lt"/>
                <a:ea typeface="Helvetica Neue Medium"/>
                <a:cs typeface="Helvetica Neue Medium"/>
                <a:sym typeface="Helvetica Neue Medium"/>
              </a:rPr>
              <a:t> </a:t>
            </a:r>
          </a:p>
        </p:txBody>
      </p:sp>
    </p:spTree>
    <p:extLst>
      <p:ext uri="{BB962C8B-B14F-4D97-AF65-F5344CB8AC3E}">
        <p14:creationId xmlns:p14="http://schemas.microsoft.com/office/powerpoint/2010/main" val="46567471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AB66-8840-A6C7-5D66-3B1D70313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77B8B-E375-17FD-4D75-810ED99AE11C}"/>
              </a:ext>
            </a:extLst>
          </p:cNvPr>
          <p:cNvSpPr>
            <a:spLocks noGrp="1"/>
          </p:cNvSpPr>
          <p:nvPr>
            <p:ph type="title"/>
          </p:nvPr>
        </p:nvSpPr>
        <p:spPr>
          <a:xfrm>
            <a:off x="2167377" y="1872058"/>
            <a:ext cx="19703578" cy="510281"/>
          </a:xfrm>
        </p:spPr>
        <p:txBody>
          <a:bodyPr>
            <a:normAutofit fontScale="90000"/>
          </a:bodyPr>
          <a:lstStyle/>
          <a:p>
            <a:pPr>
              <a:spcBef>
                <a:spcPts val="3000"/>
              </a:spcBef>
            </a:pPr>
            <a:r>
              <a:rPr lang="en-US" sz="4000" dirty="0"/>
              <a:t>Designing menu-driven programming</a:t>
            </a:r>
          </a:p>
        </p:txBody>
      </p:sp>
      <p:sp>
        <p:nvSpPr>
          <p:cNvPr id="3" name="Text Placeholder 2">
            <a:extLst>
              <a:ext uri="{FF2B5EF4-FFF2-40B4-BE49-F238E27FC236}">
                <a16:creationId xmlns:a16="http://schemas.microsoft.com/office/drawing/2014/main" id="{4EA60C9D-65EB-B2A2-1853-CAA8519FAE31}"/>
              </a:ext>
            </a:extLst>
          </p:cNvPr>
          <p:cNvSpPr>
            <a:spLocks noGrp="1"/>
          </p:cNvSpPr>
          <p:nvPr>
            <p:ph type="body" sz="quarter" idx="10"/>
          </p:nvPr>
        </p:nvSpPr>
        <p:spPr>
          <a:xfrm>
            <a:off x="2167376" y="2419728"/>
            <a:ext cx="17893439" cy="1082986"/>
          </a:xfrm>
        </p:spPr>
        <p:txBody>
          <a:bodyPr>
            <a:normAutofit/>
          </a:bodyPr>
          <a:lstStyle/>
          <a:p>
            <a:r>
              <a:rPr lang="en-US" dirty="0"/>
              <a:t>Handle invalid inputs by prompting the user to re-enter a valid option</a:t>
            </a:r>
          </a:p>
        </p:txBody>
      </p:sp>
      <p:sp>
        <p:nvSpPr>
          <p:cNvPr id="4" name="Content Placeholder 3">
            <a:extLst>
              <a:ext uri="{FF2B5EF4-FFF2-40B4-BE49-F238E27FC236}">
                <a16:creationId xmlns:a16="http://schemas.microsoft.com/office/drawing/2014/main" id="{8283DDFC-B9EC-4797-00A4-F6E976082BB5}"/>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Sometimes the mistake can be something that cannot be processed because it’s not within the menu. Instead of terminating the program, ask the user to reinput the option. Better yet, ensure you tell the user the specific error instead of redisplaying the input prompt – this is to ensure that the user knows that an error had just occurred.</a:t>
            </a:r>
            <a:endParaRPr lang="en-US" sz="3200" b="1" dirty="0">
              <a:latin typeface="+mj-lt"/>
            </a:endParaRPr>
          </a:p>
        </p:txBody>
      </p:sp>
      <p:pic>
        <p:nvPicPr>
          <p:cNvPr id="8" name="Picture 7">
            <a:extLst>
              <a:ext uri="{FF2B5EF4-FFF2-40B4-BE49-F238E27FC236}">
                <a16:creationId xmlns:a16="http://schemas.microsoft.com/office/drawing/2014/main" id="{2BBB9D9D-2319-6A7B-C46C-B8FA285E11C6}"/>
              </a:ext>
            </a:extLst>
          </p:cNvPr>
          <p:cNvPicPr>
            <a:picLocks noChangeAspect="1"/>
          </p:cNvPicPr>
          <p:nvPr/>
        </p:nvPicPr>
        <p:blipFill>
          <a:blip r:embed="rId2"/>
          <a:stretch>
            <a:fillRect/>
          </a:stretch>
        </p:blipFill>
        <p:spPr>
          <a:xfrm>
            <a:off x="7071893" y="7875775"/>
            <a:ext cx="9728718" cy="2035550"/>
          </a:xfrm>
          <a:prstGeom prst="rect">
            <a:avLst/>
          </a:prstGeom>
        </p:spPr>
      </p:pic>
    </p:spTree>
    <p:extLst>
      <p:ext uri="{BB962C8B-B14F-4D97-AF65-F5344CB8AC3E}">
        <p14:creationId xmlns:p14="http://schemas.microsoft.com/office/powerpoint/2010/main" val="217935434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89530-D2EE-30C9-90E4-F491449B6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092B3-D14B-9DAF-1A77-6476E0FD5344}"/>
              </a:ext>
            </a:extLst>
          </p:cNvPr>
          <p:cNvSpPr>
            <a:spLocks noGrp="1"/>
          </p:cNvSpPr>
          <p:nvPr>
            <p:ph type="title"/>
          </p:nvPr>
        </p:nvSpPr>
        <p:spPr>
          <a:xfrm>
            <a:off x="2167377" y="1872058"/>
            <a:ext cx="19703578" cy="510281"/>
          </a:xfrm>
        </p:spPr>
        <p:txBody>
          <a:bodyPr>
            <a:normAutofit fontScale="90000"/>
          </a:bodyPr>
          <a:lstStyle/>
          <a:p>
            <a:pPr>
              <a:spcBef>
                <a:spcPts val="3000"/>
              </a:spcBef>
            </a:pPr>
            <a:r>
              <a:rPr lang="en-US" sz="4000" dirty="0"/>
              <a:t>Designing menu-driven programming</a:t>
            </a:r>
          </a:p>
        </p:txBody>
      </p:sp>
      <p:sp>
        <p:nvSpPr>
          <p:cNvPr id="3" name="Text Placeholder 2">
            <a:extLst>
              <a:ext uri="{FF2B5EF4-FFF2-40B4-BE49-F238E27FC236}">
                <a16:creationId xmlns:a16="http://schemas.microsoft.com/office/drawing/2014/main" id="{334E5105-CD8D-9540-A921-6CEF11A2DBE7}"/>
              </a:ext>
            </a:extLst>
          </p:cNvPr>
          <p:cNvSpPr>
            <a:spLocks noGrp="1"/>
          </p:cNvSpPr>
          <p:nvPr>
            <p:ph type="body" sz="quarter" idx="10"/>
          </p:nvPr>
        </p:nvSpPr>
        <p:spPr>
          <a:xfrm>
            <a:off x="2167377" y="2419728"/>
            <a:ext cx="12929554" cy="803546"/>
          </a:xfrm>
        </p:spPr>
        <p:txBody>
          <a:bodyPr>
            <a:normAutofit/>
          </a:bodyPr>
          <a:lstStyle/>
          <a:p>
            <a:r>
              <a:rPr lang="en-US" dirty="0"/>
              <a:t>Arrange options in a logical and intuitive order</a:t>
            </a:r>
          </a:p>
        </p:txBody>
      </p:sp>
      <p:sp>
        <p:nvSpPr>
          <p:cNvPr id="4" name="Content Placeholder 3">
            <a:extLst>
              <a:ext uri="{FF2B5EF4-FFF2-40B4-BE49-F238E27FC236}">
                <a16:creationId xmlns:a16="http://schemas.microsoft.com/office/drawing/2014/main" id="{B396F190-923A-14F3-1719-DE6F30681470}"/>
              </a:ext>
            </a:extLst>
          </p:cNvPr>
          <p:cNvSpPr txBox="1">
            <a:spLocks/>
          </p:cNvSpPr>
          <p:nvPr/>
        </p:nvSpPr>
        <p:spPr>
          <a:xfrm>
            <a:off x="2167377" y="3502714"/>
            <a:ext cx="19849941" cy="2506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In adjacent to UI/UX, a new user should be able to guess the right option without reading all of them. Making the menu more intuitive by organizing the menu that feels natural will accommodate the user more. This can be done through logical ordering and grouping.</a:t>
            </a:r>
            <a:endParaRPr lang="en-US" sz="3200" b="1" dirty="0">
              <a:latin typeface="+mj-lt"/>
            </a:endParaRPr>
          </a:p>
        </p:txBody>
      </p:sp>
      <p:pic>
        <p:nvPicPr>
          <p:cNvPr id="6" name="Picture 5">
            <a:extLst>
              <a:ext uri="{FF2B5EF4-FFF2-40B4-BE49-F238E27FC236}">
                <a16:creationId xmlns:a16="http://schemas.microsoft.com/office/drawing/2014/main" id="{91807036-B5EA-46A6-A62C-47BF4146DF98}"/>
              </a:ext>
            </a:extLst>
          </p:cNvPr>
          <p:cNvPicPr>
            <a:picLocks noChangeAspect="1"/>
          </p:cNvPicPr>
          <p:nvPr/>
        </p:nvPicPr>
        <p:blipFill>
          <a:blip r:embed="rId2"/>
          <a:stretch>
            <a:fillRect/>
          </a:stretch>
        </p:blipFill>
        <p:spPr>
          <a:xfrm>
            <a:off x="8752052" y="7707087"/>
            <a:ext cx="6879898" cy="3429862"/>
          </a:xfrm>
          <a:prstGeom prst="rect">
            <a:avLst/>
          </a:prstGeom>
        </p:spPr>
      </p:pic>
      <p:sp>
        <p:nvSpPr>
          <p:cNvPr id="7" name="Arrow: Down 6">
            <a:extLst>
              <a:ext uri="{FF2B5EF4-FFF2-40B4-BE49-F238E27FC236}">
                <a16:creationId xmlns:a16="http://schemas.microsoft.com/office/drawing/2014/main" id="{5E672724-4C8C-8755-6C73-2EFCF073D20D}"/>
              </a:ext>
            </a:extLst>
          </p:cNvPr>
          <p:cNvSpPr/>
          <p:nvPr/>
        </p:nvSpPr>
        <p:spPr>
          <a:xfrm rot="2880289">
            <a:off x="14640067" y="6809993"/>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9" name="Content Placeholder 3">
            <a:extLst>
              <a:ext uri="{FF2B5EF4-FFF2-40B4-BE49-F238E27FC236}">
                <a16:creationId xmlns:a16="http://schemas.microsoft.com/office/drawing/2014/main" id="{D9B178D2-F57C-3CAF-0D6F-E7CF0110EDE0}"/>
              </a:ext>
            </a:extLst>
          </p:cNvPr>
          <p:cNvSpPr txBox="1">
            <a:spLocks/>
          </p:cNvSpPr>
          <p:nvPr/>
        </p:nvSpPr>
        <p:spPr>
          <a:xfrm>
            <a:off x="15945429" y="6280852"/>
            <a:ext cx="7031144" cy="8292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Can’t add record if no student exist.</a:t>
            </a:r>
            <a:endParaRPr lang="en-US" sz="3200" b="1" dirty="0">
              <a:latin typeface="+mj-lt"/>
            </a:endParaRPr>
          </a:p>
        </p:txBody>
      </p:sp>
      <p:sp>
        <p:nvSpPr>
          <p:cNvPr id="10" name="Arrow: Down 9">
            <a:extLst>
              <a:ext uri="{FF2B5EF4-FFF2-40B4-BE49-F238E27FC236}">
                <a16:creationId xmlns:a16="http://schemas.microsoft.com/office/drawing/2014/main" id="{266485DD-52AA-1956-969C-549DCA15E70A}"/>
              </a:ext>
            </a:extLst>
          </p:cNvPr>
          <p:cNvSpPr/>
          <p:nvPr/>
        </p:nvSpPr>
        <p:spPr>
          <a:xfrm rot="17187547">
            <a:off x="7739612" y="7998933"/>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1" name="Content Placeholder 3">
            <a:extLst>
              <a:ext uri="{FF2B5EF4-FFF2-40B4-BE49-F238E27FC236}">
                <a16:creationId xmlns:a16="http://schemas.microsoft.com/office/drawing/2014/main" id="{D7DEA818-62B2-E4C4-944B-E4EB78864808}"/>
              </a:ext>
            </a:extLst>
          </p:cNvPr>
          <p:cNvSpPr txBox="1">
            <a:spLocks/>
          </p:cNvSpPr>
          <p:nvPr/>
        </p:nvSpPr>
        <p:spPr>
          <a:xfrm>
            <a:off x="3582470" y="6852259"/>
            <a:ext cx="3733764" cy="3144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Repetitive, core function should be positioned  early.</a:t>
            </a:r>
            <a:endParaRPr lang="en-US" sz="3200" b="1" dirty="0">
              <a:latin typeface="+mj-lt"/>
            </a:endParaRPr>
          </a:p>
        </p:txBody>
      </p:sp>
      <p:sp>
        <p:nvSpPr>
          <p:cNvPr id="12" name="Arrow: Down 11">
            <a:extLst>
              <a:ext uri="{FF2B5EF4-FFF2-40B4-BE49-F238E27FC236}">
                <a16:creationId xmlns:a16="http://schemas.microsoft.com/office/drawing/2014/main" id="{C681B4EF-9FAD-F085-1538-D340C70DBC32}"/>
              </a:ext>
            </a:extLst>
          </p:cNvPr>
          <p:cNvSpPr/>
          <p:nvPr/>
        </p:nvSpPr>
        <p:spPr>
          <a:xfrm rot="6415305">
            <a:off x="14797374" y="9476826"/>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3" name="Content Placeholder 3">
            <a:extLst>
              <a:ext uri="{FF2B5EF4-FFF2-40B4-BE49-F238E27FC236}">
                <a16:creationId xmlns:a16="http://schemas.microsoft.com/office/drawing/2014/main" id="{61D54C7C-7D27-D96C-49A2-44FC65CBD9D8}"/>
              </a:ext>
            </a:extLst>
          </p:cNvPr>
          <p:cNvSpPr txBox="1">
            <a:spLocks/>
          </p:cNvSpPr>
          <p:nvPr/>
        </p:nvSpPr>
        <p:spPr>
          <a:xfrm>
            <a:off x="16299993" y="9921772"/>
            <a:ext cx="5925525" cy="24132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Can only be done after at least process no. 2 is done once, also rarely used menu.</a:t>
            </a:r>
            <a:endParaRPr lang="en-US" sz="3200" b="1" dirty="0">
              <a:latin typeface="+mj-lt"/>
            </a:endParaRPr>
          </a:p>
        </p:txBody>
      </p:sp>
      <p:sp>
        <p:nvSpPr>
          <p:cNvPr id="14" name="Arrow: Down 13">
            <a:extLst>
              <a:ext uri="{FF2B5EF4-FFF2-40B4-BE49-F238E27FC236}">
                <a16:creationId xmlns:a16="http://schemas.microsoft.com/office/drawing/2014/main" id="{F529E2F1-6891-3E87-0D8B-D3040E4739B7}"/>
              </a:ext>
            </a:extLst>
          </p:cNvPr>
          <p:cNvSpPr/>
          <p:nvPr/>
        </p:nvSpPr>
        <p:spPr>
          <a:xfrm rot="13063113">
            <a:off x="7981708" y="10783709"/>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5" name="Content Placeholder 3">
            <a:extLst>
              <a:ext uri="{FF2B5EF4-FFF2-40B4-BE49-F238E27FC236}">
                <a16:creationId xmlns:a16="http://schemas.microsoft.com/office/drawing/2014/main" id="{D76CE9DB-9A0B-E15A-3EF6-50E4F37E12B2}"/>
              </a:ext>
            </a:extLst>
          </p:cNvPr>
          <p:cNvSpPr txBox="1">
            <a:spLocks/>
          </p:cNvSpPr>
          <p:nvPr/>
        </p:nvSpPr>
        <p:spPr>
          <a:xfrm>
            <a:off x="6186669" y="12131879"/>
            <a:ext cx="3794677" cy="8477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Always placed last</a:t>
            </a:r>
            <a:endParaRPr lang="en-US" sz="3200" b="1" dirty="0">
              <a:latin typeface="+mj-lt"/>
            </a:endParaRPr>
          </a:p>
        </p:txBody>
      </p:sp>
    </p:spTree>
    <p:extLst>
      <p:ext uri="{BB962C8B-B14F-4D97-AF65-F5344CB8AC3E}">
        <p14:creationId xmlns:p14="http://schemas.microsoft.com/office/powerpoint/2010/main" val="204883762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B953C-B45B-47A7-BD7B-FB8B97211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E8528-3BAB-4638-F8EC-004ED3D0A29E}"/>
              </a:ext>
            </a:extLst>
          </p:cNvPr>
          <p:cNvSpPr>
            <a:spLocks noGrp="1"/>
          </p:cNvSpPr>
          <p:nvPr>
            <p:ph type="title"/>
          </p:nvPr>
        </p:nvSpPr>
        <p:spPr/>
        <p:txBody>
          <a:bodyPr/>
          <a:lstStyle/>
          <a:p>
            <a:r>
              <a:rPr lang="en-US" sz="9600" dirty="0"/>
              <a:t>Linking menus to flowcharts</a:t>
            </a:r>
          </a:p>
        </p:txBody>
      </p:sp>
    </p:spTree>
    <p:extLst>
      <p:ext uri="{BB962C8B-B14F-4D97-AF65-F5344CB8AC3E}">
        <p14:creationId xmlns:p14="http://schemas.microsoft.com/office/powerpoint/2010/main" val="329205153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BE99D-88D3-AE60-A725-C380E0BA6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9D2B5-704D-2C74-945C-983E660B09BA}"/>
              </a:ext>
            </a:extLst>
          </p:cNvPr>
          <p:cNvSpPr>
            <a:spLocks noGrp="1"/>
          </p:cNvSpPr>
          <p:nvPr>
            <p:ph type="title"/>
          </p:nvPr>
        </p:nvSpPr>
        <p:spPr/>
        <p:txBody>
          <a:bodyPr>
            <a:normAutofit fontScale="90000"/>
          </a:bodyPr>
          <a:lstStyle/>
          <a:p>
            <a:r>
              <a:rPr lang="en-US" sz="4000" dirty="0"/>
              <a:t>Linking menus to flowcharts</a:t>
            </a:r>
          </a:p>
        </p:txBody>
      </p:sp>
      <p:sp>
        <p:nvSpPr>
          <p:cNvPr id="3" name="Text Placeholder 2">
            <a:extLst>
              <a:ext uri="{FF2B5EF4-FFF2-40B4-BE49-F238E27FC236}">
                <a16:creationId xmlns:a16="http://schemas.microsoft.com/office/drawing/2014/main" id="{B784ECE4-6D01-7F10-9213-2AEE1257EDE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C785563B-1FA4-56FB-030C-345B37353C3E}"/>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endParaRPr lang="en-US" sz="3200" dirty="0">
              <a:latin typeface="+mj-lt"/>
            </a:endParaRPr>
          </a:p>
        </p:txBody>
      </p:sp>
      <p:sp>
        <p:nvSpPr>
          <p:cNvPr id="8" name="Content Placeholder 3">
            <a:extLst>
              <a:ext uri="{FF2B5EF4-FFF2-40B4-BE49-F238E27FC236}">
                <a16:creationId xmlns:a16="http://schemas.microsoft.com/office/drawing/2014/main" id="{0A2AE814-2EA9-C3EA-263E-F6C52DD049E4}"/>
              </a:ext>
            </a:extLst>
          </p:cNvPr>
          <p:cNvSpPr txBox="1">
            <a:spLocks/>
          </p:cNvSpPr>
          <p:nvPr/>
        </p:nvSpPr>
        <p:spPr>
          <a:xfrm>
            <a:off x="2319777" y="36551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r>
              <a:rPr lang="en-US" sz="3200" dirty="0">
                <a:latin typeface="+mj-lt"/>
              </a:rPr>
              <a:t>Keeping in mind the previous section, we can start making flowchart using the following structure:</a:t>
            </a:r>
          </a:p>
          <a:p>
            <a:pPr marL="514350" indent="-514350">
              <a:lnSpc>
                <a:spcPct val="150000"/>
              </a:lnSpc>
              <a:spcBef>
                <a:spcPts val="1500"/>
              </a:spcBef>
              <a:buSzPct val="100000"/>
              <a:buFont typeface="+mj-lt"/>
              <a:buAutoNum type="arabicPeriod"/>
            </a:pPr>
            <a:r>
              <a:rPr lang="en-US" sz="3200" dirty="0">
                <a:latin typeface="+mj-lt"/>
              </a:rPr>
              <a:t>Using module to simplify the flowchart</a:t>
            </a:r>
          </a:p>
          <a:p>
            <a:pPr marL="514350" indent="-514350">
              <a:lnSpc>
                <a:spcPct val="150000"/>
              </a:lnSpc>
              <a:spcBef>
                <a:spcPts val="1500"/>
              </a:spcBef>
              <a:buSzPct val="100000"/>
              <a:buFont typeface="+mj-lt"/>
              <a:buAutoNum type="arabicPeriod"/>
            </a:pPr>
            <a:r>
              <a:rPr lang="en-US" sz="3200" dirty="0">
                <a:latin typeface="+mj-lt"/>
              </a:rPr>
              <a:t>Using conditional loop for input validation</a:t>
            </a:r>
          </a:p>
          <a:p>
            <a:pPr marL="514350" indent="-514350">
              <a:lnSpc>
                <a:spcPct val="150000"/>
              </a:lnSpc>
              <a:spcBef>
                <a:spcPts val="1500"/>
              </a:spcBef>
              <a:buSzPct val="100000"/>
              <a:buFont typeface="+mj-lt"/>
              <a:buAutoNum type="arabicPeriod"/>
            </a:pPr>
            <a:r>
              <a:rPr lang="en-US" sz="3200" dirty="0">
                <a:latin typeface="+mj-lt"/>
              </a:rPr>
              <a:t>Using switch case for menu selection</a:t>
            </a:r>
          </a:p>
          <a:p>
            <a:pPr marL="514350" indent="-514350">
              <a:lnSpc>
                <a:spcPct val="150000"/>
              </a:lnSpc>
              <a:spcBef>
                <a:spcPts val="1500"/>
              </a:spcBef>
              <a:buSzPct val="100000"/>
              <a:buFont typeface="+mj-lt"/>
              <a:buAutoNum type="arabicPeriod"/>
            </a:pPr>
            <a:r>
              <a:rPr lang="en-US" sz="3200" dirty="0">
                <a:latin typeface="+mj-lt"/>
              </a:rPr>
              <a:t>Returning every submenu to the main menu</a:t>
            </a:r>
          </a:p>
        </p:txBody>
      </p:sp>
      <p:pic>
        <p:nvPicPr>
          <p:cNvPr id="10" name="Picture 9">
            <a:extLst>
              <a:ext uri="{FF2B5EF4-FFF2-40B4-BE49-F238E27FC236}">
                <a16:creationId xmlns:a16="http://schemas.microsoft.com/office/drawing/2014/main" id="{B1763D13-27A0-447F-4ED4-A6E35C028544}"/>
              </a:ext>
            </a:extLst>
          </p:cNvPr>
          <p:cNvPicPr>
            <a:picLocks noChangeAspect="1"/>
          </p:cNvPicPr>
          <p:nvPr/>
        </p:nvPicPr>
        <p:blipFill>
          <a:blip r:embed="rId2"/>
          <a:stretch>
            <a:fillRect/>
          </a:stretch>
        </p:blipFill>
        <p:spPr>
          <a:xfrm>
            <a:off x="2366682" y="8857242"/>
            <a:ext cx="7423610" cy="2710958"/>
          </a:xfrm>
          <a:prstGeom prst="rect">
            <a:avLst/>
          </a:prstGeom>
        </p:spPr>
      </p:pic>
    </p:spTree>
    <p:extLst>
      <p:ext uri="{BB962C8B-B14F-4D97-AF65-F5344CB8AC3E}">
        <p14:creationId xmlns:p14="http://schemas.microsoft.com/office/powerpoint/2010/main" val="1768103951"/>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EEA12-ECBC-4A04-D5D1-0197337F3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BA163-7609-EE19-82DE-18A30C7177CF}"/>
              </a:ext>
            </a:extLst>
          </p:cNvPr>
          <p:cNvSpPr>
            <a:spLocks noGrp="1"/>
          </p:cNvSpPr>
          <p:nvPr>
            <p:ph type="title"/>
          </p:nvPr>
        </p:nvSpPr>
        <p:spPr/>
        <p:txBody>
          <a:bodyPr>
            <a:normAutofit fontScale="90000"/>
          </a:bodyPr>
          <a:lstStyle/>
          <a:p>
            <a:r>
              <a:rPr lang="en-US" sz="4000" dirty="0"/>
              <a:t>Linking menus to flowcharts</a:t>
            </a:r>
          </a:p>
        </p:txBody>
      </p:sp>
      <p:sp>
        <p:nvSpPr>
          <p:cNvPr id="3" name="Text Placeholder 2">
            <a:extLst>
              <a:ext uri="{FF2B5EF4-FFF2-40B4-BE49-F238E27FC236}">
                <a16:creationId xmlns:a16="http://schemas.microsoft.com/office/drawing/2014/main" id="{5698F89A-64C3-4ECF-7B09-6445B2DAB885}"/>
              </a:ext>
            </a:extLst>
          </p:cNvPr>
          <p:cNvSpPr>
            <a:spLocks noGrp="1"/>
          </p:cNvSpPr>
          <p:nvPr>
            <p:ph type="body" sz="quarter" idx="10"/>
          </p:nvPr>
        </p:nvSpPr>
        <p:spPr>
          <a:xfrm>
            <a:off x="2167377" y="2419728"/>
            <a:ext cx="17669505" cy="803546"/>
          </a:xfrm>
        </p:spPr>
        <p:txBody>
          <a:bodyPr>
            <a:normAutofit/>
          </a:bodyPr>
          <a:lstStyle/>
          <a:p>
            <a:r>
              <a:rPr lang="en-US" dirty="0"/>
              <a:t>Using module to simplify the flowchart</a:t>
            </a:r>
          </a:p>
        </p:txBody>
      </p:sp>
      <p:sp>
        <p:nvSpPr>
          <p:cNvPr id="4" name="Content Placeholder 3">
            <a:extLst>
              <a:ext uri="{FF2B5EF4-FFF2-40B4-BE49-F238E27FC236}">
                <a16:creationId xmlns:a16="http://schemas.microsoft.com/office/drawing/2014/main" id="{EE0BE7B3-54C4-2725-3F3E-557E438FDCBF}"/>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endParaRPr lang="en-US" sz="3200" dirty="0">
              <a:latin typeface="+mj-lt"/>
            </a:endParaRPr>
          </a:p>
        </p:txBody>
      </p:sp>
      <p:sp>
        <p:nvSpPr>
          <p:cNvPr id="5" name="Rectangle: Rounded Corners 4">
            <a:extLst>
              <a:ext uri="{FF2B5EF4-FFF2-40B4-BE49-F238E27FC236}">
                <a16:creationId xmlns:a16="http://schemas.microsoft.com/office/drawing/2014/main" id="{2C158876-2E80-6954-2EE1-1E7E0D9CA3D6}"/>
              </a:ext>
            </a:extLst>
          </p:cNvPr>
          <p:cNvSpPr/>
          <p:nvPr/>
        </p:nvSpPr>
        <p:spPr>
          <a:xfrm>
            <a:off x="16287068" y="12399908"/>
            <a:ext cx="5087032"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Return </a:t>
            </a:r>
            <a:r>
              <a:rPr lang="en-US" sz="3200" dirty="0" err="1">
                <a:solidFill>
                  <a:schemeClr val="tx1">
                    <a:lumMod val="50000"/>
                  </a:schemeClr>
                </a:solidFill>
                <a:latin typeface="+mj-lt"/>
                <a:sym typeface="Helvetica Neue Medium"/>
              </a:rPr>
              <a:t>menuOption</a:t>
            </a:r>
            <a:endParaRPr lang="en-US" sz="3200" dirty="0">
              <a:solidFill>
                <a:schemeClr val="tx1">
                  <a:lumMod val="50000"/>
                </a:schemeClr>
              </a:solidFill>
              <a:latin typeface="+mj-lt"/>
              <a:sym typeface="Helvetica Neue Medium"/>
            </a:endParaRPr>
          </a:p>
        </p:txBody>
      </p:sp>
      <p:sp>
        <p:nvSpPr>
          <p:cNvPr id="9" name="Rectangle: Rounded Corners 8">
            <a:extLst>
              <a:ext uri="{FF2B5EF4-FFF2-40B4-BE49-F238E27FC236}">
                <a16:creationId xmlns:a16="http://schemas.microsoft.com/office/drawing/2014/main" id="{81765C45-9F31-802E-E1DE-6949B083FAD9}"/>
              </a:ext>
            </a:extLst>
          </p:cNvPr>
          <p:cNvSpPr/>
          <p:nvPr/>
        </p:nvSpPr>
        <p:spPr>
          <a:xfrm>
            <a:off x="17024909" y="2954500"/>
            <a:ext cx="359864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displayMenu</a:t>
            </a:r>
            <a:r>
              <a:rPr lang="en-US" sz="3200" dirty="0">
                <a:solidFill>
                  <a:schemeClr val="tx1">
                    <a:lumMod val="50000"/>
                  </a:schemeClr>
                </a:solidFill>
                <a:latin typeface="+mj-lt"/>
                <a:sym typeface="Helvetica Neue Medium"/>
              </a:rPr>
              <a:t>()</a:t>
            </a:r>
          </a:p>
        </p:txBody>
      </p:sp>
      <p:sp>
        <p:nvSpPr>
          <p:cNvPr id="11" name="Parallelogram 10">
            <a:extLst>
              <a:ext uri="{FF2B5EF4-FFF2-40B4-BE49-F238E27FC236}">
                <a16:creationId xmlns:a16="http://schemas.microsoft.com/office/drawing/2014/main" id="{3CD071E6-192C-4D62-CE47-8D098FCD12F1}"/>
              </a:ext>
            </a:extLst>
          </p:cNvPr>
          <p:cNvSpPr/>
          <p:nvPr/>
        </p:nvSpPr>
        <p:spPr>
          <a:xfrm>
            <a:off x="15347410" y="6233977"/>
            <a:ext cx="6953646"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Display “1. Add Student”</a:t>
            </a:r>
          </a:p>
        </p:txBody>
      </p:sp>
      <p:cxnSp>
        <p:nvCxnSpPr>
          <p:cNvPr id="14" name="Connector: Elbow 13">
            <a:extLst>
              <a:ext uri="{FF2B5EF4-FFF2-40B4-BE49-F238E27FC236}">
                <a16:creationId xmlns:a16="http://schemas.microsoft.com/office/drawing/2014/main" id="{0CA11E69-C296-1178-54F6-8BD5815DB0A7}"/>
              </a:ext>
            </a:extLst>
          </p:cNvPr>
          <p:cNvCxnSpPr>
            <a:cxnSpLocks/>
            <a:stCxn id="9" idx="2"/>
            <a:endCxn id="16" idx="0"/>
          </p:cNvCxnSpPr>
          <p:nvPr/>
        </p:nvCxnSpPr>
        <p:spPr>
          <a:xfrm rot="5400000">
            <a:off x="18463813" y="4106548"/>
            <a:ext cx="720840"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6" name="Rectangle 15">
            <a:extLst>
              <a:ext uri="{FF2B5EF4-FFF2-40B4-BE49-F238E27FC236}">
                <a16:creationId xmlns:a16="http://schemas.microsoft.com/office/drawing/2014/main" id="{3B9E42A5-E752-D942-5388-782924230624}"/>
              </a:ext>
            </a:extLst>
          </p:cNvPr>
          <p:cNvSpPr/>
          <p:nvPr/>
        </p:nvSpPr>
        <p:spPr>
          <a:xfrm>
            <a:off x="15878675" y="4466968"/>
            <a:ext cx="5891116" cy="1057825"/>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Declare Integer </a:t>
            </a:r>
            <a:r>
              <a:rPr lang="en-US" sz="3200" dirty="0" err="1">
                <a:solidFill>
                  <a:schemeClr val="tx1">
                    <a:lumMod val="50000"/>
                  </a:schemeClr>
                </a:solidFill>
                <a:latin typeface="+mj-lt"/>
                <a:sym typeface="Helvetica Neue Medium"/>
              </a:rPr>
              <a:t>menuOption</a:t>
            </a:r>
            <a:endParaRPr lang="en-US" sz="3200" dirty="0">
              <a:solidFill>
                <a:schemeClr val="tx1">
                  <a:lumMod val="50000"/>
                </a:schemeClr>
              </a:solidFill>
              <a:latin typeface="+mj-lt"/>
              <a:sym typeface="Helvetica Neue Medium"/>
            </a:endParaRPr>
          </a:p>
        </p:txBody>
      </p:sp>
      <p:sp>
        <p:nvSpPr>
          <p:cNvPr id="20" name="Content Placeholder 3">
            <a:extLst>
              <a:ext uri="{FF2B5EF4-FFF2-40B4-BE49-F238E27FC236}">
                <a16:creationId xmlns:a16="http://schemas.microsoft.com/office/drawing/2014/main" id="{C129A786-4D1D-1A35-E56B-3DE90EE248A4}"/>
              </a:ext>
            </a:extLst>
          </p:cNvPr>
          <p:cNvSpPr txBox="1">
            <a:spLocks/>
          </p:cNvSpPr>
          <p:nvPr/>
        </p:nvSpPr>
        <p:spPr>
          <a:xfrm>
            <a:off x="2319778" y="3655114"/>
            <a:ext cx="7426058"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Since the menu can grow large, having a block of display can be space consuming. Instead, we can split them. This slide will show the module </a:t>
            </a:r>
            <a:r>
              <a:rPr lang="en-US" sz="3200" dirty="0" err="1">
                <a:latin typeface="+mj-lt"/>
              </a:rPr>
              <a:t>displayMenu</a:t>
            </a:r>
            <a:r>
              <a:rPr lang="en-US" sz="3200" dirty="0">
                <a:latin typeface="+mj-lt"/>
              </a:rPr>
              <a:t>(), whereas the next slide will show the main function.</a:t>
            </a:r>
          </a:p>
        </p:txBody>
      </p:sp>
      <p:sp>
        <p:nvSpPr>
          <p:cNvPr id="27" name="Parallelogram 26">
            <a:extLst>
              <a:ext uri="{FF2B5EF4-FFF2-40B4-BE49-F238E27FC236}">
                <a16:creationId xmlns:a16="http://schemas.microsoft.com/office/drawing/2014/main" id="{75C688A3-812B-AF1B-51D6-0BF527E2C0C5}"/>
              </a:ext>
            </a:extLst>
          </p:cNvPr>
          <p:cNvSpPr/>
          <p:nvPr/>
        </p:nvSpPr>
        <p:spPr>
          <a:xfrm>
            <a:off x="15347410" y="7649833"/>
            <a:ext cx="6953646"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Display “2. Record Student”</a:t>
            </a:r>
          </a:p>
        </p:txBody>
      </p:sp>
      <p:sp>
        <p:nvSpPr>
          <p:cNvPr id="28" name="Parallelogram 27">
            <a:extLst>
              <a:ext uri="{FF2B5EF4-FFF2-40B4-BE49-F238E27FC236}">
                <a16:creationId xmlns:a16="http://schemas.microsoft.com/office/drawing/2014/main" id="{9948A023-84D3-3013-41F0-04C1B039995B}"/>
              </a:ext>
            </a:extLst>
          </p:cNvPr>
          <p:cNvSpPr/>
          <p:nvPr/>
        </p:nvSpPr>
        <p:spPr>
          <a:xfrm>
            <a:off x="15347410" y="9299583"/>
            <a:ext cx="6953646"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Display “3. View Scores”</a:t>
            </a:r>
          </a:p>
        </p:txBody>
      </p:sp>
      <p:sp>
        <p:nvSpPr>
          <p:cNvPr id="30" name="Parallelogram 29">
            <a:extLst>
              <a:ext uri="{FF2B5EF4-FFF2-40B4-BE49-F238E27FC236}">
                <a16:creationId xmlns:a16="http://schemas.microsoft.com/office/drawing/2014/main" id="{D4132D24-1B2F-1E5C-C84E-3C9DA8A610B8}"/>
              </a:ext>
            </a:extLst>
          </p:cNvPr>
          <p:cNvSpPr/>
          <p:nvPr/>
        </p:nvSpPr>
        <p:spPr>
          <a:xfrm>
            <a:off x="15347410" y="10823543"/>
            <a:ext cx="6953646"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Display “0. Exit”</a:t>
            </a:r>
          </a:p>
        </p:txBody>
      </p:sp>
      <p:cxnSp>
        <p:nvCxnSpPr>
          <p:cNvPr id="32" name="Connector: Elbow 31">
            <a:extLst>
              <a:ext uri="{FF2B5EF4-FFF2-40B4-BE49-F238E27FC236}">
                <a16:creationId xmlns:a16="http://schemas.microsoft.com/office/drawing/2014/main" id="{59DC9FB2-4E6A-96D1-7ADD-AFA96D960A5F}"/>
              </a:ext>
            </a:extLst>
          </p:cNvPr>
          <p:cNvCxnSpPr>
            <a:cxnSpLocks/>
            <a:endCxn id="11" idx="0"/>
          </p:cNvCxnSpPr>
          <p:nvPr/>
        </p:nvCxnSpPr>
        <p:spPr>
          <a:xfrm rot="5400000">
            <a:off x="18475991" y="5879385"/>
            <a:ext cx="702834"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6" name="Connector: Elbow 35">
            <a:extLst>
              <a:ext uri="{FF2B5EF4-FFF2-40B4-BE49-F238E27FC236}">
                <a16:creationId xmlns:a16="http://schemas.microsoft.com/office/drawing/2014/main" id="{D520B719-09D7-EC79-1ADF-2E1F66297CDB}"/>
              </a:ext>
            </a:extLst>
          </p:cNvPr>
          <p:cNvCxnSpPr>
            <a:cxnSpLocks/>
            <a:endCxn id="27" idx="0"/>
          </p:cNvCxnSpPr>
          <p:nvPr/>
        </p:nvCxnSpPr>
        <p:spPr>
          <a:xfrm rot="16200000" flipH="1">
            <a:off x="18488058" y="7313658"/>
            <a:ext cx="671202" cy="1148"/>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0" name="Connector: Elbow 39">
            <a:extLst>
              <a:ext uri="{FF2B5EF4-FFF2-40B4-BE49-F238E27FC236}">
                <a16:creationId xmlns:a16="http://schemas.microsoft.com/office/drawing/2014/main" id="{1EDA0153-FA7B-9FCA-969E-4163E3BDCAD9}"/>
              </a:ext>
            </a:extLst>
          </p:cNvPr>
          <p:cNvCxnSpPr>
            <a:cxnSpLocks/>
            <a:stCxn id="27" idx="4"/>
            <a:endCxn id="28" idx="0"/>
          </p:cNvCxnSpPr>
          <p:nvPr/>
        </p:nvCxnSpPr>
        <p:spPr>
          <a:xfrm rot="5400000">
            <a:off x="18371687" y="8847036"/>
            <a:ext cx="905093"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5" name="Connector: Elbow 44">
            <a:extLst>
              <a:ext uri="{FF2B5EF4-FFF2-40B4-BE49-F238E27FC236}">
                <a16:creationId xmlns:a16="http://schemas.microsoft.com/office/drawing/2014/main" id="{6A048373-D3D2-B328-B1E9-5BAF0ACA6DDC}"/>
              </a:ext>
            </a:extLst>
          </p:cNvPr>
          <p:cNvCxnSpPr>
            <a:cxnSpLocks/>
            <a:stCxn id="28" idx="4"/>
            <a:endCxn id="30" idx="0"/>
          </p:cNvCxnSpPr>
          <p:nvPr/>
        </p:nvCxnSpPr>
        <p:spPr>
          <a:xfrm rot="5400000">
            <a:off x="18434582" y="10433891"/>
            <a:ext cx="779303"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9" name="Connector: Elbow 48">
            <a:extLst>
              <a:ext uri="{FF2B5EF4-FFF2-40B4-BE49-F238E27FC236}">
                <a16:creationId xmlns:a16="http://schemas.microsoft.com/office/drawing/2014/main" id="{3D005BFD-67F9-A8D7-E624-BA3F1F59AE55}"/>
              </a:ext>
            </a:extLst>
          </p:cNvPr>
          <p:cNvCxnSpPr>
            <a:cxnSpLocks/>
            <a:stCxn id="30" idx="4"/>
            <a:endCxn id="5" idx="0"/>
          </p:cNvCxnSpPr>
          <p:nvPr/>
        </p:nvCxnSpPr>
        <p:spPr>
          <a:xfrm rot="16200000" flipH="1">
            <a:off x="18411554" y="11980878"/>
            <a:ext cx="831708" cy="635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66" name="Arrow: Down 65">
            <a:extLst>
              <a:ext uri="{FF2B5EF4-FFF2-40B4-BE49-F238E27FC236}">
                <a16:creationId xmlns:a16="http://schemas.microsoft.com/office/drawing/2014/main" id="{A97762DE-2F82-E3B7-B0F3-F6980E433B5D}"/>
              </a:ext>
            </a:extLst>
          </p:cNvPr>
          <p:cNvSpPr/>
          <p:nvPr/>
        </p:nvSpPr>
        <p:spPr>
          <a:xfrm rot="15350792">
            <a:off x="15464381" y="2941057"/>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67" name="Content Placeholder 3">
            <a:extLst>
              <a:ext uri="{FF2B5EF4-FFF2-40B4-BE49-F238E27FC236}">
                <a16:creationId xmlns:a16="http://schemas.microsoft.com/office/drawing/2014/main" id="{8B24B5BD-E0D4-0918-FC3E-07148B69C26F}"/>
              </a:ext>
            </a:extLst>
          </p:cNvPr>
          <p:cNvSpPr txBox="1">
            <a:spLocks/>
          </p:cNvSpPr>
          <p:nvPr/>
        </p:nvSpPr>
        <p:spPr>
          <a:xfrm>
            <a:off x="11315052" y="3136896"/>
            <a:ext cx="3525267" cy="29653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Remember, module always use its name as the starting terminal…</a:t>
            </a:r>
            <a:endParaRPr lang="en-US" sz="3200" b="1" dirty="0">
              <a:latin typeface="+mj-lt"/>
            </a:endParaRPr>
          </a:p>
        </p:txBody>
      </p:sp>
      <p:sp>
        <p:nvSpPr>
          <p:cNvPr id="68" name="Arrow: Down 67">
            <a:extLst>
              <a:ext uri="{FF2B5EF4-FFF2-40B4-BE49-F238E27FC236}">
                <a16:creationId xmlns:a16="http://schemas.microsoft.com/office/drawing/2014/main" id="{9805AE08-6C58-16F7-F85D-B775EA643EBC}"/>
              </a:ext>
            </a:extLst>
          </p:cNvPr>
          <p:cNvSpPr/>
          <p:nvPr/>
        </p:nvSpPr>
        <p:spPr>
          <a:xfrm rot="16703209">
            <a:off x="15034642" y="11729429"/>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69" name="Content Placeholder 3">
            <a:extLst>
              <a:ext uri="{FF2B5EF4-FFF2-40B4-BE49-F238E27FC236}">
                <a16:creationId xmlns:a16="http://schemas.microsoft.com/office/drawing/2014/main" id="{C26D8314-2F72-10A2-57C3-67952C304FBF}"/>
              </a:ext>
            </a:extLst>
          </p:cNvPr>
          <p:cNvSpPr txBox="1">
            <a:spLocks/>
          </p:cNvSpPr>
          <p:nvPr/>
        </p:nvSpPr>
        <p:spPr>
          <a:xfrm>
            <a:off x="10282025" y="11568199"/>
            <a:ext cx="4263237" cy="18874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 and uses Return as the ending terminal</a:t>
            </a:r>
          </a:p>
        </p:txBody>
      </p:sp>
      <p:pic>
        <p:nvPicPr>
          <p:cNvPr id="8" name="Picture 7">
            <a:extLst>
              <a:ext uri="{FF2B5EF4-FFF2-40B4-BE49-F238E27FC236}">
                <a16:creationId xmlns:a16="http://schemas.microsoft.com/office/drawing/2014/main" id="{9725C2EC-6F35-9BAC-67E7-FB9695ED8F8F}"/>
              </a:ext>
            </a:extLst>
          </p:cNvPr>
          <p:cNvPicPr>
            <a:picLocks noChangeAspect="1"/>
          </p:cNvPicPr>
          <p:nvPr/>
        </p:nvPicPr>
        <p:blipFill>
          <a:blip r:embed="rId2"/>
          <a:stretch>
            <a:fillRect/>
          </a:stretch>
        </p:blipFill>
        <p:spPr>
          <a:xfrm>
            <a:off x="2366682" y="8857242"/>
            <a:ext cx="7423610" cy="2710958"/>
          </a:xfrm>
          <a:prstGeom prst="rect">
            <a:avLst/>
          </a:prstGeom>
        </p:spPr>
      </p:pic>
    </p:spTree>
    <p:extLst>
      <p:ext uri="{BB962C8B-B14F-4D97-AF65-F5344CB8AC3E}">
        <p14:creationId xmlns:p14="http://schemas.microsoft.com/office/powerpoint/2010/main" val="429079596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0AB92-5455-8C9C-A9F3-A0D29D8B4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8B60F-68FF-930B-3749-050D6880E0E6}"/>
              </a:ext>
            </a:extLst>
          </p:cNvPr>
          <p:cNvSpPr>
            <a:spLocks noGrp="1"/>
          </p:cNvSpPr>
          <p:nvPr>
            <p:ph type="title"/>
          </p:nvPr>
        </p:nvSpPr>
        <p:spPr/>
        <p:txBody>
          <a:bodyPr>
            <a:normAutofit fontScale="90000"/>
          </a:bodyPr>
          <a:lstStyle/>
          <a:p>
            <a:r>
              <a:rPr lang="en-US" sz="4000" dirty="0"/>
              <a:t>Linking menus to flowcharts</a:t>
            </a:r>
          </a:p>
        </p:txBody>
      </p:sp>
      <p:sp>
        <p:nvSpPr>
          <p:cNvPr id="3" name="Text Placeholder 2">
            <a:extLst>
              <a:ext uri="{FF2B5EF4-FFF2-40B4-BE49-F238E27FC236}">
                <a16:creationId xmlns:a16="http://schemas.microsoft.com/office/drawing/2014/main" id="{43D9317E-BA7E-B05A-A1A2-89ECA215C76A}"/>
              </a:ext>
            </a:extLst>
          </p:cNvPr>
          <p:cNvSpPr>
            <a:spLocks noGrp="1"/>
          </p:cNvSpPr>
          <p:nvPr>
            <p:ph type="body" sz="quarter" idx="10"/>
          </p:nvPr>
        </p:nvSpPr>
        <p:spPr>
          <a:xfrm>
            <a:off x="2167377" y="2419728"/>
            <a:ext cx="17669505" cy="803546"/>
          </a:xfrm>
        </p:spPr>
        <p:txBody>
          <a:bodyPr>
            <a:normAutofit/>
          </a:bodyPr>
          <a:lstStyle/>
          <a:p>
            <a:r>
              <a:rPr lang="en-US" dirty="0"/>
              <a:t>Using module to simplify the flowchart</a:t>
            </a:r>
          </a:p>
        </p:txBody>
      </p:sp>
      <p:sp>
        <p:nvSpPr>
          <p:cNvPr id="4" name="Content Placeholder 3">
            <a:extLst>
              <a:ext uri="{FF2B5EF4-FFF2-40B4-BE49-F238E27FC236}">
                <a16:creationId xmlns:a16="http://schemas.microsoft.com/office/drawing/2014/main" id="{0BE2B49A-95B0-E10A-8777-EF0992966E64}"/>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endParaRPr lang="en-US" sz="3200" dirty="0">
              <a:latin typeface="+mj-lt"/>
            </a:endParaRPr>
          </a:p>
        </p:txBody>
      </p:sp>
      <p:sp>
        <p:nvSpPr>
          <p:cNvPr id="5" name="Rectangle: Rounded Corners 4">
            <a:extLst>
              <a:ext uri="{FF2B5EF4-FFF2-40B4-BE49-F238E27FC236}">
                <a16:creationId xmlns:a16="http://schemas.microsoft.com/office/drawing/2014/main" id="{76AAA31C-F619-86A6-0858-037811AEA9FE}"/>
              </a:ext>
            </a:extLst>
          </p:cNvPr>
          <p:cNvSpPr/>
          <p:nvPr/>
        </p:nvSpPr>
        <p:spPr>
          <a:xfrm>
            <a:off x="10707433" y="10659530"/>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9" name="Rectangle: Rounded Corners 8">
            <a:extLst>
              <a:ext uri="{FF2B5EF4-FFF2-40B4-BE49-F238E27FC236}">
                <a16:creationId xmlns:a16="http://schemas.microsoft.com/office/drawing/2014/main" id="{918A09EB-45EB-46F3-168F-806D957B0420}"/>
              </a:ext>
            </a:extLst>
          </p:cNvPr>
          <p:cNvSpPr/>
          <p:nvPr/>
        </p:nvSpPr>
        <p:spPr>
          <a:xfrm>
            <a:off x="10707429" y="3419946"/>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main()</a:t>
            </a:r>
          </a:p>
        </p:txBody>
      </p:sp>
      <p:cxnSp>
        <p:nvCxnSpPr>
          <p:cNvPr id="12" name="Connector: Elbow 11">
            <a:extLst>
              <a:ext uri="{FF2B5EF4-FFF2-40B4-BE49-F238E27FC236}">
                <a16:creationId xmlns:a16="http://schemas.microsoft.com/office/drawing/2014/main" id="{FF923EEB-E6D7-D731-8D1D-78C57EA62162}"/>
              </a:ext>
            </a:extLst>
          </p:cNvPr>
          <p:cNvCxnSpPr>
            <a:cxnSpLocks/>
            <a:stCxn id="9" idx="2"/>
            <a:endCxn id="28" idx="0"/>
          </p:cNvCxnSpPr>
          <p:nvPr/>
        </p:nvCxnSpPr>
        <p:spPr>
          <a:xfrm rot="16200000" flipH="1">
            <a:off x="11045975" y="4954736"/>
            <a:ext cx="1486330" cy="5"/>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5" name="Connector: Elbow 14">
            <a:extLst>
              <a:ext uri="{FF2B5EF4-FFF2-40B4-BE49-F238E27FC236}">
                <a16:creationId xmlns:a16="http://schemas.microsoft.com/office/drawing/2014/main" id="{3D1C6F29-6807-1791-F6F0-CC21B92C8981}"/>
              </a:ext>
            </a:extLst>
          </p:cNvPr>
          <p:cNvCxnSpPr>
            <a:cxnSpLocks/>
            <a:stCxn id="32" idx="2"/>
            <a:endCxn id="5" idx="0"/>
          </p:cNvCxnSpPr>
          <p:nvPr/>
        </p:nvCxnSpPr>
        <p:spPr>
          <a:xfrm rot="5400000">
            <a:off x="10923634" y="9794020"/>
            <a:ext cx="1731018"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4" name="Arrow: Down 23">
            <a:extLst>
              <a:ext uri="{FF2B5EF4-FFF2-40B4-BE49-F238E27FC236}">
                <a16:creationId xmlns:a16="http://schemas.microsoft.com/office/drawing/2014/main" id="{ED11FB08-19C0-F11B-5BEC-9B833A764428}"/>
              </a:ext>
            </a:extLst>
          </p:cNvPr>
          <p:cNvSpPr/>
          <p:nvPr/>
        </p:nvSpPr>
        <p:spPr>
          <a:xfrm rot="16703209">
            <a:off x="9380894" y="10162265"/>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25" name="Content Placeholder 3">
            <a:extLst>
              <a:ext uri="{FF2B5EF4-FFF2-40B4-BE49-F238E27FC236}">
                <a16:creationId xmlns:a16="http://schemas.microsoft.com/office/drawing/2014/main" id="{2B2DBC52-12C0-1023-855F-3FCDB173A25F}"/>
              </a:ext>
            </a:extLst>
          </p:cNvPr>
          <p:cNvSpPr txBox="1">
            <a:spLocks/>
          </p:cNvSpPr>
          <p:nvPr/>
        </p:nvSpPr>
        <p:spPr>
          <a:xfrm>
            <a:off x="4492814" y="9505653"/>
            <a:ext cx="4263237" cy="23967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With main function, we can use End terminal as is</a:t>
            </a:r>
          </a:p>
        </p:txBody>
      </p:sp>
      <p:sp>
        <p:nvSpPr>
          <p:cNvPr id="28" name="Rectangle 27">
            <a:extLst>
              <a:ext uri="{FF2B5EF4-FFF2-40B4-BE49-F238E27FC236}">
                <a16:creationId xmlns:a16="http://schemas.microsoft.com/office/drawing/2014/main" id="{EC9811A6-51DB-C3AE-A93D-FDD78BA9272A}"/>
              </a:ext>
            </a:extLst>
          </p:cNvPr>
          <p:cNvSpPr/>
          <p:nvPr/>
        </p:nvSpPr>
        <p:spPr>
          <a:xfrm>
            <a:off x="8843585" y="5697904"/>
            <a:ext cx="5891116" cy="1057825"/>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Declare Integer </a:t>
            </a:r>
            <a:r>
              <a:rPr lang="en-US" sz="3200" dirty="0" err="1">
                <a:solidFill>
                  <a:schemeClr val="tx1">
                    <a:lumMod val="50000"/>
                  </a:schemeClr>
                </a:solidFill>
                <a:latin typeface="+mj-lt"/>
                <a:sym typeface="Helvetica Neue Medium"/>
              </a:rPr>
              <a:t>menuOption</a:t>
            </a:r>
            <a:endParaRPr lang="en-US" sz="3200" dirty="0">
              <a:solidFill>
                <a:schemeClr val="tx1">
                  <a:lumMod val="50000"/>
                </a:schemeClr>
              </a:solidFill>
              <a:latin typeface="+mj-lt"/>
              <a:sym typeface="Helvetica Neue Medium"/>
            </a:endParaRPr>
          </a:p>
        </p:txBody>
      </p:sp>
      <p:sp>
        <p:nvSpPr>
          <p:cNvPr id="32" name="Rectangle 31">
            <a:extLst>
              <a:ext uri="{FF2B5EF4-FFF2-40B4-BE49-F238E27FC236}">
                <a16:creationId xmlns:a16="http://schemas.microsoft.com/office/drawing/2014/main" id="{822F5D66-0C46-0B69-4B12-6AD0B635A3A6}"/>
              </a:ext>
            </a:extLst>
          </p:cNvPr>
          <p:cNvSpPr/>
          <p:nvPr/>
        </p:nvSpPr>
        <p:spPr>
          <a:xfrm>
            <a:off x="8843586" y="7870687"/>
            <a:ext cx="5891116" cy="1057825"/>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menuOption</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displayMenu</a:t>
            </a:r>
            <a:r>
              <a:rPr lang="en-US" sz="3200" dirty="0">
                <a:solidFill>
                  <a:schemeClr val="tx1">
                    <a:lumMod val="50000"/>
                  </a:schemeClr>
                </a:solidFill>
                <a:latin typeface="+mj-lt"/>
                <a:sym typeface="Helvetica Neue Medium"/>
              </a:rPr>
              <a:t>()</a:t>
            </a:r>
          </a:p>
        </p:txBody>
      </p:sp>
      <p:cxnSp>
        <p:nvCxnSpPr>
          <p:cNvPr id="33" name="Connector: Elbow 32">
            <a:extLst>
              <a:ext uri="{FF2B5EF4-FFF2-40B4-BE49-F238E27FC236}">
                <a16:creationId xmlns:a16="http://schemas.microsoft.com/office/drawing/2014/main" id="{B2AA36AA-F84F-3074-1B47-3F8FA5E532FF}"/>
              </a:ext>
            </a:extLst>
          </p:cNvPr>
          <p:cNvCxnSpPr>
            <a:cxnSpLocks/>
            <a:stCxn id="28" idx="2"/>
            <a:endCxn id="32" idx="0"/>
          </p:cNvCxnSpPr>
          <p:nvPr/>
        </p:nvCxnSpPr>
        <p:spPr>
          <a:xfrm rot="16200000" flipH="1">
            <a:off x="11231664" y="7313207"/>
            <a:ext cx="111495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Tree>
    <p:extLst>
      <p:ext uri="{BB962C8B-B14F-4D97-AF65-F5344CB8AC3E}">
        <p14:creationId xmlns:p14="http://schemas.microsoft.com/office/powerpoint/2010/main" val="111171714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8D401-6BA0-4D89-CCB6-55413FB5C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F0084-57D0-AF71-5DFD-071CBB811FA6}"/>
              </a:ext>
            </a:extLst>
          </p:cNvPr>
          <p:cNvSpPr>
            <a:spLocks noGrp="1"/>
          </p:cNvSpPr>
          <p:nvPr>
            <p:ph type="title"/>
          </p:nvPr>
        </p:nvSpPr>
        <p:spPr>
          <a:xfrm>
            <a:off x="2167377" y="1872058"/>
            <a:ext cx="11091423" cy="510281"/>
          </a:xfrm>
        </p:spPr>
        <p:txBody>
          <a:bodyPr>
            <a:normAutofit fontScale="90000"/>
          </a:bodyPr>
          <a:lstStyle/>
          <a:p>
            <a:r>
              <a:rPr lang="en-US" sz="4000" dirty="0"/>
              <a:t>Linking menus to flowcharts</a:t>
            </a:r>
          </a:p>
        </p:txBody>
      </p:sp>
      <p:sp>
        <p:nvSpPr>
          <p:cNvPr id="3" name="Text Placeholder 2">
            <a:extLst>
              <a:ext uri="{FF2B5EF4-FFF2-40B4-BE49-F238E27FC236}">
                <a16:creationId xmlns:a16="http://schemas.microsoft.com/office/drawing/2014/main" id="{77C0A3BB-DFFA-96FB-A7E9-6456FB939EFE}"/>
              </a:ext>
            </a:extLst>
          </p:cNvPr>
          <p:cNvSpPr>
            <a:spLocks noGrp="1"/>
          </p:cNvSpPr>
          <p:nvPr>
            <p:ph type="body" sz="quarter" idx="10"/>
          </p:nvPr>
        </p:nvSpPr>
        <p:spPr>
          <a:xfrm>
            <a:off x="2167377" y="2419728"/>
            <a:ext cx="17669505" cy="803546"/>
          </a:xfrm>
        </p:spPr>
        <p:txBody>
          <a:bodyPr>
            <a:normAutofit/>
          </a:bodyPr>
          <a:lstStyle/>
          <a:p>
            <a:r>
              <a:rPr lang="en-US" dirty="0"/>
              <a:t>Using conditional loop for input validation</a:t>
            </a:r>
          </a:p>
        </p:txBody>
      </p:sp>
      <p:sp>
        <p:nvSpPr>
          <p:cNvPr id="4" name="Content Placeholder 3">
            <a:extLst>
              <a:ext uri="{FF2B5EF4-FFF2-40B4-BE49-F238E27FC236}">
                <a16:creationId xmlns:a16="http://schemas.microsoft.com/office/drawing/2014/main" id="{BB2AEACE-37C7-1A68-BD95-4EE7E80C8908}"/>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endParaRPr lang="en-US" sz="3200" dirty="0">
              <a:latin typeface="+mj-lt"/>
            </a:endParaRPr>
          </a:p>
        </p:txBody>
      </p:sp>
      <p:sp>
        <p:nvSpPr>
          <p:cNvPr id="9" name="Rectangle: Rounded Corners 8">
            <a:extLst>
              <a:ext uri="{FF2B5EF4-FFF2-40B4-BE49-F238E27FC236}">
                <a16:creationId xmlns:a16="http://schemas.microsoft.com/office/drawing/2014/main" id="{657FB5BC-3DC9-7E2A-451A-785CB96D28A7}"/>
              </a:ext>
            </a:extLst>
          </p:cNvPr>
          <p:cNvSpPr/>
          <p:nvPr/>
        </p:nvSpPr>
        <p:spPr>
          <a:xfrm>
            <a:off x="8542491" y="3700384"/>
            <a:ext cx="359864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displayMenu</a:t>
            </a:r>
            <a:r>
              <a:rPr lang="en-US" sz="3200" dirty="0">
                <a:solidFill>
                  <a:schemeClr val="tx1">
                    <a:lumMod val="50000"/>
                  </a:schemeClr>
                </a:solidFill>
                <a:latin typeface="+mj-lt"/>
                <a:sym typeface="Helvetica Neue Medium"/>
              </a:rPr>
              <a:t>()</a:t>
            </a:r>
          </a:p>
        </p:txBody>
      </p:sp>
      <p:sp>
        <p:nvSpPr>
          <p:cNvPr id="11" name="Parallelogram 10">
            <a:extLst>
              <a:ext uri="{FF2B5EF4-FFF2-40B4-BE49-F238E27FC236}">
                <a16:creationId xmlns:a16="http://schemas.microsoft.com/office/drawing/2014/main" id="{FB0B1C3D-0B81-07D3-2B76-DAF15DBA0C57}"/>
              </a:ext>
            </a:extLst>
          </p:cNvPr>
          <p:cNvSpPr/>
          <p:nvPr/>
        </p:nvSpPr>
        <p:spPr>
          <a:xfrm>
            <a:off x="7415309" y="6673267"/>
            <a:ext cx="5878414"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0" numCol="1" spcCol="38100" rtlCol="0" anchor="ctr">
            <a:noAutofit/>
          </a:bodyPr>
          <a:lstStyle/>
          <a:p>
            <a:pPr defTabSz="825500"/>
            <a:r>
              <a:rPr lang="en-US" sz="3200" dirty="0">
                <a:solidFill>
                  <a:schemeClr val="tx1">
                    <a:lumMod val="50000"/>
                  </a:schemeClr>
                </a:solidFill>
                <a:latin typeface="+mj-lt"/>
                <a:sym typeface="Helvetica Neue Medium"/>
              </a:rPr>
              <a:t>Display “1. Add Student”</a:t>
            </a:r>
          </a:p>
        </p:txBody>
      </p:sp>
      <p:cxnSp>
        <p:nvCxnSpPr>
          <p:cNvPr id="14" name="Connector: Elbow 13">
            <a:extLst>
              <a:ext uri="{FF2B5EF4-FFF2-40B4-BE49-F238E27FC236}">
                <a16:creationId xmlns:a16="http://schemas.microsoft.com/office/drawing/2014/main" id="{3981F5F1-7F78-F1B9-7791-50E1D6B8A477}"/>
              </a:ext>
            </a:extLst>
          </p:cNvPr>
          <p:cNvCxnSpPr>
            <a:cxnSpLocks/>
            <a:stCxn id="9" idx="2"/>
            <a:endCxn id="16" idx="0"/>
          </p:cNvCxnSpPr>
          <p:nvPr/>
        </p:nvCxnSpPr>
        <p:spPr>
          <a:xfrm rot="16200000" flipH="1">
            <a:off x="10059214" y="4774613"/>
            <a:ext cx="571552"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6" name="Rectangle 15">
            <a:extLst>
              <a:ext uri="{FF2B5EF4-FFF2-40B4-BE49-F238E27FC236}">
                <a16:creationId xmlns:a16="http://schemas.microsoft.com/office/drawing/2014/main" id="{193539EC-D50E-B63C-835E-B28D8A92FA7B}"/>
              </a:ext>
            </a:extLst>
          </p:cNvPr>
          <p:cNvSpPr/>
          <p:nvPr/>
        </p:nvSpPr>
        <p:spPr>
          <a:xfrm>
            <a:off x="7402607" y="5063564"/>
            <a:ext cx="5891116" cy="1057825"/>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Declare Integer </a:t>
            </a:r>
            <a:r>
              <a:rPr lang="en-US" sz="3200" dirty="0" err="1">
                <a:solidFill>
                  <a:schemeClr val="tx1">
                    <a:lumMod val="50000"/>
                  </a:schemeClr>
                </a:solidFill>
                <a:latin typeface="+mj-lt"/>
                <a:sym typeface="Helvetica Neue Medium"/>
              </a:rPr>
              <a:t>menuOption</a:t>
            </a:r>
            <a:endParaRPr lang="en-US" sz="3200" dirty="0">
              <a:solidFill>
                <a:schemeClr val="tx1">
                  <a:lumMod val="50000"/>
                </a:schemeClr>
              </a:solidFill>
              <a:latin typeface="+mj-lt"/>
              <a:sym typeface="Helvetica Neue Medium"/>
            </a:endParaRPr>
          </a:p>
        </p:txBody>
      </p:sp>
      <p:sp>
        <p:nvSpPr>
          <p:cNvPr id="27" name="Parallelogram 26">
            <a:extLst>
              <a:ext uri="{FF2B5EF4-FFF2-40B4-BE49-F238E27FC236}">
                <a16:creationId xmlns:a16="http://schemas.microsoft.com/office/drawing/2014/main" id="{80431892-23BA-1E82-EBDC-0E8816E27DFB}"/>
              </a:ext>
            </a:extLst>
          </p:cNvPr>
          <p:cNvSpPr/>
          <p:nvPr/>
        </p:nvSpPr>
        <p:spPr>
          <a:xfrm>
            <a:off x="7416578" y="7980816"/>
            <a:ext cx="5878414"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0" numCol="1" spcCol="38100" rtlCol="0" anchor="ctr">
            <a:noAutofit/>
          </a:bodyPr>
          <a:lstStyle/>
          <a:p>
            <a:pPr defTabSz="825500"/>
            <a:r>
              <a:rPr lang="en-US" sz="3200" dirty="0">
                <a:solidFill>
                  <a:schemeClr val="tx1">
                    <a:lumMod val="50000"/>
                  </a:schemeClr>
                </a:solidFill>
                <a:latin typeface="+mj-lt"/>
                <a:sym typeface="Helvetica Neue Medium"/>
              </a:rPr>
              <a:t>Display “2. Record Student”</a:t>
            </a:r>
          </a:p>
        </p:txBody>
      </p:sp>
      <p:sp>
        <p:nvSpPr>
          <p:cNvPr id="28" name="Parallelogram 27">
            <a:extLst>
              <a:ext uri="{FF2B5EF4-FFF2-40B4-BE49-F238E27FC236}">
                <a16:creationId xmlns:a16="http://schemas.microsoft.com/office/drawing/2014/main" id="{5760E8A4-8C19-5893-7EE6-C1745C8BDDC5}"/>
              </a:ext>
            </a:extLst>
          </p:cNvPr>
          <p:cNvSpPr/>
          <p:nvPr/>
        </p:nvSpPr>
        <p:spPr>
          <a:xfrm>
            <a:off x="7416579" y="9360181"/>
            <a:ext cx="5878414"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0" numCol="1" spcCol="38100" rtlCol="0" anchor="ctr">
            <a:noAutofit/>
          </a:bodyPr>
          <a:lstStyle/>
          <a:p>
            <a:pPr defTabSz="825500"/>
            <a:r>
              <a:rPr lang="en-US" sz="3200" dirty="0">
                <a:solidFill>
                  <a:schemeClr val="tx1">
                    <a:lumMod val="50000"/>
                  </a:schemeClr>
                </a:solidFill>
                <a:latin typeface="+mj-lt"/>
                <a:sym typeface="Helvetica Neue Medium"/>
              </a:rPr>
              <a:t>Display “3. View Scores”</a:t>
            </a:r>
          </a:p>
        </p:txBody>
      </p:sp>
      <p:sp>
        <p:nvSpPr>
          <p:cNvPr id="30" name="Parallelogram 29">
            <a:extLst>
              <a:ext uri="{FF2B5EF4-FFF2-40B4-BE49-F238E27FC236}">
                <a16:creationId xmlns:a16="http://schemas.microsoft.com/office/drawing/2014/main" id="{12BB23A6-3BFA-A247-62CC-6904224E9DAC}"/>
              </a:ext>
            </a:extLst>
          </p:cNvPr>
          <p:cNvSpPr/>
          <p:nvPr/>
        </p:nvSpPr>
        <p:spPr>
          <a:xfrm>
            <a:off x="7416580" y="10649022"/>
            <a:ext cx="5878414"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0" numCol="1" spcCol="38100" rtlCol="0" anchor="ctr">
            <a:noAutofit/>
          </a:bodyPr>
          <a:lstStyle/>
          <a:p>
            <a:pPr defTabSz="825500"/>
            <a:r>
              <a:rPr lang="en-US" sz="3200" dirty="0">
                <a:solidFill>
                  <a:schemeClr val="tx1">
                    <a:lumMod val="50000"/>
                  </a:schemeClr>
                </a:solidFill>
                <a:latin typeface="+mj-lt"/>
                <a:sym typeface="Helvetica Neue Medium"/>
              </a:rPr>
              <a:t>Display “0. Exit”</a:t>
            </a:r>
          </a:p>
        </p:txBody>
      </p:sp>
      <p:cxnSp>
        <p:nvCxnSpPr>
          <p:cNvPr id="32" name="Connector: Elbow 31">
            <a:extLst>
              <a:ext uri="{FF2B5EF4-FFF2-40B4-BE49-F238E27FC236}">
                <a16:creationId xmlns:a16="http://schemas.microsoft.com/office/drawing/2014/main" id="{1AEEF6EB-E3F2-D8B0-7F48-799336742361}"/>
              </a:ext>
            </a:extLst>
          </p:cNvPr>
          <p:cNvCxnSpPr>
            <a:cxnSpLocks/>
            <a:stCxn id="16" idx="2"/>
            <a:endCxn id="11" idx="0"/>
          </p:cNvCxnSpPr>
          <p:nvPr/>
        </p:nvCxnSpPr>
        <p:spPr>
          <a:xfrm rot="16200000" flipH="1">
            <a:off x="10075401" y="6394152"/>
            <a:ext cx="551878" cy="635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6" name="Connector: Elbow 35">
            <a:extLst>
              <a:ext uri="{FF2B5EF4-FFF2-40B4-BE49-F238E27FC236}">
                <a16:creationId xmlns:a16="http://schemas.microsoft.com/office/drawing/2014/main" id="{03667F2B-68F6-2962-BF11-FEC72ED9C45B}"/>
              </a:ext>
            </a:extLst>
          </p:cNvPr>
          <p:cNvCxnSpPr>
            <a:cxnSpLocks/>
            <a:stCxn id="11" idx="4"/>
            <a:endCxn id="27" idx="0"/>
          </p:cNvCxnSpPr>
          <p:nvPr/>
        </p:nvCxnSpPr>
        <p:spPr>
          <a:xfrm rot="16200000" flipH="1">
            <a:off x="10073704" y="7698735"/>
            <a:ext cx="562892" cy="1269"/>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0" name="Connector: Elbow 39">
            <a:extLst>
              <a:ext uri="{FF2B5EF4-FFF2-40B4-BE49-F238E27FC236}">
                <a16:creationId xmlns:a16="http://schemas.microsoft.com/office/drawing/2014/main" id="{9CDA9D14-EA27-B86D-C27A-A73527F846F6}"/>
              </a:ext>
            </a:extLst>
          </p:cNvPr>
          <p:cNvCxnSpPr>
            <a:cxnSpLocks/>
            <a:stCxn id="27" idx="4"/>
            <a:endCxn id="28" idx="0"/>
          </p:cNvCxnSpPr>
          <p:nvPr/>
        </p:nvCxnSpPr>
        <p:spPr>
          <a:xfrm rot="16200000" flipH="1">
            <a:off x="10038431" y="9042826"/>
            <a:ext cx="63470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5" name="Connector: Elbow 44">
            <a:extLst>
              <a:ext uri="{FF2B5EF4-FFF2-40B4-BE49-F238E27FC236}">
                <a16:creationId xmlns:a16="http://schemas.microsoft.com/office/drawing/2014/main" id="{70417395-E444-D515-647E-CA7C91A9E082}"/>
              </a:ext>
            </a:extLst>
          </p:cNvPr>
          <p:cNvCxnSpPr>
            <a:cxnSpLocks/>
            <a:stCxn id="28" idx="4"/>
            <a:endCxn id="30" idx="0"/>
          </p:cNvCxnSpPr>
          <p:nvPr/>
        </p:nvCxnSpPr>
        <p:spPr>
          <a:xfrm rot="16200000" flipH="1">
            <a:off x="10083694" y="10376929"/>
            <a:ext cx="544184"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9" name="Connector: Elbow 48">
            <a:extLst>
              <a:ext uri="{FF2B5EF4-FFF2-40B4-BE49-F238E27FC236}">
                <a16:creationId xmlns:a16="http://schemas.microsoft.com/office/drawing/2014/main" id="{6114FDF3-DD67-1D44-9D47-39DABF4A4640}"/>
              </a:ext>
            </a:extLst>
          </p:cNvPr>
          <p:cNvCxnSpPr>
            <a:cxnSpLocks/>
            <a:stCxn id="30" idx="4"/>
            <a:endCxn id="12" idx="0"/>
          </p:cNvCxnSpPr>
          <p:nvPr/>
        </p:nvCxnSpPr>
        <p:spPr>
          <a:xfrm rot="5400000">
            <a:off x="10007809" y="11727685"/>
            <a:ext cx="681984" cy="1397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0" name="Rectangle: Rounded Corners 9">
            <a:extLst>
              <a:ext uri="{FF2B5EF4-FFF2-40B4-BE49-F238E27FC236}">
                <a16:creationId xmlns:a16="http://schemas.microsoft.com/office/drawing/2014/main" id="{48B9C8A4-0C92-C132-895D-F03F67D9375A}"/>
              </a:ext>
            </a:extLst>
          </p:cNvPr>
          <p:cNvSpPr/>
          <p:nvPr/>
        </p:nvSpPr>
        <p:spPr>
          <a:xfrm>
            <a:off x="13914314" y="12678156"/>
            <a:ext cx="5087032"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Return </a:t>
            </a:r>
            <a:r>
              <a:rPr lang="en-US" sz="3200" dirty="0" err="1">
                <a:solidFill>
                  <a:schemeClr val="tx1">
                    <a:lumMod val="50000"/>
                  </a:schemeClr>
                </a:solidFill>
                <a:latin typeface="+mj-lt"/>
                <a:sym typeface="Helvetica Neue Medium"/>
              </a:rPr>
              <a:t>menuOption</a:t>
            </a:r>
            <a:endParaRPr lang="en-US" sz="3200" dirty="0">
              <a:solidFill>
                <a:schemeClr val="tx1">
                  <a:lumMod val="50000"/>
                </a:schemeClr>
              </a:solidFill>
              <a:latin typeface="+mj-lt"/>
              <a:sym typeface="Helvetica Neue Medium"/>
            </a:endParaRPr>
          </a:p>
        </p:txBody>
      </p:sp>
      <p:sp>
        <p:nvSpPr>
          <p:cNvPr id="12" name="Flowchart: Connector 11">
            <a:extLst>
              <a:ext uri="{FF2B5EF4-FFF2-40B4-BE49-F238E27FC236}">
                <a16:creationId xmlns:a16="http://schemas.microsoft.com/office/drawing/2014/main" id="{23259FE5-D594-84C3-3814-7406A85C791A}"/>
              </a:ext>
            </a:extLst>
          </p:cNvPr>
          <p:cNvSpPr/>
          <p:nvPr/>
        </p:nvSpPr>
        <p:spPr>
          <a:xfrm>
            <a:off x="9710619" y="12075663"/>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sp>
        <p:nvSpPr>
          <p:cNvPr id="13" name="Flowchart: Connector 12">
            <a:extLst>
              <a:ext uri="{FF2B5EF4-FFF2-40B4-BE49-F238E27FC236}">
                <a16:creationId xmlns:a16="http://schemas.microsoft.com/office/drawing/2014/main" id="{5F6373F7-6252-77EF-4828-D7AFE0CE1B3C}"/>
              </a:ext>
            </a:extLst>
          </p:cNvPr>
          <p:cNvSpPr/>
          <p:nvPr/>
        </p:nvSpPr>
        <p:spPr>
          <a:xfrm>
            <a:off x="15931940" y="2904112"/>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sp>
        <p:nvSpPr>
          <p:cNvPr id="41" name="Parallelogram 40">
            <a:extLst>
              <a:ext uri="{FF2B5EF4-FFF2-40B4-BE49-F238E27FC236}">
                <a16:creationId xmlns:a16="http://schemas.microsoft.com/office/drawing/2014/main" id="{59910FB9-B923-C159-563E-576A5872726B}"/>
              </a:ext>
            </a:extLst>
          </p:cNvPr>
          <p:cNvSpPr/>
          <p:nvPr/>
        </p:nvSpPr>
        <p:spPr>
          <a:xfrm>
            <a:off x="14268612" y="5177928"/>
            <a:ext cx="4563643" cy="134274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Display “Enter option [0..3] &gt;&gt; ”</a:t>
            </a:r>
          </a:p>
        </p:txBody>
      </p:sp>
      <p:sp>
        <p:nvSpPr>
          <p:cNvPr id="42" name="Parallelogram 41">
            <a:extLst>
              <a:ext uri="{FF2B5EF4-FFF2-40B4-BE49-F238E27FC236}">
                <a16:creationId xmlns:a16="http://schemas.microsoft.com/office/drawing/2014/main" id="{2D190870-022A-53DA-5CB4-E837231228B6}"/>
              </a:ext>
            </a:extLst>
          </p:cNvPr>
          <p:cNvSpPr/>
          <p:nvPr/>
        </p:nvSpPr>
        <p:spPr>
          <a:xfrm>
            <a:off x="13951543" y="7131384"/>
            <a:ext cx="4999874" cy="791628"/>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Input </a:t>
            </a:r>
            <a:r>
              <a:rPr lang="en-US" sz="3200" dirty="0" err="1">
                <a:solidFill>
                  <a:schemeClr val="tx1">
                    <a:lumMod val="50000"/>
                  </a:schemeClr>
                </a:solidFill>
                <a:latin typeface="+mj-lt"/>
                <a:sym typeface="Helvetica Neue Medium"/>
              </a:rPr>
              <a:t>menuOption</a:t>
            </a:r>
            <a:endParaRPr lang="en-US" sz="3200" dirty="0">
              <a:solidFill>
                <a:schemeClr val="tx1">
                  <a:lumMod val="50000"/>
                </a:schemeClr>
              </a:solidFill>
              <a:latin typeface="+mj-lt"/>
              <a:sym typeface="Helvetica Neue Medium"/>
            </a:endParaRPr>
          </a:p>
        </p:txBody>
      </p:sp>
      <p:cxnSp>
        <p:nvCxnSpPr>
          <p:cNvPr id="43" name="Connector: Elbow 42">
            <a:extLst>
              <a:ext uri="{FF2B5EF4-FFF2-40B4-BE49-F238E27FC236}">
                <a16:creationId xmlns:a16="http://schemas.microsoft.com/office/drawing/2014/main" id="{D1366358-BED9-9F5B-E6F9-601D85DFAA39}"/>
              </a:ext>
            </a:extLst>
          </p:cNvPr>
          <p:cNvCxnSpPr>
            <a:cxnSpLocks/>
            <a:stCxn id="13" idx="4"/>
            <a:endCxn id="41" idx="0"/>
          </p:cNvCxnSpPr>
          <p:nvPr/>
        </p:nvCxnSpPr>
        <p:spPr>
          <a:xfrm rot="5400000">
            <a:off x="16018479" y="4633271"/>
            <a:ext cx="1076612" cy="1270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8" name="Connector: Elbow 47">
            <a:extLst>
              <a:ext uri="{FF2B5EF4-FFF2-40B4-BE49-F238E27FC236}">
                <a16:creationId xmlns:a16="http://schemas.microsoft.com/office/drawing/2014/main" id="{291A82E2-6688-D31F-33FE-442C8A6F321C}"/>
              </a:ext>
            </a:extLst>
          </p:cNvPr>
          <p:cNvCxnSpPr>
            <a:cxnSpLocks/>
            <a:stCxn id="41" idx="4"/>
            <a:endCxn id="42" idx="1"/>
          </p:cNvCxnSpPr>
          <p:nvPr/>
        </p:nvCxnSpPr>
        <p:spPr>
          <a:xfrm rot="5400000">
            <a:off x="16245080" y="6826029"/>
            <a:ext cx="610709"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5" name="Flowchart: Decision 54">
            <a:extLst>
              <a:ext uri="{FF2B5EF4-FFF2-40B4-BE49-F238E27FC236}">
                <a16:creationId xmlns:a16="http://schemas.microsoft.com/office/drawing/2014/main" id="{1D797089-0858-5E5F-A688-B68DCDD5CF6E}"/>
              </a:ext>
            </a:extLst>
          </p:cNvPr>
          <p:cNvSpPr/>
          <p:nvPr/>
        </p:nvSpPr>
        <p:spPr>
          <a:xfrm>
            <a:off x="13653957" y="8533721"/>
            <a:ext cx="5607746" cy="3327282"/>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0" numCol="1" spcCol="38100" rtlCol="0" anchor="ctr">
            <a:noAutofit/>
          </a:bodyPr>
          <a:lstStyle/>
          <a:p>
            <a:pPr defTabSz="825500"/>
            <a:r>
              <a:rPr lang="en-US" sz="3200" dirty="0" err="1">
                <a:solidFill>
                  <a:schemeClr val="tx1">
                    <a:lumMod val="50000"/>
                  </a:schemeClr>
                </a:solidFill>
                <a:latin typeface="+mj-lt"/>
                <a:sym typeface="Helvetica Neue Medium"/>
              </a:rPr>
              <a:t>menuOption</a:t>
            </a:r>
            <a:r>
              <a:rPr lang="en-US" sz="3200" dirty="0">
                <a:solidFill>
                  <a:schemeClr val="tx1">
                    <a:lumMod val="50000"/>
                  </a:schemeClr>
                </a:solidFill>
                <a:latin typeface="+mj-lt"/>
                <a:sym typeface="Helvetica Neue Medium"/>
              </a:rPr>
              <a:t> &lt; 0</a:t>
            </a:r>
          </a:p>
          <a:p>
            <a:pPr defTabSz="825500"/>
            <a:r>
              <a:rPr lang="en-US" sz="3200" dirty="0">
                <a:solidFill>
                  <a:schemeClr val="tx1">
                    <a:lumMod val="50000"/>
                  </a:schemeClr>
                </a:solidFill>
                <a:latin typeface="+mj-lt"/>
                <a:sym typeface="Helvetica Neue Medium"/>
              </a:rPr>
              <a:t>OR</a:t>
            </a:r>
          </a:p>
          <a:p>
            <a:pPr defTabSz="825500"/>
            <a:r>
              <a:rPr lang="en-US" sz="3200" dirty="0" err="1">
                <a:solidFill>
                  <a:schemeClr val="tx1">
                    <a:lumMod val="50000"/>
                  </a:schemeClr>
                </a:solidFill>
                <a:latin typeface="+mj-lt"/>
                <a:sym typeface="Helvetica Neue Medium"/>
              </a:rPr>
              <a:t>menuOption</a:t>
            </a:r>
            <a:r>
              <a:rPr lang="en-US" sz="3200" dirty="0">
                <a:solidFill>
                  <a:schemeClr val="tx1">
                    <a:lumMod val="50000"/>
                  </a:schemeClr>
                </a:solidFill>
                <a:latin typeface="+mj-lt"/>
                <a:sym typeface="Helvetica Neue Medium"/>
              </a:rPr>
              <a:t> &gt; 3</a:t>
            </a:r>
          </a:p>
        </p:txBody>
      </p:sp>
      <p:cxnSp>
        <p:nvCxnSpPr>
          <p:cNvPr id="56" name="Connector: Elbow 55">
            <a:extLst>
              <a:ext uri="{FF2B5EF4-FFF2-40B4-BE49-F238E27FC236}">
                <a16:creationId xmlns:a16="http://schemas.microsoft.com/office/drawing/2014/main" id="{F423712F-3384-EC8E-7BC0-7DB7E935FD30}"/>
              </a:ext>
            </a:extLst>
          </p:cNvPr>
          <p:cNvCxnSpPr>
            <a:cxnSpLocks/>
            <a:stCxn id="42" idx="4"/>
            <a:endCxn id="55" idx="0"/>
          </p:cNvCxnSpPr>
          <p:nvPr/>
        </p:nvCxnSpPr>
        <p:spPr>
          <a:xfrm rot="16200000" flipH="1">
            <a:off x="16149301" y="8225191"/>
            <a:ext cx="610709"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9" name="Connector: Elbow 58">
            <a:extLst>
              <a:ext uri="{FF2B5EF4-FFF2-40B4-BE49-F238E27FC236}">
                <a16:creationId xmlns:a16="http://schemas.microsoft.com/office/drawing/2014/main" id="{DCA9E56B-AB88-E8C3-8BD7-AF8E3F6F9429}"/>
              </a:ext>
            </a:extLst>
          </p:cNvPr>
          <p:cNvCxnSpPr>
            <a:cxnSpLocks/>
            <a:stCxn id="55" idx="2"/>
            <a:endCxn id="10" idx="0"/>
          </p:cNvCxnSpPr>
          <p:nvPr/>
        </p:nvCxnSpPr>
        <p:spPr>
          <a:xfrm rot="5400000">
            <a:off x="16049254" y="12269579"/>
            <a:ext cx="817153"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70" name="Content Placeholder 4">
            <a:extLst>
              <a:ext uri="{FF2B5EF4-FFF2-40B4-BE49-F238E27FC236}">
                <a16:creationId xmlns:a16="http://schemas.microsoft.com/office/drawing/2014/main" id="{CA74EDAD-68E5-1232-77E4-672CC04B3C39}"/>
              </a:ext>
            </a:extLst>
          </p:cNvPr>
          <p:cNvSpPr txBox="1">
            <a:spLocks/>
          </p:cNvSpPr>
          <p:nvPr/>
        </p:nvSpPr>
        <p:spPr>
          <a:xfrm>
            <a:off x="16289879" y="11864868"/>
            <a:ext cx="1321224" cy="5400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False</a:t>
            </a:r>
          </a:p>
        </p:txBody>
      </p:sp>
      <p:sp>
        <p:nvSpPr>
          <p:cNvPr id="71" name="Content Placeholder 4">
            <a:extLst>
              <a:ext uri="{FF2B5EF4-FFF2-40B4-BE49-F238E27FC236}">
                <a16:creationId xmlns:a16="http://schemas.microsoft.com/office/drawing/2014/main" id="{268956D8-6DBC-496A-717D-FDC490BC5032}"/>
              </a:ext>
            </a:extLst>
          </p:cNvPr>
          <p:cNvSpPr txBox="1">
            <a:spLocks/>
          </p:cNvSpPr>
          <p:nvPr/>
        </p:nvSpPr>
        <p:spPr>
          <a:xfrm>
            <a:off x="19127966" y="9709987"/>
            <a:ext cx="1321224" cy="5400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True</a:t>
            </a:r>
          </a:p>
        </p:txBody>
      </p:sp>
      <p:sp>
        <p:nvSpPr>
          <p:cNvPr id="74" name="Parallelogram 73">
            <a:extLst>
              <a:ext uri="{FF2B5EF4-FFF2-40B4-BE49-F238E27FC236}">
                <a16:creationId xmlns:a16="http://schemas.microsoft.com/office/drawing/2014/main" id="{642C96F6-8B5E-10F7-3FFE-422FD943A64D}"/>
              </a:ext>
            </a:extLst>
          </p:cNvPr>
          <p:cNvSpPr/>
          <p:nvPr/>
        </p:nvSpPr>
        <p:spPr>
          <a:xfrm>
            <a:off x="19516942" y="7748443"/>
            <a:ext cx="4563643" cy="134274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Display “Invalid input. Try again.”</a:t>
            </a:r>
          </a:p>
        </p:txBody>
      </p:sp>
      <p:cxnSp>
        <p:nvCxnSpPr>
          <p:cNvPr id="75" name="Connector: Elbow 74">
            <a:extLst>
              <a:ext uri="{FF2B5EF4-FFF2-40B4-BE49-F238E27FC236}">
                <a16:creationId xmlns:a16="http://schemas.microsoft.com/office/drawing/2014/main" id="{8FF1DCB2-BB06-897D-9E50-B2FA98B91C9F}"/>
              </a:ext>
            </a:extLst>
          </p:cNvPr>
          <p:cNvCxnSpPr>
            <a:cxnSpLocks/>
            <a:stCxn id="55" idx="3"/>
            <a:endCxn id="74" idx="4"/>
          </p:cNvCxnSpPr>
          <p:nvPr/>
        </p:nvCxnSpPr>
        <p:spPr>
          <a:xfrm flipV="1">
            <a:off x="19261703" y="9091190"/>
            <a:ext cx="2537061" cy="1106172"/>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86" name="Connector: Elbow 85">
            <a:extLst>
              <a:ext uri="{FF2B5EF4-FFF2-40B4-BE49-F238E27FC236}">
                <a16:creationId xmlns:a16="http://schemas.microsoft.com/office/drawing/2014/main" id="{7EEE20A2-03B7-B19F-BE5C-0A6D6153027D}"/>
              </a:ext>
            </a:extLst>
          </p:cNvPr>
          <p:cNvCxnSpPr>
            <a:cxnSpLocks/>
            <a:stCxn id="74" idx="0"/>
          </p:cNvCxnSpPr>
          <p:nvPr/>
        </p:nvCxnSpPr>
        <p:spPr>
          <a:xfrm rot="16200000" flipV="1">
            <a:off x="17539877" y="3489555"/>
            <a:ext cx="3245725" cy="5272051"/>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13" name="Content Placeholder 3">
            <a:extLst>
              <a:ext uri="{FF2B5EF4-FFF2-40B4-BE49-F238E27FC236}">
                <a16:creationId xmlns:a16="http://schemas.microsoft.com/office/drawing/2014/main" id="{797B6782-8AAA-55BE-DA3B-EE5D74067FF3}"/>
              </a:ext>
            </a:extLst>
          </p:cNvPr>
          <p:cNvSpPr txBox="1">
            <a:spLocks/>
          </p:cNvSpPr>
          <p:nvPr/>
        </p:nvSpPr>
        <p:spPr>
          <a:xfrm>
            <a:off x="367772" y="4096198"/>
            <a:ext cx="6688572" cy="73030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We have </a:t>
            </a:r>
            <a:r>
              <a:rPr lang="en-US" sz="3200" dirty="0" err="1">
                <a:latin typeface="+mj-lt"/>
              </a:rPr>
              <a:t>menuOption</a:t>
            </a:r>
            <a:r>
              <a:rPr lang="en-US" sz="3200" dirty="0">
                <a:latin typeface="+mj-lt"/>
              </a:rPr>
              <a:t> for our navigation. We will return that value, so we need to make sure it’s the acceptable value. </a:t>
            </a:r>
            <a:r>
              <a:rPr lang="en-US" sz="3200">
                <a:latin typeface="+mj-lt"/>
              </a:rPr>
              <a:t>Moreover, </a:t>
            </a:r>
            <a:r>
              <a:rPr lang="en-US" sz="3200" dirty="0">
                <a:latin typeface="+mj-lt"/>
              </a:rPr>
              <a:t>make sure the user knows the acceptable value and tell them when the input is wrong!</a:t>
            </a:r>
          </a:p>
        </p:txBody>
      </p:sp>
    </p:spTree>
    <p:extLst>
      <p:ext uri="{BB962C8B-B14F-4D97-AF65-F5344CB8AC3E}">
        <p14:creationId xmlns:p14="http://schemas.microsoft.com/office/powerpoint/2010/main" val="373284488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F513-F716-1810-704C-08F7C1D42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193F0B-B3F7-0939-1B55-F14FF54FF23D}"/>
              </a:ext>
            </a:extLst>
          </p:cNvPr>
          <p:cNvSpPr>
            <a:spLocks noGrp="1"/>
          </p:cNvSpPr>
          <p:nvPr>
            <p:ph type="title"/>
          </p:nvPr>
        </p:nvSpPr>
        <p:spPr/>
        <p:txBody>
          <a:bodyPr>
            <a:normAutofit fontScale="90000"/>
          </a:bodyPr>
          <a:lstStyle/>
          <a:p>
            <a:r>
              <a:rPr lang="en-US" sz="4000" dirty="0"/>
              <a:t>Linking menus to flowcharts</a:t>
            </a:r>
          </a:p>
        </p:txBody>
      </p:sp>
      <p:sp>
        <p:nvSpPr>
          <p:cNvPr id="3" name="Text Placeholder 2">
            <a:extLst>
              <a:ext uri="{FF2B5EF4-FFF2-40B4-BE49-F238E27FC236}">
                <a16:creationId xmlns:a16="http://schemas.microsoft.com/office/drawing/2014/main" id="{BD5EF930-E3E9-AB75-2000-B37EA83B44EB}"/>
              </a:ext>
            </a:extLst>
          </p:cNvPr>
          <p:cNvSpPr>
            <a:spLocks noGrp="1"/>
          </p:cNvSpPr>
          <p:nvPr>
            <p:ph type="body" sz="quarter" idx="10"/>
          </p:nvPr>
        </p:nvSpPr>
        <p:spPr>
          <a:xfrm>
            <a:off x="2167377" y="2419728"/>
            <a:ext cx="17669505" cy="803546"/>
          </a:xfrm>
        </p:spPr>
        <p:txBody>
          <a:bodyPr>
            <a:normAutofit/>
          </a:bodyPr>
          <a:lstStyle/>
          <a:p>
            <a:r>
              <a:rPr lang="en-US" dirty="0"/>
              <a:t>Using switch case for menu selection</a:t>
            </a:r>
          </a:p>
        </p:txBody>
      </p:sp>
      <p:sp>
        <p:nvSpPr>
          <p:cNvPr id="4" name="Content Placeholder 3">
            <a:extLst>
              <a:ext uri="{FF2B5EF4-FFF2-40B4-BE49-F238E27FC236}">
                <a16:creationId xmlns:a16="http://schemas.microsoft.com/office/drawing/2014/main" id="{7DB48030-C861-00F2-6803-0C9B1D982267}"/>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endParaRPr lang="en-US" sz="3200" dirty="0">
              <a:latin typeface="+mj-lt"/>
            </a:endParaRPr>
          </a:p>
        </p:txBody>
      </p:sp>
      <p:sp>
        <p:nvSpPr>
          <p:cNvPr id="11" name="Rectangle: Rounded Corners 10">
            <a:extLst>
              <a:ext uri="{FF2B5EF4-FFF2-40B4-BE49-F238E27FC236}">
                <a16:creationId xmlns:a16="http://schemas.microsoft.com/office/drawing/2014/main" id="{E594485C-3DB5-F690-3396-C81EADDBBFB4}"/>
              </a:ext>
            </a:extLst>
          </p:cNvPr>
          <p:cNvSpPr/>
          <p:nvPr/>
        </p:nvSpPr>
        <p:spPr>
          <a:xfrm>
            <a:off x="20935609" y="11824153"/>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13" name="Rectangle: Rounded Corners 12">
            <a:extLst>
              <a:ext uri="{FF2B5EF4-FFF2-40B4-BE49-F238E27FC236}">
                <a16:creationId xmlns:a16="http://schemas.microsoft.com/office/drawing/2014/main" id="{7B6E944D-9D08-B366-FD89-ABB713C3DE8E}"/>
              </a:ext>
            </a:extLst>
          </p:cNvPr>
          <p:cNvSpPr/>
          <p:nvPr/>
        </p:nvSpPr>
        <p:spPr>
          <a:xfrm>
            <a:off x="2366682" y="4017646"/>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main()</a:t>
            </a:r>
          </a:p>
        </p:txBody>
      </p:sp>
      <p:cxnSp>
        <p:nvCxnSpPr>
          <p:cNvPr id="14" name="Connector: Elbow 13">
            <a:extLst>
              <a:ext uri="{FF2B5EF4-FFF2-40B4-BE49-F238E27FC236}">
                <a16:creationId xmlns:a16="http://schemas.microsoft.com/office/drawing/2014/main" id="{AC022615-E2E9-B3C5-FDDB-5ACAE2EF432A}"/>
              </a:ext>
            </a:extLst>
          </p:cNvPr>
          <p:cNvCxnSpPr>
            <a:cxnSpLocks/>
            <a:stCxn id="13" idx="2"/>
            <a:endCxn id="18" idx="0"/>
          </p:cNvCxnSpPr>
          <p:nvPr/>
        </p:nvCxnSpPr>
        <p:spPr>
          <a:xfrm rot="5400000">
            <a:off x="3124843" y="5132822"/>
            <a:ext cx="647097" cy="1"/>
          </a:xfrm>
          <a:prstGeom prst="bentConnector3">
            <a:avLst>
              <a:gd name="adj1" fmla="val 15670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8" name="Rectangle 17">
            <a:extLst>
              <a:ext uri="{FF2B5EF4-FFF2-40B4-BE49-F238E27FC236}">
                <a16:creationId xmlns:a16="http://schemas.microsoft.com/office/drawing/2014/main" id="{F3E5923F-AD7A-FC87-A46B-CE461960D0B4}"/>
              </a:ext>
            </a:extLst>
          </p:cNvPr>
          <p:cNvSpPr/>
          <p:nvPr/>
        </p:nvSpPr>
        <p:spPr>
          <a:xfrm>
            <a:off x="502832" y="5456371"/>
            <a:ext cx="5891116" cy="1057825"/>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Declare Integer </a:t>
            </a:r>
            <a:r>
              <a:rPr lang="en-US" sz="3200" dirty="0" err="1">
                <a:solidFill>
                  <a:schemeClr val="tx1">
                    <a:lumMod val="50000"/>
                  </a:schemeClr>
                </a:solidFill>
                <a:latin typeface="+mj-lt"/>
                <a:sym typeface="Helvetica Neue Medium"/>
              </a:rPr>
              <a:t>menuOption</a:t>
            </a:r>
            <a:endParaRPr lang="en-US" sz="3200" dirty="0">
              <a:solidFill>
                <a:schemeClr val="tx1">
                  <a:lumMod val="50000"/>
                </a:schemeClr>
              </a:solidFill>
              <a:latin typeface="+mj-lt"/>
              <a:sym typeface="Helvetica Neue Medium"/>
            </a:endParaRPr>
          </a:p>
        </p:txBody>
      </p:sp>
      <p:sp>
        <p:nvSpPr>
          <p:cNvPr id="19" name="Rectangle 18">
            <a:extLst>
              <a:ext uri="{FF2B5EF4-FFF2-40B4-BE49-F238E27FC236}">
                <a16:creationId xmlns:a16="http://schemas.microsoft.com/office/drawing/2014/main" id="{0EA3B792-0722-A353-BED0-7A3188254B6A}"/>
              </a:ext>
            </a:extLst>
          </p:cNvPr>
          <p:cNvSpPr/>
          <p:nvPr/>
        </p:nvSpPr>
        <p:spPr>
          <a:xfrm>
            <a:off x="502839" y="8289904"/>
            <a:ext cx="5891116" cy="1057825"/>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menuOption</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displayMenu</a:t>
            </a:r>
            <a:r>
              <a:rPr lang="en-US" sz="3200" dirty="0">
                <a:solidFill>
                  <a:schemeClr val="tx1">
                    <a:lumMod val="50000"/>
                  </a:schemeClr>
                </a:solidFill>
                <a:latin typeface="+mj-lt"/>
                <a:sym typeface="Helvetica Neue Medium"/>
              </a:rPr>
              <a:t>()</a:t>
            </a:r>
          </a:p>
        </p:txBody>
      </p:sp>
      <p:cxnSp>
        <p:nvCxnSpPr>
          <p:cNvPr id="20" name="Connector: Elbow 19">
            <a:extLst>
              <a:ext uri="{FF2B5EF4-FFF2-40B4-BE49-F238E27FC236}">
                <a16:creationId xmlns:a16="http://schemas.microsoft.com/office/drawing/2014/main" id="{E5107F60-B201-3CCD-E28B-5566AF4B945B}"/>
              </a:ext>
            </a:extLst>
          </p:cNvPr>
          <p:cNvCxnSpPr>
            <a:cxnSpLocks/>
            <a:stCxn id="18" idx="2"/>
            <a:endCxn id="19" idx="0"/>
          </p:cNvCxnSpPr>
          <p:nvPr/>
        </p:nvCxnSpPr>
        <p:spPr>
          <a:xfrm rot="16200000" flipH="1">
            <a:off x="2560539" y="7402046"/>
            <a:ext cx="1775708" cy="7"/>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9" name="Connector: Elbow 28">
            <a:extLst>
              <a:ext uri="{FF2B5EF4-FFF2-40B4-BE49-F238E27FC236}">
                <a16:creationId xmlns:a16="http://schemas.microsoft.com/office/drawing/2014/main" id="{AC4ECA02-E39F-8AB2-91DB-614D38E7B04C}"/>
              </a:ext>
            </a:extLst>
          </p:cNvPr>
          <p:cNvCxnSpPr>
            <a:cxnSpLocks/>
            <a:stCxn id="19" idx="2"/>
            <a:endCxn id="33" idx="0"/>
          </p:cNvCxnSpPr>
          <p:nvPr/>
        </p:nvCxnSpPr>
        <p:spPr>
          <a:xfrm rot="16200000" flipH="1">
            <a:off x="3051211" y="9744914"/>
            <a:ext cx="794372"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3" name="Flowchart: Connector 32">
            <a:extLst>
              <a:ext uri="{FF2B5EF4-FFF2-40B4-BE49-F238E27FC236}">
                <a16:creationId xmlns:a16="http://schemas.microsoft.com/office/drawing/2014/main" id="{875E9975-289E-1F16-88CC-77D4CD9DE34D}"/>
              </a:ext>
            </a:extLst>
          </p:cNvPr>
          <p:cNvSpPr/>
          <p:nvPr/>
        </p:nvSpPr>
        <p:spPr>
          <a:xfrm>
            <a:off x="2817202" y="10142101"/>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sp>
        <p:nvSpPr>
          <p:cNvPr id="34" name="Flowchart: Connector 33">
            <a:extLst>
              <a:ext uri="{FF2B5EF4-FFF2-40B4-BE49-F238E27FC236}">
                <a16:creationId xmlns:a16="http://schemas.microsoft.com/office/drawing/2014/main" id="{6A51FDA7-2A02-91EE-BCEA-89BA68476771}"/>
              </a:ext>
            </a:extLst>
          </p:cNvPr>
          <p:cNvSpPr/>
          <p:nvPr/>
        </p:nvSpPr>
        <p:spPr>
          <a:xfrm>
            <a:off x="16088302" y="2752815"/>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sp>
        <p:nvSpPr>
          <p:cNvPr id="37" name="Flowchart: Decision 36">
            <a:extLst>
              <a:ext uri="{FF2B5EF4-FFF2-40B4-BE49-F238E27FC236}">
                <a16:creationId xmlns:a16="http://schemas.microsoft.com/office/drawing/2014/main" id="{BCD63AD7-7526-DB05-F05D-86CF247141BD}"/>
              </a:ext>
            </a:extLst>
          </p:cNvPr>
          <p:cNvSpPr/>
          <p:nvPr/>
        </p:nvSpPr>
        <p:spPr>
          <a:xfrm>
            <a:off x="14971648" y="4716730"/>
            <a:ext cx="3495702" cy="1608380"/>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0" numCol="1" spcCol="38100" rtlCol="0" anchor="ctr">
            <a:noAutofit/>
          </a:bodyPr>
          <a:lstStyle/>
          <a:p>
            <a:pPr defTabSz="825500"/>
            <a:r>
              <a:rPr lang="en-US" sz="3200" dirty="0" err="1">
                <a:solidFill>
                  <a:schemeClr val="tx1">
                    <a:lumMod val="50000"/>
                  </a:schemeClr>
                </a:solidFill>
                <a:latin typeface="+mj-lt"/>
                <a:sym typeface="Helvetica Neue Medium"/>
              </a:rPr>
              <a:t>menuOption</a:t>
            </a:r>
            <a:endParaRPr lang="en-US" sz="3200" dirty="0">
              <a:solidFill>
                <a:schemeClr val="tx1">
                  <a:lumMod val="50000"/>
                </a:schemeClr>
              </a:solidFill>
              <a:latin typeface="+mj-lt"/>
              <a:sym typeface="Helvetica Neue Medium"/>
            </a:endParaRPr>
          </a:p>
        </p:txBody>
      </p:sp>
      <p:cxnSp>
        <p:nvCxnSpPr>
          <p:cNvPr id="41" name="Connector: Elbow 40">
            <a:extLst>
              <a:ext uri="{FF2B5EF4-FFF2-40B4-BE49-F238E27FC236}">
                <a16:creationId xmlns:a16="http://schemas.microsoft.com/office/drawing/2014/main" id="{8274E082-5FF5-2281-66DE-5F1F3F74F8C1}"/>
              </a:ext>
            </a:extLst>
          </p:cNvPr>
          <p:cNvCxnSpPr>
            <a:cxnSpLocks/>
            <a:stCxn id="34" idx="4"/>
            <a:endCxn id="37" idx="0"/>
          </p:cNvCxnSpPr>
          <p:nvPr/>
        </p:nvCxnSpPr>
        <p:spPr>
          <a:xfrm rot="16200000" flipH="1">
            <a:off x="16336143" y="4333373"/>
            <a:ext cx="766711"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5" name="Flowchart: Predefined Process 44">
            <a:extLst>
              <a:ext uri="{FF2B5EF4-FFF2-40B4-BE49-F238E27FC236}">
                <a16:creationId xmlns:a16="http://schemas.microsoft.com/office/drawing/2014/main" id="{6F22781C-8433-084C-4829-9B87F3DBA42D}"/>
              </a:ext>
            </a:extLst>
          </p:cNvPr>
          <p:cNvSpPr/>
          <p:nvPr/>
        </p:nvSpPr>
        <p:spPr>
          <a:xfrm>
            <a:off x="9557832" y="8459139"/>
            <a:ext cx="4417317" cy="1057825"/>
          </a:xfrm>
          <a:prstGeom prst="flowChartPredefinedProcess">
            <a:avLst/>
          </a:prstGeom>
          <a:ln w="76200">
            <a:solidFill>
              <a:srgbClr val="FF0000"/>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recordScore</a:t>
            </a:r>
            <a:r>
              <a:rPr lang="en-US" sz="3200" dirty="0">
                <a:solidFill>
                  <a:schemeClr val="tx1">
                    <a:lumMod val="50000"/>
                  </a:schemeClr>
                </a:solidFill>
                <a:latin typeface="+mj-lt"/>
                <a:sym typeface="Helvetica Neue Medium"/>
              </a:rPr>
              <a:t>()</a:t>
            </a:r>
          </a:p>
        </p:txBody>
      </p:sp>
      <p:sp>
        <p:nvSpPr>
          <p:cNvPr id="46" name="Flowchart: Predefined Process 45">
            <a:extLst>
              <a:ext uri="{FF2B5EF4-FFF2-40B4-BE49-F238E27FC236}">
                <a16:creationId xmlns:a16="http://schemas.microsoft.com/office/drawing/2014/main" id="{62F0546D-CC5B-401D-CA71-20706F7C579E}"/>
              </a:ext>
            </a:extLst>
          </p:cNvPr>
          <p:cNvSpPr/>
          <p:nvPr/>
        </p:nvSpPr>
        <p:spPr>
          <a:xfrm>
            <a:off x="14510838" y="8459141"/>
            <a:ext cx="4417317" cy="1057825"/>
          </a:xfrm>
          <a:prstGeom prst="flowChartPredefinedProcess">
            <a:avLst/>
          </a:prstGeom>
          <a:ln w="76200">
            <a:solidFill>
              <a:srgbClr val="FF0000"/>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viewScores</a:t>
            </a:r>
            <a:r>
              <a:rPr lang="en-US" sz="3200" dirty="0">
                <a:solidFill>
                  <a:schemeClr val="tx1">
                    <a:lumMod val="50000"/>
                  </a:schemeClr>
                </a:solidFill>
                <a:latin typeface="+mj-lt"/>
                <a:sym typeface="Helvetica Neue Medium"/>
              </a:rPr>
              <a:t>()</a:t>
            </a:r>
          </a:p>
        </p:txBody>
      </p:sp>
      <p:sp>
        <p:nvSpPr>
          <p:cNvPr id="47" name="Flowchart: Predefined Process 46">
            <a:extLst>
              <a:ext uri="{FF2B5EF4-FFF2-40B4-BE49-F238E27FC236}">
                <a16:creationId xmlns:a16="http://schemas.microsoft.com/office/drawing/2014/main" id="{A4CD8850-405D-3829-E8FA-6E5AEB6359D6}"/>
              </a:ext>
            </a:extLst>
          </p:cNvPr>
          <p:cNvSpPr/>
          <p:nvPr/>
        </p:nvSpPr>
        <p:spPr>
          <a:xfrm>
            <a:off x="19463844" y="8459140"/>
            <a:ext cx="4417317" cy="1057825"/>
          </a:xfrm>
          <a:prstGeom prst="flowChartPredefinedProcess">
            <a:avLst/>
          </a:prstGeom>
          <a:ln w="76200">
            <a:solidFill>
              <a:srgbClr val="FF0000"/>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avgSubject</a:t>
            </a:r>
            <a:r>
              <a:rPr lang="en-US" sz="3200" dirty="0">
                <a:solidFill>
                  <a:schemeClr val="tx1">
                    <a:lumMod val="50000"/>
                  </a:schemeClr>
                </a:solidFill>
                <a:latin typeface="+mj-lt"/>
                <a:sym typeface="Helvetica Neue Medium"/>
              </a:rPr>
              <a:t>()</a:t>
            </a:r>
          </a:p>
        </p:txBody>
      </p:sp>
      <p:cxnSp>
        <p:nvCxnSpPr>
          <p:cNvPr id="50" name="Connector: Elbow 49">
            <a:extLst>
              <a:ext uri="{FF2B5EF4-FFF2-40B4-BE49-F238E27FC236}">
                <a16:creationId xmlns:a16="http://schemas.microsoft.com/office/drawing/2014/main" id="{5E46EB17-A18B-87FE-C07A-03439D27F67B}"/>
              </a:ext>
            </a:extLst>
          </p:cNvPr>
          <p:cNvCxnSpPr>
            <a:cxnSpLocks/>
            <a:stCxn id="68" idx="1"/>
          </p:cNvCxnSpPr>
          <p:nvPr/>
        </p:nvCxnSpPr>
        <p:spPr>
          <a:xfrm rot="10800000">
            <a:off x="3448399" y="7402050"/>
            <a:ext cx="11202795" cy="4817919"/>
          </a:xfrm>
          <a:prstGeom prst="bentConnector3">
            <a:avLst>
              <a:gd name="adj1" fmla="val 55497"/>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3" name="Connector: Elbow 52">
            <a:extLst>
              <a:ext uri="{FF2B5EF4-FFF2-40B4-BE49-F238E27FC236}">
                <a16:creationId xmlns:a16="http://schemas.microsoft.com/office/drawing/2014/main" id="{C8C5FE31-FFEA-E6BC-F9A2-5191B95A11AF}"/>
              </a:ext>
            </a:extLst>
          </p:cNvPr>
          <p:cNvCxnSpPr>
            <a:cxnSpLocks/>
            <a:stCxn id="37" idx="2"/>
            <a:endCxn id="46" idx="0"/>
          </p:cNvCxnSpPr>
          <p:nvPr/>
        </p:nvCxnSpPr>
        <p:spPr>
          <a:xfrm rot="5400000">
            <a:off x="15652483" y="7392124"/>
            <a:ext cx="2134031"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6" name="Connector: Elbow 55">
            <a:extLst>
              <a:ext uri="{FF2B5EF4-FFF2-40B4-BE49-F238E27FC236}">
                <a16:creationId xmlns:a16="http://schemas.microsoft.com/office/drawing/2014/main" id="{1F14417B-3480-69C8-6EF8-BE25E8C880B7}"/>
              </a:ext>
            </a:extLst>
          </p:cNvPr>
          <p:cNvCxnSpPr>
            <a:cxnSpLocks/>
            <a:stCxn id="37" idx="2"/>
            <a:endCxn id="47" idx="0"/>
          </p:cNvCxnSpPr>
          <p:nvPr/>
        </p:nvCxnSpPr>
        <p:spPr>
          <a:xfrm rot="16200000" flipH="1">
            <a:off x="18128986" y="4915623"/>
            <a:ext cx="2134030" cy="4953004"/>
          </a:xfrm>
          <a:prstGeom prst="bentConnector3">
            <a:avLst>
              <a:gd name="adj1" fmla="val 27264"/>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68" name="Flowchart: Decision 67">
            <a:extLst>
              <a:ext uri="{FF2B5EF4-FFF2-40B4-BE49-F238E27FC236}">
                <a16:creationId xmlns:a16="http://schemas.microsoft.com/office/drawing/2014/main" id="{2B25EB49-7B4E-85EC-5C2D-981967A19DB1}"/>
              </a:ext>
            </a:extLst>
          </p:cNvPr>
          <p:cNvSpPr/>
          <p:nvPr/>
        </p:nvSpPr>
        <p:spPr>
          <a:xfrm>
            <a:off x="14651193" y="11057442"/>
            <a:ext cx="4136614" cy="2325051"/>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0" numCol="1" spcCol="38100" rtlCol="0" anchor="ctr">
            <a:noAutofit/>
          </a:bodyPr>
          <a:lstStyle/>
          <a:p>
            <a:pPr defTabSz="825500"/>
            <a:r>
              <a:rPr lang="en-US" sz="3200" dirty="0" err="1">
                <a:solidFill>
                  <a:schemeClr val="tx1">
                    <a:lumMod val="50000"/>
                  </a:schemeClr>
                </a:solidFill>
                <a:latin typeface="+mj-lt"/>
                <a:sym typeface="Helvetica Neue Medium"/>
              </a:rPr>
              <a:t>menuOption</a:t>
            </a:r>
            <a:r>
              <a:rPr lang="en-US" sz="3200" dirty="0">
                <a:solidFill>
                  <a:schemeClr val="tx1">
                    <a:lumMod val="50000"/>
                  </a:schemeClr>
                </a:solidFill>
                <a:latin typeface="+mj-lt"/>
                <a:sym typeface="Helvetica Neue Medium"/>
              </a:rPr>
              <a:t> != 0</a:t>
            </a:r>
          </a:p>
        </p:txBody>
      </p:sp>
      <p:cxnSp>
        <p:nvCxnSpPr>
          <p:cNvPr id="69" name="Connector: Elbow 68">
            <a:extLst>
              <a:ext uri="{FF2B5EF4-FFF2-40B4-BE49-F238E27FC236}">
                <a16:creationId xmlns:a16="http://schemas.microsoft.com/office/drawing/2014/main" id="{5FE56E47-F023-8336-DBFE-7CF18809E515}"/>
              </a:ext>
            </a:extLst>
          </p:cNvPr>
          <p:cNvCxnSpPr>
            <a:cxnSpLocks/>
            <a:stCxn id="45" idx="2"/>
            <a:endCxn id="68" idx="0"/>
          </p:cNvCxnSpPr>
          <p:nvPr/>
        </p:nvCxnSpPr>
        <p:spPr>
          <a:xfrm rot="16200000" flipH="1">
            <a:off x="13472756" y="7810698"/>
            <a:ext cx="1540478" cy="4953009"/>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2" name="Connector: Elbow 71">
            <a:extLst>
              <a:ext uri="{FF2B5EF4-FFF2-40B4-BE49-F238E27FC236}">
                <a16:creationId xmlns:a16="http://schemas.microsoft.com/office/drawing/2014/main" id="{92367969-AE02-0945-777E-15ADD8558BD9}"/>
              </a:ext>
            </a:extLst>
          </p:cNvPr>
          <p:cNvCxnSpPr>
            <a:cxnSpLocks/>
            <a:stCxn id="47" idx="2"/>
            <a:endCxn id="68" idx="0"/>
          </p:cNvCxnSpPr>
          <p:nvPr/>
        </p:nvCxnSpPr>
        <p:spPr>
          <a:xfrm rot="5400000">
            <a:off x="18425764" y="7810702"/>
            <a:ext cx="1540477" cy="495300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5" name="Connector: Elbow 74">
            <a:extLst>
              <a:ext uri="{FF2B5EF4-FFF2-40B4-BE49-F238E27FC236}">
                <a16:creationId xmlns:a16="http://schemas.microsoft.com/office/drawing/2014/main" id="{42F3E9A1-208F-9880-DC9F-B2F0F5C1A67E}"/>
              </a:ext>
            </a:extLst>
          </p:cNvPr>
          <p:cNvCxnSpPr>
            <a:cxnSpLocks/>
            <a:stCxn id="46" idx="2"/>
            <a:endCxn id="68" idx="0"/>
          </p:cNvCxnSpPr>
          <p:nvPr/>
        </p:nvCxnSpPr>
        <p:spPr>
          <a:xfrm rot="16200000" flipH="1">
            <a:off x="15949260" y="10287202"/>
            <a:ext cx="1540476"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85" name="Connector: Elbow 84">
            <a:extLst>
              <a:ext uri="{FF2B5EF4-FFF2-40B4-BE49-F238E27FC236}">
                <a16:creationId xmlns:a16="http://schemas.microsoft.com/office/drawing/2014/main" id="{38E2BAA8-01FA-325B-2465-31B47B2E734A}"/>
              </a:ext>
            </a:extLst>
          </p:cNvPr>
          <p:cNvCxnSpPr>
            <a:cxnSpLocks/>
            <a:stCxn id="68" idx="3"/>
            <a:endCxn id="11" idx="1"/>
          </p:cNvCxnSpPr>
          <p:nvPr/>
        </p:nvCxnSpPr>
        <p:spPr>
          <a:xfrm flipV="1">
            <a:off x="18787807" y="12219967"/>
            <a:ext cx="2147802"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89" name="Content Placeholder 4">
            <a:extLst>
              <a:ext uri="{FF2B5EF4-FFF2-40B4-BE49-F238E27FC236}">
                <a16:creationId xmlns:a16="http://schemas.microsoft.com/office/drawing/2014/main" id="{D86B3C50-D93A-2004-5E62-91ACCA8B62E1}"/>
              </a:ext>
            </a:extLst>
          </p:cNvPr>
          <p:cNvSpPr txBox="1">
            <a:spLocks/>
          </p:cNvSpPr>
          <p:nvPr/>
        </p:nvSpPr>
        <p:spPr>
          <a:xfrm>
            <a:off x="18928155" y="11694882"/>
            <a:ext cx="1321224" cy="5400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False</a:t>
            </a:r>
          </a:p>
        </p:txBody>
      </p:sp>
      <p:sp>
        <p:nvSpPr>
          <p:cNvPr id="90" name="Content Placeholder 4">
            <a:extLst>
              <a:ext uri="{FF2B5EF4-FFF2-40B4-BE49-F238E27FC236}">
                <a16:creationId xmlns:a16="http://schemas.microsoft.com/office/drawing/2014/main" id="{9D64AB4D-29EA-03F8-167B-71FE59C0B368}"/>
              </a:ext>
            </a:extLst>
          </p:cNvPr>
          <p:cNvSpPr txBox="1">
            <a:spLocks/>
          </p:cNvSpPr>
          <p:nvPr/>
        </p:nvSpPr>
        <p:spPr>
          <a:xfrm>
            <a:off x="12883254" y="11694882"/>
            <a:ext cx="1321224" cy="5400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True</a:t>
            </a:r>
          </a:p>
        </p:txBody>
      </p:sp>
      <p:cxnSp>
        <p:nvCxnSpPr>
          <p:cNvPr id="97" name="Connector: Elbow 96">
            <a:extLst>
              <a:ext uri="{FF2B5EF4-FFF2-40B4-BE49-F238E27FC236}">
                <a16:creationId xmlns:a16="http://schemas.microsoft.com/office/drawing/2014/main" id="{676B6CA5-5226-9DCE-FF4E-DADE9BECE8CE}"/>
              </a:ext>
            </a:extLst>
          </p:cNvPr>
          <p:cNvCxnSpPr>
            <a:cxnSpLocks/>
            <a:stCxn id="37" idx="2"/>
            <a:endCxn id="45" idx="0"/>
          </p:cNvCxnSpPr>
          <p:nvPr/>
        </p:nvCxnSpPr>
        <p:spPr>
          <a:xfrm rot="5400000">
            <a:off x="13175981" y="4915620"/>
            <a:ext cx="2134029" cy="4953008"/>
          </a:xfrm>
          <a:prstGeom prst="bentConnector3">
            <a:avLst>
              <a:gd name="adj1" fmla="val 27264"/>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02" name="Content Placeholder 4">
            <a:extLst>
              <a:ext uri="{FF2B5EF4-FFF2-40B4-BE49-F238E27FC236}">
                <a16:creationId xmlns:a16="http://schemas.microsoft.com/office/drawing/2014/main" id="{690777EF-62A5-F472-371D-6EA50B60EE25}"/>
              </a:ext>
            </a:extLst>
          </p:cNvPr>
          <p:cNvSpPr txBox="1">
            <a:spLocks/>
          </p:cNvSpPr>
          <p:nvPr/>
        </p:nvSpPr>
        <p:spPr>
          <a:xfrm>
            <a:off x="12019780" y="7044983"/>
            <a:ext cx="863474" cy="9118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6000" b="1" dirty="0">
                <a:latin typeface="+mj-lt"/>
              </a:rPr>
              <a:t>1</a:t>
            </a:r>
          </a:p>
        </p:txBody>
      </p:sp>
      <p:sp>
        <p:nvSpPr>
          <p:cNvPr id="103" name="Content Placeholder 4">
            <a:extLst>
              <a:ext uri="{FF2B5EF4-FFF2-40B4-BE49-F238E27FC236}">
                <a16:creationId xmlns:a16="http://schemas.microsoft.com/office/drawing/2014/main" id="{837A1E9C-BC62-9C53-D426-983C2EBB7511}"/>
              </a:ext>
            </a:extLst>
          </p:cNvPr>
          <p:cNvSpPr txBox="1">
            <a:spLocks/>
          </p:cNvSpPr>
          <p:nvPr/>
        </p:nvSpPr>
        <p:spPr>
          <a:xfrm>
            <a:off x="16912897" y="7044983"/>
            <a:ext cx="863474" cy="9118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6000" b="1" dirty="0">
                <a:latin typeface="+mj-lt"/>
              </a:rPr>
              <a:t>2</a:t>
            </a:r>
          </a:p>
        </p:txBody>
      </p:sp>
      <p:sp>
        <p:nvSpPr>
          <p:cNvPr id="104" name="Content Placeholder 4">
            <a:extLst>
              <a:ext uri="{FF2B5EF4-FFF2-40B4-BE49-F238E27FC236}">
                <a16:creationId xmlns:a16="http://schemas.microsoft.com/office/drawing/2014/main" id="{CE6B7803-6ADF-CA42-0592-9B405F3CCEC3}"/>
              </a:ext>
            </a:extLst>
          </p:cNvPr>
          <p:cNvSpPr txBox="1">
            <a:spLocks/>
          </p:cNvSpPr>
          <p:nvPr/>
        </p:nvSpPr>
        <p:spPr>
          <a:xfrm>
            <a:off x="21710222" y="7084460"/>
            <a:ext cx="863474" cy="9118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6000" b="1" dirty="0">
                <a:latin typeface="+mj-lt"/>
              </a:rPr>
              <a:t>3</a:t>
            </a:r>
          </a:p>
        </p:txBody>
      </p:sp>
      <p:sp>
        <p:nvSpPr>
          <p:cNvPr id="106" name="Arrow: Down 105">
            <a:extLst>
              <a:ext uri="{FF2B5EF4-FFF2-40B4-BE49-F238E27FC236}">
                <a16:creationId xmlns:a16="http://schemas.microsoft.com/office/drawing/2014/main" id="{4BD68278-E185-84C0-DD8C-DE0D4CD62609}"/>
              </a:ext>
            </a:extLst>
          </p:cNvPr>
          <p:cNvSpPr/>
          <p:nvPr/>
        </p:nvSpPr>
        <p:spPr>
          <a:xfrm rot="20444413">
            <a:off x="9391505" y="6671667"/>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07" name="Content Placeholder 3">
            <a:extLst>
              <a:ext uri="{FF2B5EF4-FFF2-40B4-BE49-F238E27FC236}">
                <a16:creationId xmlns:a16="http://schemas.microsoft.com/office/drawing/2014/main" id="{82C5798F-6AA7-D1CA-433B-E3458625F9F0}"/>
              </a:ext>
            </a:extLst>
          </p:cNvPr>
          <p:cNvSpPr txBox="1">
            <a:spLocks/>
          </p:cNvSpPr>
          <p:nvPr/>
        </p:nvSpPr>
        <p:spPr>
          <a:xfrm>
            <a:off x="7542641" y="4978228"/>
            <a:ext cx="4263237" cy="16177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Each case points to its own menu module</a:t>
            </a:r>
          </a:p>
        </p:txBody>
      </p:sp>
    </p:spTree>
    <p:extLst>
      <p:ext uri="{BB962C8B-B14F-4D97-AF65-F5344CB8AC3E}">
        <p14:creationId xmlns:p14="http://schemas.microsoft.com/office/powerpoint/2010/main" val="48014924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E642F-A52B-C4FD-19C6-08392987B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67D8C-62CB-AA67-C78D-1F697981652A}"/>
              </a:ext>
            </a:extLst>
          </p:cNvPr>
          <p:cNvSpPr>
            <a:spLocks noGrp="1"/>
          </p:cNvSpPr>
          <p:nvPr>
            <p:ph type="title"/>
          </p:nvPr>
        </p:nvSpPr>
        <p:spPr/>
        <p:txBody>
          <a:bodyPr>
            <a:normAutofit fontScale="90000"/>
          </a:bodyPr>
          <a:lstStyle/>
          <a:p>
            <a:r>
              <a:rPr lang="en-US" sz="4000" dirty="0"/>
              <a:t>Linking menus to flowcharts</a:t>
            </a:r>
          </a:p>
        </p:txBody>
      </p:sp>
      <p:sp>
        <p:nvSpPr>
          <p:cNvPr id="3" name="Text Placeholder 2">
            <a:extLst>
              <a:ext uri="{FF2B5EF4-FFF2-40B4-BE49-F238E27FC236}">
                <a16:creationId xmlns:a16="http://schemas.microsoft.com/office/drawing/2014/main" id="{20DD281C-738E-555E-F01E-5DCF8A4F9375}"/>
              </a:ext>
            </a:extLst>
          </p:cNvPr>
          <p:cNvSpPr>
            <a:spLocks noGrp="1"/>
          </p:cNvSpPr>
          <p:nvPr>
            <p:ph type="body" sz="quarter" idx="10"/>
          </p:nvPr>
        </p:nvSpPr>
        <p:spPr>
          <a:xfrm>
            <a:off x="2167377" y="2419728"/>
            <a:ext cx="17669505" cy="803546"/>
          </a:xfrm>
        </p:spPr>
        <p:txBody>
          <a:bodyPr>
            <a:normAutofit/>
          </a:bodyPr>
          <a:lstStyle/>
          <a:p>
            <a:r>
              <a:rPr lang="en-US" dirty="0"/>
              <a:t>Returning every submenu to the main menu</a:t>
            </a:r>
          </a:p>
        </p:txBody>
      </p:sp>
      <p:sp>
        <p:nvSpPr>
          <p:cNvPr id="4" name="Content Placeholder 3">
            <a:extLst>
              <a:ext uri="{FF2B5EF4-FFF2-40B4-BE49-F238E27FC236}">
                <a16:creationId xmlns:a16="http://schemas.microsoft.com/office/drawing/2014/main" id="{EE570052-96B8-39E8-EB79-5CB3DD7C6B25}"/>
              </a:ext>
            </a:extLst>
          </p:cNvPr>
          <p:cNvSpPr txBox="1">
            <a:spLocks/>
          </p:cNvSpPr>
          <p:nvPr/>
        </p:nvSpPr>
        <p:spPr>
          <a:xfrm>
            <a:off x="2167377" y="3502714"/>
            <a:ext cx="19849941" cy="8437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nSpc>
                <a:spcPct val="150000"/>
              </a:lnSpc>
              <a:buNone/>
            </a:pPr>
            <a:endParaRPr lang="en-US" sz="3200" dirty="0">
              <a:latin typeface="+mj-lt"/>
            </a:endParaRPr>
          </a:p>
        </p:txBody>
      </p:sp>
      <p:sp>
        <p:nvSpPr>
          <p:cNvPr id="11" name="Rectangle: Rounded Corners 10">
            <a:extLst>
              <a:ext uri="{FF2B5EF4-FFF2-40B4-BE49-F238E27FC236}">
                <a16:creationId xmlns:a16="http://schemas.microsoft.com/office/drawing/2014/main" id="{F50ABCEA-506A-84EB-B626-3A472D2A2284}"/>
              </a:ext>
            </a:extLst>
          </p:cNvPr>
          <p:cNvSpPr/>
          <p:nvPr/>
        </p:nvSpPr>
        <p:spPr>
          <a:xfrm>
            <a:off x="20935609" y="11824153"/>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13" name="Rectangle: Rounded Corners 12">
            <a:extLst>
              <a:ext uri="{FF2B5EF4-FFF2-40B4-BE49-F238E27FC236}">
                <a16:creationId xmlns:a16="http://schemas.microsoft.com/office/drawing/2014/main" id="{39C9D13D-64AB-79A1-9741-A534CD628531}"/>
              </a:ext>
            </a:extLst>
          </p:cNvPr>
          <p:cNvSpPr/>
          <p:nvPr/>
        </p:nvSpPr>
        <p:spPr>
          <a:xfrm>
            <a:off x="2366682" y="4017646"/>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main()</a:t>
            </a:r>
          </a:p>
        </p:txBody>
      </p:sp>
      <p:cxnSp>
        <p:nvCxnSpPr>
          <p:cNvPr id="14" name="Connector: Elbow 13">
            <a:extLst>
              <a:ext uri="{FF2B5EF4-FFF2-40B4-BE49-F238E27FC236}">
                <a16:creationId xmlns:a16="http://schemas.microsoft.com/office/drawing/2014/main" id="{152B863C-1A58-67B2-A46F-19514163C1B1}"/>
              </a:ext>
            </a:extLst>
          </p:cNvPr>
          <p:cNvCxnSpPr>
            <a:cxnSpLocks/>
            <a:stCxn id="13" idx="2"/>
            <a:endCxn id="18" idx="0"/>
          </p:cNvCxnSpPr>
          <p:nvPr/>
        </p:nvCxnSpPr>
        <p:spPr>
          <a:xfrm rot="5400000">
            <a:off x="3124843" y="5132822"/>
            <a:ext cx="647097" cy="1"/>
          </a:xfrm>
          <a:prstGeom prst="bentConnector3">
            <a:avLst>
              <a:gd name="adj1" fmla="val 15670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8" name="Rectangle 17">
            <a:extLst>
              <a:ext uri="{FF2B5EF4-FFF2-40B4-BE49-F238E27FC236}">
                <a16:creationId xmlns:a16="http://schemas.microsoft.com/office/drawing/2014/main" id="{DDA6619B-86F8-67B8-7011-EBFD90CD1070}"/>
              </a:ext>
            </a:extLst>
          </p:cNvPr>
          <p:cNvSpPr/>
          <p:nvPr/>
        </p:nvSpPr>
        <p:spPr>
          <a:xfrm>
            <a:off x="502832" y="5456371"/>
            <a:ext cx="5891116" cy="1057825"/>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Declare Integer </a:t>
            </a:r>
            <a:r>
              <a:rPr lang="en-US" sz="3200" dirty="0" err="1">
                <a:solidFill>
                  <a:schemeClr val="tx1">
                    <a:lumMod val="50000"/>
                  </a:schemeClr>
                </a:solidFill>
                <a:latin typeface="+mj-lt"/>
                <a:sym typeface="Helvetica Neue Medium"/>
              </a:rPr>
              <a:t>menuOption</a:t>
            </a:r>
            <a:endParaRPr lang="en-US" sz="3200" dirty="0">
              <a:solidFill>
                <a:schemeClr val="tx1">
                  <a:lumMod val="50000"/>
                </a:schemeClr>
              </a:solidFill>
              <a:latin typeface="+mj-lt"/>
              <a:sym typeface="Helvetica Neue Medium"/>
            </a:endParaRPr>
          </a:p>
        </p:txBody>
      </p:sp>
      <p:sp>
        <p:nvSpPr>
          <p:cNvPr id="19" name="Rectangle 18">
            <a:extLst>
              <a:ext uri="{FF2B5EF4-FFF2-40B4-BE49-F238E27FC236}">
                <a16:creationId xmlns:a16="http://schemas.microsoft.com/office/drawing/2014/main" id="{C4F30D5E-821F-1BB0-0A37-98FE8BB9965D}"/>
              </a:ext>
            </a:extLst>
          </p:cNvPr>
          <p:cNvSpPr/>
          <p:nvPr/>
        </p:nvSpPr>
        <p:spPr>
          <a:xfrm>
            <a:off x="502839" y="8289904"/>
            <a:ext cx="5891116" cy="1057825"/>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menuOption</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displayMenu</a:t>
            </a:r>
            <a:r>
              <a:rPr lang="en-US" sz="3200" dirty="0">
                <a:solidFill>
                  <a:schemeClr val="tx1">
                    <a:lumMod val="50000"/>
                  </a:schemeClr>
                </a:solidFill>
                <a:latin typeface="+mj-lt"/>
                <a:sym typeface="Helvetica Neue Medium"/>
              </a:rPr>
              <a:t>()</a:t>
            </a:r>
          </a:p>
        </p:txBody>
      </p:sp>
      <p:cxnSp>
        <p:nvCxnSpPr>
          <p:cNvPr id="20" name="Connector: Elbow 19">
            <a:extLst>
              <a:ext uri="{FF2B5EF4-FFF2-40B4-BE49-F238E27FC236}">
                <a16:creationId xmlns:a16="http://schemas.microsoft.com/office/drawing/2014/main" id="{0D82D448-F3F3-B821-5C6E-81D7B5F4C388}"/>
              </a:ext>
            </a:extLst>
          </p:cNvPr>
          <p:cNvCxnSpPr>
            <a:cxnSpLocks/>
            <a:stCxn id="18" idx="2"/>
            <a:endCxn id="19" idx="0"/>
          </p:cNvCxnSpPr>
          <p:nvPr/>
        </p:nvCxnSpPr>
        <p:spPr>
          <a:xfrm rot="16200000" flipH="1">
            <a:off x="2560539" y="7402046"/>
            <a:ext cx="1775708" cy="7"/>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9" name="Connector: Elbow 28">
            <a:extLst>
              <a:ext uri="{FF2B5EF4-FFF2-40B4-BE49-F238E27FC236}">
                <a16:creationId xmlns:a16="http://schemas.microsoft.com/office/drawing/2014/main" id="{25EDB6C1-46B5-64FE-8CE6-0171895712AE}"/>
              </a:ext>
            </a:extLst>
          </p:cNvPr>
          <p:cNvCxnSpPr>
            <a:cxnSpLocks/>
            <a:stCxn id="19" idx="2"/>
            <a:endCxn id="33" idx="0"/>
          </p:cNvCxnSpPr>
          <p:nvPr/>
        </p:nvCxnSpPr>
        <p:spPr>
          <a:xfrm rot="16200000" flipH="1">
            <a:off x="3051211" y="9744914"/>
            <a:ext cx="794372"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3" name="Flowchart: Connector 32">
            <a:extLst>
              <a:ext uri="{FF2B5EF4-FFF2-40B4-BE49-F238E27FC236}">
                <a16:creationId xmlns:a16="http://schemas.microsoft.com/office/drawing/2014/main" id="{AE715CA1-B84F-1EF2-6E2C-9F45FC49809D}"/>
              </a:ext>
            </a:extLst>
          </p:cNvPr>
          <p:cNvSpPr/>
          <p:nvPr/>
        </p:nvSpPr>
        <p:spPr>
          <a:xfrm>
            <a:off x="2817202" y="10142101"/>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sp>
        <p:nvSpPr>
          <p:cNvPr id="34" name="Flowchart: Connector 33">
            <a:extLst>
              <a:ext uri="{FF2B5EF4-FFF2-40B4-BE49-F238E27FC236}">
                <a16:creationId xmlns:a16="http://schemas.microsoft.com/office/drawing/2014/main" id="{E1E9C1C2-3C52-DC8F-F797-7F4D67D8BC01}"/>
              </a:ext>
            </a:extLst>
          </p:cNvPr>
          <p:cNvSpPr/>
          <p:nvPr/>
        </p:nvSpPr>
        <p:spPr>
          <a:xfrm>
            <a:off x="16088302" y="2752815"/>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sp>
        <p:nvSpPr>
          <p:cNvPr id="37" name="Flowchart: Decision 36">
            <a:extLst>
              <a:ext uri="{FF2B5EF4-FFF2-40B4-BE49-F238E27FC236}">
                <a16:creationId xmlns:a16="http://schemas.microsoft.com/office/drawing/2014/main" id="{3AA55856-0AC9-15FC-F16D-D9DF5A84C42E}"/>
              </a:ext>
            </a:extLst>
          </p:cNvPr>
          <p:cNvSpPr/>
          <p:nvPr/>
        </p:nvSpPr>
        <p:spPr>
          <a:xfrm>
            <a:off x="14971648" y="4716730"/>
            <a:ext cx="3495702" cy="1608380"/>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0" numCol="1" spcCol="38100" rtlCol="0" anchor="ctr">
            <a:noAutofit/>
          </a:bodyPr>
          <a:lstStyle/>
          <a:p>
            <a:pPr defTabSz="825500"/>
            <a:r>
              <a:rPr lang="en-US" sz="3200" dirty="0" err="1">
                <a:solidFill>
                  <a:schemeClr val="tx1">
                    <a:lumMod val="50000"/>
                  </a:schemeClr>
                </a:solidFill>
                <a:latin typeface="+mj-lt"/>
                <a:sym typeface="Helvetica Neue Medium"/>
              </a:rPr>
              <a:t>menuOption</a:t>
            </a:r>
            <a:endParaRPr lang="en-US" sz="3200" dirty="0">
              <a:solidFill>
                <a:schemeClr val="tx1">
                  <a:lumMod val="50000"/>
                </a:schemeClr>
              </a:solidFill>
              <a:latin typeface="+mj-lt"/>
              <a:sym typeface="Helvetica Neue Medium"/>
            </a:endParaRPr>
          </a:p>
        </p:txBody>
      </p:sp>
      <p:cxnSp>
        <p:nvCxnSpPr>
          <p:cNvPr id="41" name="Connector: Elbow 40">
            <a:extLst>
              <a:ext uri="{FF2B5EF4-FFF2-40B4-BE49-F238E27FC236}">
                <a16:creationId xmlns:a16="http://schemas.microsoft.com/office/drawing/2014/main" id="{78327316-5399-7CB2-BDD2-20B71CA3F8F0}"/>
              </a:ext>
            </a:extLst>
          </p:cNvPr>
          <p:cNvCxnSpPr>
            <a:cxnSpLocks/>
            <a:stCxn id="34" idx="4"/>
            <a:endCxn id="37" idx="0"/>
          </p:cNvCxnSpPr>
          <p:nvPr/>
        </p:nvCxnSpPr>
        <p:spPr>
          <a:xfrm rot="16200000" flipH="1">
            <a:off x="16336143" y="4333373"/>
            <a:ext cx="766711"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5" name="Flowchart: Predefined Process 44">
            <a:extLst>
              <a:ext uri="{FF2B5EF4-FFF2-40B4-BE49-F238E27FC236}">
                <a16:creationId xmlns:a16="http://schemas.microsoft.com/office/drawing/2014/main" id="{7ED4D098-8093-A3BC-1B86-F98F959EADDA}"/>
              </a:ext>
            </a:extLst>
          </p:cNvPr>
          <p:cNvSpPr/>
          <p:nvPr/>
        </p:nvSpPr>
        <p:spPr>
          <a:xfrm>
            <a:off x="9557832" y="8459139"/>
            <a:ext cx="4417317" cy="1057825"/>
          </a:xfrm>
          <a:prstGeom prst="flowChartPredefinedProcess">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recordScore</a:t>
            </a:r>
            <a:r>
              <a:rPr lang="en-US" sz="3200" dirty="0">
                <a:solidFill>
                  <a:schemeClr val="tx1">
                    <a:lumMod val="50000"/>
                  </a:schemeClr>
                </a:solidFill>
                <a:latin typeface="+mj-lt"/>
                <a:sym typeface="Helvetica Neue Medium"/>
              </a:rPr>
              <a:t>()</a:t>
            </a:r>
          </a:p>
        </p:txBody>
      </p:sp>
      <p:sp>
        <p:nvSpPr>
          <p:cNvPr id="46" name="Flowchart: Predefined Process 45">
            <a:extLst>
              <a:ext uri="{FF2B5EF4-FFF2-40B4-BE49-F238E27FC236}">
                <a16:creationId xmlns:a16="http://schemas.microsoft.com/office/drawing/2014/main" id="{27CD97BD-B677-D669-658D-CAA44774B66A}"/>
              </a:ext>
            </a:extLst>
          </p:cNvPr>
          <p:cNvSpPr/>
          <p:nvPr/>
        </p:nvSpPr>
        <p:spPr>
          <a:xfrm>
            <a:off x="14510838" y="8459141"/>
            <a:ext cx="4417317" cy="1057825"/>
          </a:xfrm>
          <a:prstGeom prst="flowChartPredefinedProcess">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viewScores</a:t>
            </a:r>
            <a:r>
              <a:rPr lang="en-US" sz="3200" dirty="0">
                <a:solidFill>
                  <a:schemeClr val="tx1">
                    <a:lumMod val="50000"/>
                  </a:schemeClr>
                </a:solidFill>
                <a:latin typeface="+mj-lt"/>
                <a:sym typeface="Helvetica Neue Medium"/>
              </a:rPr>
              <a:t>()</a:t>
            </a:r>
          </a:p>
        </p:txBody>
      </p:sp>
      <p:sp>
        <p:nvSpPr>
          <p:cNvPr id="47" name="Flowchart: Predefined Process 46">
            <a:extLst>
              <a:ext uri="{FF2B5EF4-FFF2-40B4-BE49-F238E27FC236}">
                <a16:creationId xmlns:a16="http://schemas.microsoft.com/office/drawing/2014/main" id="{0F1D186B-A6AA-0EEC-7C97-29859717CB9B}"/>
              </a:ext>
            </a:extLst>
          </p:cNvPr>
          <p:cNvSpPr/>
          <p:nvPr/>
        </p:nvSpPr>
        <p:spPr>
          <a:xfrm>
            <a:off x="19463844" y="8459140"/>
            <a:ext cx="4417317" cy="1057825"/>
          </a:xfrm>
          <a:prstGeom prst="flowChartPredefinedProcess">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avgSubject</a:t>
            </a:r>
            <a:r>
              <a:rPr lang="en-US" sz="3200" dirty="0">
                <a:solidFill>
                  <a:schemeClr val="tx1">
                    <a:lumMod val="50000"/>
                  </a:schemeClr>
                </a:solidFill>
                <a:latin typeface="+mj-lt"/>
                <a:sym typeface="Helvetica Neue Medium"/>
              </a:rPr>
              <a:t>()</a:t>
            </a:r>
          </a:p>
        </p:txBody>
      </p:sp>
      <p:cxnSp>
        <p:nvCxnSpPr>
          <p:cNvPr id="50" name="Connector: Elbow 49">
            <a:extLst>
              <a:ext uri="{FF2B5EF4-FFF2-40B4-BE49-F238E27FC236}">
                <a16:creationId xmlns:a16="http://schemas.microsoft.com/office/drawing/2014/main" id="{CA2CBC08-C479-A5FB-BC18-049802D61801}"/>
              </a:ext>
            </a:extLst>
          </p:cNvPr>
          <p:cNvCxnSpPr>
            <a:cxnSpLocks/>
            <a:stCxn id="68" idx="1"/>
          </p:cNvCxnSpPr>
          <p:nvPr/>
        </p:nvCxnSpPr>
        <p:spPr>
          <a:xfrm rot="10800000">
            <a:off x="3448399" y="7402050"/>
            <a:ext cx="11202795" cy="4817919"/>
          </a:xfrm>
          <a:prstGeom prst="bentConnector3">
            <a:avLst>
              <a:gd name="adj1" fmla="val 55497"/>
            </a:avLst>
          </a:prstGeom>
          <a:ln w="76200" cap="flat">
            <a:solidFill>
              <a:srgbClr val="FF0000"/>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3" name="Connector: Elbow 52">
            <a:extLst>
              <a:ext uri="{FF2B5EF4-FFF2-40B4-BE49-F238E27FC236}">
                <a16:creationId xmlns:a16="http://schemas.microsoft.com/office/drawing/2014/main" id="{AC00B9F5-677C-4837-2242-98C384212C01}"/>
              </a:ext>
            </a:extLst>
          </p:cNvPr>
          <p:cNvCxnSpPr>
            <a:cxnSpLocks/>
            <a:stCxn id="37" idx="2"/>
            <a:endCxn id="46" idx="0"/>
          </p:cNvCxnSpPr>
          <p:nvPr/>
        </p:nvCxnSpPr>
        <p:spPr>
          <a:xfrm rot="5400000">
            <a:off x="15652483" y="7392124"/>
            <a:ext cx="2134031"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6" name="Connector: Elbow 55">
            <a:extLst>
              <a:ext uri="{FF2B5EF4-FFF2-40B4-BE49-F238E27FC236}">
                <a16:creationId xmlns:a16="http://schemas.microsoft.com/office/drawing/2014/main" id="{6E02AA6E-ED8E-F73E-A992-B3B5698D5A5C}"/>
              </a:ext>
            </a:extLst>
          </p:cNvPr>
          <p:cNvCxnSpPr>
            <a:cxnSpLocks/>
            <a:stCxn id="37" idx="2"/>
            <a:endCxn id="47" idx="0"/>
          </p:cNvCxnSpPr>
          <p:nvPr/>
        </p:nvCxnSpPr>
        <p:spPr>
          <a:xfrm rot="16200000" flipH="1">
            <a:off x="18128986" y="4915623"/>
            <a:ext cx="2134030" cy="4953004"/>
          </a:xfrm>
          <a:prstGeom prst="bentConnector3">
            <a:avLst>
              <a:gd name="adj1" fmla="val 27264"/>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68" name="Flowchart: Decision 67">
            <a:extLst>
              <a:ext uri="{FF2B5EF4-FFF2-40B4-BE49-F238E27FC236}">
                <a16:creationId xmlns:a16="http://schemas.microsoft.com/office/drawing/2014/main" id="{7DF41C05-6B4B-B7AE-964E-68458633D143}"/>
              </a:ext>
            </a:extLst>
          </p:cNvPr>
          <p:cNvSpPr/>
          <p:nvPr/>
        </p:nvSpPr>
        <p:spPr>
          <a:xfrm>
            <a:off x="14651193" y="11057442"/>
            <a:ext cx="4136614" cy="2325051"/>
          </a:xfrm>
          <a:prstGeom prst="flowChartDecision">
            <a:avLst/>
          </a:prstGeom>
          <a:solidFill>
            <a:schemeClr val="lt1"/>
          </a:solidFill>
          <a:ln w="76200">
            <a:solidFill>
              <a:srgbClr val="FF0000"/>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0" numCol="1" spcCol="38100" rtlCol="0" anchor="ctr">
            <a:noAutofit/>
          </a:bodyPr>
          <a:lstStyle/>
          <a:p>
            <a:pPr defTabSz="825500"/>
            <a:r>
              <a:rPr lang="en-US" sz="3200" dirty="0" err="1">
                <a:solidFill>
                  <a:schemeClr val="tx1">
                    <a:lumMod val="50000"/>
                  </a:schemeClr>
                </a:solidFill>
                <a:latin typeface="+mj-lt"/>
                <a:sym typeface="Helvetica Neue Medium"/>
              </a:rPr>
              <a:t>menuOption</a:t>
            </a:r>
            <a:r>
              <a:rPr lang="en-US" sz="3200" dirty="0">
                <a:solidFill>
                  <a:schemeClr val="tx1">
                    <a:lumMod val="50000"/>
                  </a:schemeClr>
                </a:solidFill>
                <a:latin typeface="+mj-lt"/>
                <a:sym typeface="Helvetica Neue Medium"/>
              </a:rPr>
              <a:t> != 0</a:t>
            </a:r>
          </a:p>
        </p:txBody>
      </p:sp>
      <p:cxnSp>
        <p:nvCxnSpPr>
          <p:cNvPr id="69" name="Connector: Elbow 68">
            <a:extLst>
              <a:ext uri="{FF2B5EF4-FFF2-40B4-BE49-F238E27FC236}">
                <a16:creationId xmlns:a16="http://schemas.microsoft.com/office/drawing/2014/main" id="{2A59ACDA-43E8-0D9A-F4B3-9BA0E4AD0335}"/>
              </a:ext>
            </a:extLst>
          </p:cNvPr>
          <p:cNvCxnSpPr>
            <a:cxnSpLocks/>
            <a:stCxn id="45" idx="2"/>
            <a:endCxn id="68" idx="0"/>
          </p:cNvCxnSpPr>
          <p:nvPr/>
        </p:nvCxnSpPr>
        <p:spPr>
          <a:xfrm rot="16200000" flipH="1">
            <a:off x="13472756" y="7810698"/>
            <a:ext cx="1540478" cy="4953009"/>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2" name="Connector: Elbow 71">
            <a:extLst>
              <a:ext uri="{FF2B5EF4-FFF2-40B4-BE49-F238E27FC236}">
                <a16:creationId xmlns:a16="http://schemas.microsoft.com/office/drawing/2014/main" id="{8312732E-3457-62AB-6599-261A8DD9EB02}"/>
              </a:ext>
            </a:extLst>
          </p:cNvPr>
          <p:cNvCxnSpPr>
            <a:cxnSpLocks/>
            <a:stCxn id="47" idx="2"/>
            <a:endCxn id="68" idx="0"/>
          </p:cNvCxnSpPr>
          <p:nvPr/>
        </p:nvCxnSpPr>
        <p:spPr>
          <a:xfrm rot="5400000">
            <a:off x="18425764" y="7810702"/>
            <a:ext cx="1540477" cy="495300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5" name="Connector: Elbow 74">
            <a:extLst>
              <a:ext uri="{FF2B5EF4-FFF2-40B4-BE49-F238E27FC236}">
                <a16:creationId xmlns:a16="http://schemas.microsoft.com/office/drawing/2014/main" id="{98FD28C2-1E09-887D-73C7-AB2E5F66508C}"/>
              </a:ext>
            </a:extLst>
          </p:cNvPr>
          <p:cNvCxnSpPr>
            <a:cxnSpLocks/>
            <a:stCxn id="46" idx="2"/>
            <a:endCxn id="68" idx="0"/>
          </p:cNvCxnSpPr>
          <p:nvPr/>
        </p:nvCxnSpPr>
        <p:spPr>
          <a:xfrm rot="16200000" flipH="1">
            <a:off x="15949260" y="10287202"/>
            <a:ext cx="1540476"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85" name="Connector: Elbow 84">
            <a:extLst>
              <a:ext uri="{FF2B5EF4-FFF2-40B4-BE49-F238E27FC236}">
                <a16:creationId xmlns:a16="http://schemas.microsoft.com/office/drawing/2014/main" id="{D78124B5-CA72-1FCC-6BD3-1BA2F53F538F}"/>
              </a:ext>
            </a:extLst>
          </p:cNvPr>
          <p:cNvCxnSpPr>
            <a:cxnSpLocks/>
            <a:stCxn id="68" idx="3"/>
            <a:endCxn id="11" idx="1"/>
          </p:cNvCxnSpPr>
          <p:nvPr/>
        </p:nvCxnSpPr>
        <p:spPr>
          <a:xfrm flipV="1">
            <a:off x="18787807" y="12219967"/>
            <a:ext cx="2147802"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89" name="Content Placeholder 4">
            <a:extLst>
              <a:ext uri="{FF2B5EF4-FFF2-40B4-BE49-F238E27FC236}">
                <a16:creationId xmlns:a16="http://schemas.microsoft.com/office/drawing/2014/main" id="{4338635B-2CD5-29D3-B174-5DB19F0B4A24}"/>
              </a:ext>
            </a:extLst>
          </p:cNvPr>
          <p:cNvSpPr txBox="1">
            <a:spLocks/>
          </p:cNvSpPr>
          <p:nvPr/>
        </p:nvSpPr>
        <p:spPr>
          <a:xfrm>
            <a:off x="18928155" y="11694882"/>
            <a:ext cx="1321224" cy="5400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False</a:t>
            </a:r>
          </a:p>
        </p:txBody>
      </p:sp>
      <p:sp>
        <p:nvSpPr>
          <p:cNvPr id="90" name="Content Placeholder 4">
            <a:extLst>
              <a:ext uri="{FF2B5EF4-FFF2-40B4-BE49-F238E27FC236}">
                <a16:creationId xmlns:a16="http://schemas.microsoft.com/office/drawing/2014/main" id="{CBD9DD02-15FD-102D-0D55-3CFB79DE384C}"/>
              </a:ext>
            </a:extLst>
          </p:cNvPr>
          <p:cNvSpPr txBox="1">
            <a:spLocks/>
          </p:cNvSpPr>
          <p:nvPr/>
        </p:nvSpPr>
        <p:spPr>
          <a:xfrm>
            <a:off x="12883254" y="11694882"/>
            <a:ext cx="1321224" cy="5400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True</a:t>
            </a:r>
          </a:p>
        </p:txBody>
      </p:sp>
      <p:cxnSp>
        <p:nvCxnSpPr>
          <p:cNvPr id="97" name="Connector: Elbow 96">
            <a:extLst>
              <a:ext uri="{FF2B5EF4-FFF2-40B4-BE49-F238E27FC236}">
                <a16:creationId xmlns:a16="http://schemas.microsoft.com/office/drawing/2014/main" id="{E9FF0322-8EE9-52F4-3EA8-F501DA447BA2}"/>
              </a:ext>
            </a:extLst>
          </p:cNvPr>
          <p:cNvCxnSpPr>
            <a:cxnSpLocks/>
            <a:stCxn id="37" idx="2"/>
            <a:endCxn id="45" idx="0"/>
          </p:cNvCxnSpPr>
          <p:nvPr/>
        </p:nvCxnSpPr>
        <p:spPr>
          <a:xfrm rot="5400000">
            <a:off x="13175981" y="4915620"/>
            <a:ext cx="2134029" cy="4953008"/>
          </a:xfrm>
          <a:prstGeom prst="bentConnector3">
            <a:avLst>
              <a:gd name="adj1" fmla="val 27264"/>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02" name="Content Placeholder 4">
            <a:extLst>
              <a:ext uri="{FF2B5EF4-FFF2-40B4-BE49-F238E27FC236}">
                <a16:creationId xmlns:a16="http://schemas.microsoft.com/office/drawing/2014/main" id="{B9CBBCC6-8703-BE94-63D8-E04222989F25}"/>
              </a:ext>
            </a:extLst>
          </p:cNvPr>
          <p:cNvSpPr txBox="1">
            <a:spLocks/>
          </p:cNvSpPr>
          <p:nvPr/>
        </p:nvSpPr>
        <p:spPr>
          <a:xfrm>
            <a:off x="12019780" y="7044983"/>
            <a:ext cx="863474" cy="9118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6000" b="1" dirty="0">
                <a:latin typeface="+mj-lt"/>
              </a:rPr>
              <a:t>1</a:t>
            </a:r>
          </a:p>
        </p:txBody>
      </p:sp>
      <p:sp>
        <p:nvSpPr>
          <p:cNvPr id="103" name="Content Placeholder 4">
            <a:extLst>
              <a:ext uri="{FF2B5EF4-FFF2-40B4-BE49-F238E27FC236}">
                <a16:creationId xmlns:a16="http://schemas.microsoft.com/office/drawing/2014/main" id="{B7582E16-AA67-DBAE-A067-FD6AE2689AAF}"/>
              </a:ext>
            </a:extLst>
          </p:cNvPr>
          <p:cNvSpPr txBox="1">
            <a:spLocks/>
          </p:cNvSpPr>
          <p:nvPr/>
        </p:nvSpPr>
        <p:spPr>
          <a:xfrm>
            <a:off x="16912897" y="7044983"/>
            <a:ext cx="863474" cy="9118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6000" b="1" dirty="0">
                <a:latin typeface="+mj-lt"/>
              </a:rPr>
              <a:t>2</a:t>
            </a:r>
          </a:p>
        </p:txBody>
      </p:sp>
      <p:sp>
        <p:nvSpPr>
          <p:cNvPr id="104" name="Content Placeholder 4">
            <a:extLst>
              <a:ext uri="{FF2B5EF4-FFF2-40B4-BE49-F238E27FC236}">
                <a16:creationId xmlns:a16="http://schemas.microsoft.com/office/drawing/2014/main" id="{CE682074-BA89-E07A-AE90-ACAC864AD70F}"/>
              </a:ext>
            </a:extLst>
          </p:cNvPr>
          <p:cNvSpPr txBox="1">
            <a:spLocks/>
          </p:cNvSpPr>
          <p:nvPr/>
        </p:nvSpPr>
        <p:spPr>
          <a:xfrm>
            <a:off x="21710222" y="7084460"/>
            <a:ext cx="863474" cy="9118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6000" b="1" dirty="0">
                <a:latin typeface="+mj-lt"/>
              </a:rPr>
              <a:t>3</a:t>
            </a:r>
          </a:p>
        </p:txBody>
      </p:sp>
      <p:sp>
        <p:nvSpPr>
          <p:cNvPr id="106" name="Arrow: Down 105">
            <a:extLst>
              <a:ext uri="{FF2B5EF4-FFF2-40B4-BE49-F238E27FC236}">
                <a16:creationId xmlns:a16="http://schemas.microsoft.com/office/drawing/2014/main" id="{BB8F8719-DDDE-81F8-CC3F-D2FF6BDAF18E}"/>
              </a:ext>
            </a:extLst>
          </p:cNvPr>
          <p:cNvSpPr/>
          <p:nvPr/>
        </p:nvSpPr>
        <p:spPr>
          <a:xfrm rot="2431291">
            <a:off x="8599187" y="6403343"/>
            <a:ext cx="913731" cy="1460766"/>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07" name="Content Placeholder 3">
            <a:extLst>
              <a:ext uri="{FF2B5EF4-FFF2-40B4-BE49-F238E27FC236}">
                <a16:creationId xmlns:a16="http://schemas.microsoft.com/office/drawing/2014/main" id="{FB7360E1-42C6-9FDA-8E59-3D9F8C787692}"/>
              </a:ext>
            </a:extLst>
          </p:cNvPr>
          <p:cNvSpPr txBox="1">
            <a:spLocks/>
          </p:cNvSpPr>
          <p:nvPr/>
        </p:nvSpPr>
        <p:spPr>
          <a:xfrm>
            <a:off x="7735257" y="4097461"/>
            <a:ext cx="5737849" cy="26989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If the </a:t>
            </a:r>
            <a:r>
              <a:rPr lang="en-US" sz="3200" dirty="0" err="1">
                <a:latin typeface="+mj-lt"/>
              </a:rPr>
              <a:t>menuOption</a:t>
            </a:r>
            <a:r>
              <a:rPr lang="en-US" sz="3200" dirty="0">
                <a:latin typeface="+mj-lt"/>
              </a:rPr>
              <a:t> is not 0, then the program goes back to the start</a:t>
            </a:r>
          </a:p>
        </p:txBody>
      </p:sp>
      <p:sp>
        <p:nvSpPr>
          <p:cNvPr id="5" name="Content Placeholder 3">
            <a:extLst>
              <a:ext uri="{FF2B5EF4-FFF2-40B4-BE49-F238E27FC236}">
                <a16:creationId xmlns:a16="http://schemas.microsoft.com/office/drawing/2014/main" id="{92286E54-0386-0D86-7D3B-D9EE8B86B106}"/>
              </a:ext>
            </a:extLst>
          </p:cNvPr>
          <p:cNvSpPr txBox="1">
            <a:spLocks/>
          </p:cNvSpPr>
          <p:nvPr/>
        </p:nvSpPr>
        <p:spPr>
          <a:xfrm>
            <a:off x="384020" y="12786633"/>
            <a:ext cx="9769083" cy="900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The next slides will describe the shown module</a:t>
            </a:r>
          </a:p>
        </p:txBody>
      </p:sp>
    </p:spTree>
    <p:extLst>
      <p:ext uri="{BB962C8B-B14F-4D97-AF65-F5344CB8AC3E}">
        <p14:creationId xmlns:p14="http://schemas.microsoft.com/office/powerpoint/2010/main" val="269504983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DE619-8790-F7EC-7D76-FE4F0837A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F871E-AD21-58CA-A3F2-2BC8E011F17F}"/>
              </a:ext>
            </a:extLst>
          </p:cNvPr>
          <p:cNvSpPr>
            <a:spLocks noGrp="1"/>
          </p:cNvSpPr>
          <p:nvPr>
            <p:ph type="title"/>
          </p:nvPr>
        </p:nvSpPr>
        <p:spPr/>
        <p:txBody>
          <a:bodyPr>
            <a:normAutofit fontScale="90000"/>
          </a:bodyPr>
          <a:lstStyle/>
          <a:p>
            <a:r>
              <a:rPr lang="en-US" sz="4000" dirty="0"/>
              <a:t>Linking menus to flowcharts</a:t>
            </a:r>
          </a:p>
        </p:txBody>
      </p:sp>
      <p:sp>
        <p:nvSpPr>
          <p:cNvPr id="3" name="Text Placeholder 2">
            <a:extLst>
              <a:ext uri="{FF2B5EF4-FFF2-40B4-BE49-F238E27FC236}">
                <a16:creationId xmlns:a16="http://schemas.microsoft.com/office/drawing/2014/main" id="{F423FD82-1E1E-7530-1386-093C2247A840}"/>
              </a:ext>
            </a:extLst>
          </p:cNvPr>
          <p:cNvSpPr>
            <a:spLocks noGrp="1"/>
          </p:cNvSpPr>
          <p:nvPr>
            <p:ph type="body" sz="quarter" idx="10"/>
          </p:nvPr>
        </p:nvSpPr>
        <p:spPr>
          <a:xfrm>
            <a:off x="2167377" y="2419728"/>
            <a:ext cx="17669505" cy="803546"/>
          </a:xfrm>
        </p:spPr>
        <p:txBody>
          <a:bodyPr>
            <a:normAutofit/>
          </a:bodyPr>
          <a:lstStyle/>
          <a:p>
            <a:r>
              <a:rPr lang="en-US" dirty="0" err="1"/>
              <a:t>recordScore</a:t>
            </a:r>
            <a:r>
              <a:rPr lang="en-US" dirty="0"/>
              <a:t>()</a:t>
            </a:r>
          </a:p>
        </p:txBody>
      </p:sp>
      <p:sp>
        <p:nvSpPr>
          <p:cNvPr id="11" name="Rectangle: Rounded Corners 10">
            <a:extLst>
              <a:ext uri="{FF2B5EF4-FFF2-40B4-BE49-F238E27FC236}">
                <a16:creationId xmlns:a16="http://schemas.microsoft.com/office/drawing/2014/main" id="{F92E97BA-F422-DDD5-A408-98F7FF611324}"/>
              </a:ext>
            </a:extLst>
          </p:cNvPr>
          <p:cNvSpPr/>
          <p:nvPr/>
        </p:nvSpPr>
        <p:spPr>
          <a:xfrm>
            <a:off x="18913087" y="10016577"/>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Return</a:t>
            </a:r>
          </a:p>
        </p:txBody>
      </p:sp>
      <p:sp>
        <p:nvSpPr>
          <p:cNvPr id="13" name="Rectangle: Rounded Corners 12">
            <a:extLst>
              <a:ext uri="{FF2B5EF4-FFF2-40B4-BE49-F238E27FC236}">
                <a16:creationId xmlns:a16="http://schemas.microsoft.com/office/drawing/2014/main" id="{FC49A367-DB09-A653-829E-E1666D26F1D7}"/>
              </a:ext>
            </a:extLst>
          </p:cNvPr>
          <p:cNvSpPr/>
          <p:nvPr/>
        </p:nvSpPr>
        <p:spPr>
          <a:xfrm>
            <a:off x="2440176" y="3260663"/>
            <a:ext cx="3105634"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recordScore</a:t>
            </a:r>
            <a:r>
              <a:rPr lang="en-US" sz="3200" dirty="0">
                <a:solidFill>
                  <a:schemeClr val="tx1">
                    <a:lumMod val="50000"/>
                  </a:schemeClr>
                </a:solidFill>
                <a:latin typeface="+mj-lt"/>
                <a:sym typeface="Helvetica Neue Medium"/>
              </a:rPr>
              <a:t>()</a:t>
            </a:r>
          </a:p>
        </p:txBody>
      </p:sp>
      <p:cxnSp>
        <p:nvCxnSpPr>
          <p:cNvPr id="14" name="Connector: Elbow 13">
            <a:extLst>
              <a:ext uri="{FF2B5EF4-FFF2-40B4-BE49-F238E27FC236}">
                <a16:creationId xmlns:a16="http://schemas.microsoft.com/office/drawing/2014/main" id="{AA253746-9D07-9E89-A697-106052462B01}"/>
              </a:ext>
            </a:extLst>
          </p:cNvPr>
          <p:cNvCxnSpPr>
            <a:cxnSpLocks/>
            <a:stCxn id="13" idx="2"/>
            <a:endCxn id="18" idx="0"/>
          </p:cNvCxnSpPr>
          <p:nvPr/>
        </p:nvCxnSpPr>
        <p:spPr>
          <a:xfrm rot="5400000">
            <a:off x="3508153" y="4530781"/>
            <a:ext cx="963331" cy="635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8" name="Rectangle 17">
            <a:extLst>
              <a:ext uri="{FF2B5EF4-FFF2-40B4-BE49-F238E27FC236}">
                <a16:creationId xmlns:a16="http://schemas.microsoft.com/office/drawing/2014/main" id="{F279A169-77E1-8845-5138-B88B9FA1965D}"/>
              </a:ext>
            </a:extLst>
          </p:cNvPr>
          <p:cNvSpPr/>
          <p:nvPr/>
        </p:nvSpPr>
        <p:spPr>
          <a:xfrm>
            <a:off x="963013" y="5015622"/>
            <a:ext cx="6047258" cy="3202437"/>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Declare String name</a:t>
            </a:r>
          </a:p>
          <a:p>
            <a:pPr defTabSz="825500"/>
            <a:r>
              <a:rPr lang="en-US" sz="3200" dirty="0">
                <a:solidFill>
                  <a:schemeClr val="tx1">
                    <a:lumMod val="50000"/>
                  </a:schemeClr>
                </a:solidFill>
                <a:latin typeface="+mj-lt"/>
                <a:sym typeface="Helvetica Neue Medium"/>
              </a:rPr>
              <a:t>Declare String subject</a:t>
            </a:r>
          </a:p>
          <a:p>
            <a:pPr defTabSz="825500"/>
            <a:r>
              <a:rPr lang="en-US" sz="3200" dirty="0">
                <a:solidFill>
                  <a:schemeClr val="tx1">
                    <a:lumMod val="50000"/>
                  </a:schemeClr>
                </a:solidFill>
                <a:latin typeface="+mj-lt"/>
                <a:sym typeface="Helvetica Neue Medium"/>
              </a:rPr>
              <a:t>Declare Integer score</a:t>
            </a:r>
          </a:p>
          <a:p>
            <a:pPr defTabSz="825500"/>
            <a:endParaRPr lang="en-US" sz="3200" dirty="0">
              <a:solidFill>
                <a:schemeClr val="tx1">
                  <a:lumMod val="50000"/>
                </a:schemeClr>
              </a:solidFill>
              <a:latin typeface="+mj-lt"/>
              <a:sym typeface="Helvetica Neue Medium"/>
            </a:endParaRPr>
          </a:p>
          <a:p>
            <a:pPr defTabSz="825500"/>
            <a:r>
              <a:rPr lang="en-US" sz="3200" dirty="0">
                <a:solidFill>
                  <a:schemeClr val="tx1">
                    <a:lumMod val="50000"/>
                  </a:schemeClr>
                </a:solidFill>
                <a:latin typeface="+mj-lt"/>
                <a:sym typeface="Helvetica Neue Medium"/>
              </a:rPr>
              <a:t>Declare </a:t>
            </a:r>
            <a:r>
              <a:rPr lang="en-US" sz="3200" dirty="0" err="1">
                <a:solidFill>
                  <a:schemeClr val="tx1">
                    <a:lumMod val="50000"/>
                  </a:schemeClr>
                </a:solidFill>
                <a:latin typeface="+mj-lt"/>
                <a:sym typeface="Helvetica Neue Medium"/>
              </a:rPr>
              <a:t>OutputFile</a:t>
            </a:r>
            <a:r>
              <a:rPr lang="en-US" sz="3200" dirty="0">
                <a:solidFill>
                  <a:schemeClr val="tx1">
                    <a:lumMod val="50000"/>
                  </a:schemeClr>
                </a:solidFill>
                <a:latin typeface="+mj-lt"/>
                <a:sym typeface="Helvetica Neue Medium"/>
              </a:rPr>
              <a:t> </a:t>
            </a:r>
            <a:r>
              <a:rPr lang="en-US" sz="3200" dirty="0" err="1">
                <a:solidFill>
                  <a:schemeClr val="tx1">
                    <a:lumMod val="50000"/>
                  </a:schemeClr>
                </a:solidFill>
                <a:latin typeface="+mj-lt"/>
                <a:sym typeface="Helvetica Neue Medium"/>
              </a:rPr>
              <a:t>AppendMode</a:t>
            </a:r>
            <a:r>
              <a:rPr lang="en-US" sz="3200" dirty="0">
                <a:solidFill>
                  <a:schemeClr val="tx1">
                    <a:lumMod val="50000"/>
                  </a:schemeClr>
                </a:solidFill>
                <a:latin typeface="+mj-lt"/>
                <a:sym typeface="Helvetica Neue Medium"/>
              </a:rPr>
              <a:t> </a:t>
            </a:r>
            <a:r>
              <a:rPr lang="en-US" sz="3200" dirty="0" err="1">
                <a:solidFill>
                  <a:schemeClr val="tx1">
                    <a:lumMod val="50000"/>
                  </a:schemeClr>
                </a:solidFill>
                <a:latin typeface="+mj-lt"/>
                <a:sym typeface="Helvetica Neue Medium"/>
              </a:rPr>
              <a:t>dataFile</a:t>
            </a:r>
            <a:endParaRPr lang="en-US" sz="3200" dirty="0">
              <a:solidFill>
                <a:schemeClr val="tx1">
                  <a:lumMod val="50000"/>
                </a:schemeClr>
              </a:solidFill>
              <a:latin typeface="+mj-lt"/>
              <a:sym typeface="Helvetica Neue Medium"/>
            </a:endParaRPr>
          </a:p>
        </p:txBody>
      </p:sp>
      <p:sp>
        <p:nvSpPr>
          <p:cNvPr id="34" name="Flowchart: Connector 33">
            <a:extLst>
              <a:ext uri="{FF2B5EF4-FFF2-40B4-BE49-F238E27FC236}">
                <a16:creationId xmlns:a16="http://schemas.microsoft.com/office/drawing/2014/main" id="{788CD4E1-7073-68B2-2856-31D8C975F431}"/>
              </a:ext>
            </a:extLst>
          </p:cNvPr>
          <p:cNvSpPr/>
          <p:nvPr/>
        </p:nvSpPr>
        <p:spPr>
          <a:xfrm>
            <a:off x="10657886" y="2543155"/>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cxnSp>
        <p:nvCxnSpPr>
          <p:cNvPr id="41" name="Connector: Elbow 40">
            <a:extLst>
              <a:ext uri="{FF2B5EF4-FFF2-40B4-BE49-F238E27FC236}">
                <a16:creationId xmlns:a16="http://schemas.microsoft.com/office/drawing/2014/main" id="{F773F58C-A574-FD5C-E94B-94C22A753CC9}"/>
              </a:ext>
            </a:extLst>
          </p:cNvPr>
          <p:cNvCxnSpPr>
            <a:cxnSpLocks/>
            <a:stCxn id="34" idx="4"/>
            <a:endCxn id="44" idx="0"/>
          </p:cNvCxnSpPr>
          <p:nvPr/>
        </p:nvCxnSpPr>
        <p:spPr>
          <a:xfrm rot="5400000">
            <a:off x="10953992" y="4069099"/>
            <a:ext cx="663830"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 name="Content Placeholder 3">
            <a:extLst>
              <a:ext uri="{FF2B5EF4-FFF2-40B4-BE49-F238E27FC236}">
                <a16:creationId xmlns:a16="http://schemas.microsoft.com/office/drawing/2014/main" id="{C11D2C3C-2C4B-ABDF-1F11-CF5F10D2470D}"/>
              </a:ext>
            </a:extLst>
          </p:cNvPr>
          <p:cNvSpPr txBox="1">
            <a:spLocks/>
          </p:cNvSpPr>
          <p:nvPr/>
        </p:nvSpPr>
        <p:spPr>
          <a:xfrm>
            <a:off x="384020" y="12786633"/>
            <a:ext cx="9769083" cy="900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For brevity, validation is ignored here.</a:t>
            </a:r>
          </a:p>
        </p:txBody>
      </p:sp>
      <p:sp>
        <p:nvSpPr>
          <p:cNvPr id="15" name="Rectangle 14">
            <a:extLst>
              <a:ext uri="{FF2B5EF4-FFF2-40B4-BE49-F238E27FC236}">
                <a16:creationId xmlns:a16="http://schemas.microsoft.com/office/drawing/2014/main" id="{A68ED41B-2014-0ED9-C8CD-A3C7BEB42BBB}"/>
              </a:ext>
            </a:extLst>
          </p:cNvPr>
          <p:cNvSpPr/>
          <p:nvPr/>
        </p:nvSpPr>
        <p:spPr>
          <a:xfrm>
            <a:off x="1102972" y="9243583"/>
            <a:ext cx="5767339" cy="80323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Open </a:t>
            </a:r>
            <a:r>
              <a:rPr lang="en-US" sz="3200" dirty="0" err="1">
                <a:solidFill>
                  <a:schemeClr val="tx1">
                    <a:lumMod val="50000"/>
                  </a:schemeClr>
                </a:solidFill>
                <a:latin typeface="+mj-lt"/>
                <a:sym typeface="Helvetica Neue Medium"/>
              </a:rPr>
              <a:t>dataFile</a:t>
            </a:r>
            <a:r>
              <a:rPr lang="en-US" sz="3200" dirty="0">
                <a:solidFill>
                  <a:schemeClr val="tx1">
                    <a:lumMod val="50000"/>
                  </a:schemeClr>
                </a:solidFill>
                <a:latin typeface="+mj-lt"/>
                <a:sym typeface="Helvetica Neue Medium"/>
              </a:rPr>
              <a:t> “scorelog.dat”</a:t>
            </a:r>
          </a:p>
        </p:txBody>
      </p:sp>
      <p:cxnSp>
        <p:nvCxnSpPr>
          <p:cNvPr id="16" name="Connector: Elbow 15">
            <a:extLst>
              <a:ext uri="{FF2B5EF4-FFF2-40B4-BE49-F238E27FC236}">
                <a16:creationId xmlns:a16="http://schemas.microsoft.com/office/drawing/2014/main" id="{92E4D63F-468B-489E-D4DF-40A0195DCFB0}"/>
              </a:ext>
            </a:extLst>
          </p:cNvPr>
          <p:cNvCxnSpPr>
            <a:cxnSpLocks/>
            <a:stCxn id="18" idx="2"/>
            <a:endCxn id="15" idx="0"/>
          </p:cNvCxnSpPr>
          <p:nvPr/>
        </p:nvCxnSpPr>
        <p:spPr>
          <a:xfrm rot="5400000">
            <a:off x="3473880" y="8730821"/>
            <a:ext cx="1025524"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3" name="Flowchart: Connector 22">
            <a:extLst>
              <a:ext uri="{FF2B5EF4-FFF2-40B4-BE49-F238E27FC236}">
                <a16:creationId xmlns:a16="http://schemas.microsoft.com/office/drawing/2014/main" id="{0B81EDC8-5CCB-FE1C-0DC7-885D055E5A68}"/>
              </a:ext>
            </a:extLst>
          </p:cNvPr>
          <p:cNvSpPr/>
          <p:nvPr/>
        </p:nvSpPr>
        <p:spPr>
          <a:xfrm>
            <a:off x="3361801" y="11072344"/>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cxnSp>
        <p:nvCxnSpPr>
          <p:cNvPr id="24" name="Connector: Elbow 23">
            <a:extLst>
              <a:ext uri="{FF2B5EF4-FFF2-40B4-BE49-F238E27FC236}">
                <a16:creationId xmlns:a16="http://schemas.microsoft.com/office/drawing/2014/main" id="{2BDEF1FD-A40D-0504-F31A-5F76B95A006E}"/>
              </a:ext>
            </a:extLst>
          </p:cNvPr>
          <p:cNvCxnSpPr>
            <a:cxnSpLocks/>
            <a:stCxn id="15" idx="2"/>
            <a:endCxn id="23" idx="0"/>
          </p:cNvCxnSpPr>
          <p:nvPr/>
        </p:nvCxnSpPr>
        <p:spPr>
          <a:xfrm rot="16200000" flipH="1">
            <a:off x="3477057" y="10556403"/>
            <a:ext cx="1025525" cy="6355"/>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4" name="Parallelogram 43">
            <a:extLst>
              <a:ext uri="{FF2B5EF4-FFF2-40B4-BE49-F238E27FC236}">
                <a16:creationId xmlns:a16="http://schemas.microsoft.com/office/drawing/2014/main" id="{59EBC683-6D31-BED1-939A-C11DC0E2921D}"/>
              </a:ext>
            </a:extLst>
          </p:cNvPr>
          <p:cNvSpPr/>
          <p:nvPr/>
        </p:nvSpPr>
        <p:spPr>
          <a:xfrm>
            <a:off x="7746431" y="4404189"/>
            <a:ext cx="7072602" cy="803546"/>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91440" numCol="1" spcCol="38100" rtlCol="0" anchor="ctr">
            <a:noAutofit/>
          </a:bodyPr>
          <a:lstStyle/>
          <a:p>
            <a:pPr defTabSz="825500"/>
            <a:r>
              <a:rPr lang="en-US" sz="3200" dirty="0">
                <a:solidFill>
                  <a:schemeClr val="tx1">
                    <a:lumMod val="50000"/>
                  </a:schemeClr>
                </a:solidFill>
                <a:latin typeface="+mj-lt"/>
                <a:sym typeface="Helvetica Neue Medium"/>
              </a:rPr>
              <a:t>Display “Enter Student’s Name: “</a:t>
            </a:r>
          </a:p>
        </p:txBody>
      </p:sp>
      <p:sp>
        <p:nvSpPr>
          <p:cNvPr id="54" name="Parallelogram 53">
            <a:extLst>
              <a:ext uri="{FF2B5EF4-FFF2-40B4-BE49-F238E27FC236}">
                <a16:creationId xmlns:a16="http://schemas.microsoft.com/office/drawing/2014/main" id="{4D177198-9251-E4A5-1E00-F8837F8B1333}"/>
              </a:ext>
            </a:extLst>
          </p:cNvPr>
          <p:cNvSpPr/>
          <p:nvPr/>
        </p:nvSpPr>
        <p:spPr>
          <a:xfrm>
            <a:off x="9384680" y="5871565"/>
            <a:ext cx="3808806" cy="803546"/>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91440" numCol="1" spcCol="38100" rtlCol="0" anchor="ctr">
            <a:noAutofit/>
          </a:bodyPr>
          <a:lstStyle/>
          <a:p>
            <a:pPr defTabSz="825500"/>
            <a:r>
              <a:rPr lang="en-US" sz="3200" dirty="0">
                <a:solidFill>
                  <a:schemeClr val="tx1">
                    <a:lumMod val="50000"/>
                  </a:schemeClr>
                </a:solidFill>
                <a:latin typeface="+mj-lt"/>
                <a:sym typeface="Helvetica Neue Medium"/>
              </a:rPr>
              <a:t>Input name</a:t>
            </a:r>
          </a:p>
        </p:txBody>
      </p:sp>
      <p:cxnSp>
        <p:nvCxnSpPr>
          <p:cNvPr id="55" name="Connector: Elbow 54">
            <a:extLst>
              <a:ext uri="{FF2B5EF4-FFF2-40B4-BE49-F238E27FC236}">
                <a16:creationId xmlns:a16="http://schemas.microsoft.com/office/drawing/2014/main" id="{FEEC930D-7D84-CCD5-DA0D-29683135B3B2}"/>
              </a:ext>
            </a:extLst>
          </p:cNvPr>
          <p:cNvCxnSpPr>
            <a:cxnSpLocks/>
            <a:stCxn id="44" idx="4"/>
            <a:endCxn id="54" idx="0"/>
          </p:cNvCxnSpPr>
          <p:nvPr/>
        </p:nvCxnSpPr>
        <p:spPr>
          <a:xfrm rot="16200000" flipH="1">
            <a:off x="10953992" y="5536474"/>
            <a:ext cx="663830" cy="635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7" name="Connector: Elbow 66">
            <a:extLst>
              <a:ext uri="{FF2B5EF4-FFF2-40B4-BE49-F238E27FC236}">
                <a16:creationId xmlns:a16="http://schemas.microsoft.com/office/drawing/2014/main" id="{DB38AE7A-7147-B13B-1A73-5847E90A3303}"/>
              </a:ext>
            </a:extLst>
          </p:cNvPr>
          <p:cNvCxnSpPr>
            <a:cxnSpLocks/>
            <a:stCxn id="54" idx="4"/>
            <a:endCxn id="70" idx="0"/>
          </p:cNvCxnSpPr>
          <p:nvPr/>
        </p:nvCxnSpPr>
        <p:spPr>
          <a:xfrm rot="5400000">
            <a:off x="10942599" y="7021595"/>
            <a:ext cx="692969"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70" name="Parallelogram 69">
            <a:extLst>
              <a:ext uri="{FF2B5EF4-FFF2-40B4-BE49-F238E27FC236}">
                <a16:creationId xmlns:a16="http://schemas.microsoft.com/office/drawing/2014/main" id="{07A10832-7D9D-9067-6FAB-F34D80CC8054}"/>
              </a:ext>
            </a:extLst>
          </p:cNvPr>
          <p:cNvSpPr/>
          <p:nvPr/>
        </p:nvSpPr>
        <p:spPr>
          <a:xfrm>
            <a:off x="7752782" y="7368080"/>
            <a:ext cx="7072602" cy="803546"/>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91440" numCol="1" spcCol="38100" rtlCol="0" anchor="ctr">
            <a:noAutofit/>
          </a:bodyPr>
          <a:lstStyle/>
          <a:p>
            <a:pPr defTabSz="825500"/>
            <a:r>
              <a:rPr lang="en-US" sz="3200" dirty="0">
                <a:solidFill>
                  <a:schemeClr val="tx1">
                    <a:lumMod val="50000"/>
                  </a:schemeClr>
                </a:solidFill>
                <a:latin typeface="+mj-lt"/>
                <a:sym typeface="Helvetica Neue Medium"/>
              </a:rPr>
              <a:t>Display “Enter Student’s Score: “</a:t>
            </a:r>
          </a:p>
        </p:txBody>
      </p:sp>
      <p:sp>
        <p:nvSpPr>
          <p:cNvPr id="71" name="Parallelogram 70">
            <a:extLst>
              <a:ext uri="{FF2B5EF4-FFF2-40B4-BE49-F238E27FC236}">
                <a16:creationId xmlns:a16="http://schemas.microsoft.com/office/drawing/2014/main" id="{FD98227F-BBE2-63D2-023D-7A9A93930F01}"/>
              </a:ext>
            </a:extLst>
          </p:cNvPr>
          <p:cNvSpPr/>
          <p:nvPr/>
        </p:nvSpPr>
        <p:spPr>
          <a:xfrm>
            <a:off x="9391031" y="8835456"/>
            <a:ext cx="3808806" cy="803546"/>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91440" numCol="1" spcCol="38100" rtlCol="0" anchor="ctr">
            <a:noAutofit/>
          </a:bodyPr>
          <a:lstStyle/>
          <a:p>
            <a:pPr defTabSz="825500"/>
            <a:r>
              <a:rPr lang="en-US" sz="3200" dirty="0">
                <a:solidFill>
                  <a:schemeClr val="tx1">
                    <a:lumMod val="50000"/>
                  </a:schemeClr>
                </a:solidFill>
                <a:latin typeface="+mj-lt"/>
                <a:sym typeface="Helvetica Neue Medium"/>
              </a:rPr>
              <a:t>Input score</a:t>
            </a:r>
          </a:p>
        </p:txBody>
      </p:sp>
      <p:cxnSp>
        <p:nvCxnSpPr>
          <p:cNvPr id="73" name="Connector: Elbow 72">
            <a:extLst>
              <a:ext uri="{FF2B5EF4-FFF2-40B4-BE49-F238E27FC236}">
                <a16:creationId xmlns:a16="http://schemas.microsoft.com/office/drawing/2014/main" id="{FB2D92CB-7F41-8226-9A62-CD56611706DC}"/>
              </a:ext>
            </a:extLst>
          </p:cNvPr>
          <p:cNvCxnSpPr>
            <a:cxnSpLocks/>
            <a:stCxn id="70" idx="4"/>
            <a:endCxn id="71" idx="0"/>
          </p:cNvCxnSpPr>
          <p:nvPr/>
        </p:nvCxnSpPr>
        <p:spPr>
          <a:xfrm rot="16200000" flipH="1">
            <a:off x="10960343" y="8500365"/>
            <a:ext cx="663830" cy="635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8" name="Connector: Elbow 77">
            <a:extLst>
              <a:ext uri="{FF2B5EF4-FFF2-40B4-BE49-F238E27FC236}">
                <a16:creationId xmlns:a16="http://schemas.microsoft.com/office/drawing/2014/main" id="{1D65F342-EF1C-22D4-8568-DB2DD3CB1FA0}"/>
              </a:ext>
            </a:extLst>
          </p:cNvPr>
          <p:cNvCxnSpPr>
            <a:cxnSpLocks/>
            <a:stCxn id="71" idx="4"/>
            <a:endCxn id="79" idx="0"/>
          </p:cNvCxnSpPr>
          <p:nvPr/>
        </p:nvCxnSpPr>
        <p:spPr>
          <a:xfrm rot="5400000">
            <a:off x="10942598" y="9979134"/>
            <a:ext cx="692969" cy="12704"/>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79" name="Parallelogram 78">
            <a:extLst>
              <a:ext uri="{FF2B5EF4-FFF2-40B4-BE49-F238E27FC236}">
                <a16:creationId xmlns:a16="http://schemas.microsoft.com/office/drawing/2014/main" id="{73EAB116-95D0-595D-C85C-BEC82B1C5626}"/>
              </a:ext>
            </a:extLst>
          </p:cNvPr>
          <p:cNvSpPr/>
          <p:nvPr/>
        </p:nvSpPr>
        <p:spPr>
          <a:xfrm>
            <a:off x="7746429" y="10331971"/>
            <a:ext cx="7072602" cy="803546"/>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91440" numCol="1" spcCol="38100" rtlCol="0" anchor="ctr">
            <a:noAutofit/>
          </a:bodyPr>
          <a:lstStyle/>
          <a:p>
            <a:pPr defTabSz="825500"/>
            <a:r>
              <a:rPr lang="en-US" sz="3200" dirty="0">
                <a:solidFill>
                  <a:schemeClr val="tx1">
                    <a:lumMod val="50000"/>
                  </a:schemeClr>
                </a:solidFill>
                <a:latin typeface="+mj-lt"/>
                <a:sym typeface="Helvetica Neue Medium"/>
              </a:rPr>
              <a:t>Display “Enter Subject: “</a:t>
            </a:r>
          </a:p>
        </p:txBody>
      </p:sp>
      <p:sp>
        <p:nvSpPr>
          <p:cNvPr id="80" name="Parallelogram 79">
            <a:extLst>
              <a:ext uri="{FF2B5EF4-FFF2-40B4-BE49-F238E27FC236}">
                <a16:creationId xmlns:a16="http://schemas.microsoft.com/office/drawing/2014/main" id="{E1206B87-4A95-33D3-AC9F-2B9BBE4C16BC}"/>
              </a:ext>
            </a:extLst>
          </p:cNvPr>
          <p:cNvSpPr/>
          <p:nvPr/>
        </p:nvSpPr>
        <p:spPr>
          <a:xfrm>
            <a:off x="9384678" y="11799347"/>
            <a:ext cx="3808806" cy="803546"/>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91440" numCol="1" spcCol="38100" rtlCol="0" anchor="ctr">
            <a:noAutofit/>
          </a:bodyPr>
          <a:lstStyle/>
          <a:p>
            <a:pPr defTabSz="825500"/>
            <a:r>
              <a:rPr lang="en-US" sz="3200" dirty="0">
                <a:solidFill>
                  <a:schemeClr val="tx1">
                    <a:lumMod val="50000"/>
                  </a:schemeClr>
                </a:solidFill>
                <a:latin typeface="+mj-lt"/>
                <a:sym typeface="Helvetica Neue Medium"/>
              </a:rPr>
              <a:t>Input subject</a:t>
            </a:r>
          </a:p>
        </p:txBody>
      </p:sp>
      <p:cxnSp>
        <p:nvCxnSpPr>
          <p:cNvPr id="81" name="Connector: Elbow 80">
            <a:extLst>
              <a:ext uri="{FF2B5EF4-FFF2-40B4-BE49-F238E27FC236}">
                <a16:creationId xmlns:a16="http://schemas.microsoft.com/office/drawing/2014/main" id="{E1CBDC23-6BDD-D89F-EC45-1F1A04C30B38}"/>
              </a:ext>
            </a:extLst>
          </p:cNvPr>
          <p:cNvCxnSpPr>
            <a:cxnSpLocks/>
            <a:stCxn id="79" idx="4"/>
            <a:endCxn id="80" idx="0"/>
          </p:cNvCxnSpPr>
          <p:nvPr/>
        </p:nvCxnSpPr>
        <p:spPr>
          <a:xfrm rot="16200000" flipH="1">
            <a:off x="10953990" y="11464256"/>
            <a:ext cx="663830" cy="635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87" name="Flowchart: Connector 86">
            <a:extLst>
              <a:ext uri="{FF2B5EF4-FFF2-40B4-BE49-F238E27FC236}">
                <a16:creationId xmlns:a16="http://schemas.microsoft.com/office/drawing/2014/main" id="{613D08B7-6D01-3287-6C9F-81D8737DF6EC}"/>
              </a:ext>
            </a:extLst>
          </p:cNvPr>
          <p:cNvSpPr/>
          <p:nvPr/>
        </p:nvSpPr>
        <p:spPr>
          <a:xfrm>
            <a:off x="13958609" y="11602518"/>
            <a:ext cx="1262392" cy="1197204"/>
          </a:xfrm>
          <a:prstGeom prst="flowChartConnector">
            <a:avLst/>
          </a:prstGeom>
          <a:ln w="7620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B</a:t>
            </a:r>
          </a:p>
        </p:txBody>
      </p:sp>
      <p:cxnSp>
        <p:nvCxnSpPr>
          <p:cNvPr id="88" name="Connector: Elbow 87">
            <a:extLst>
              <a:ext uri="{FF2B5EF4-FFF2-40B4-BE49-F238E27FC236}">
                <a16:creationId xmlns:a16="http://schemas.microsoft.com/office/drawing/2014/main" id="{1BB36BE8-3F47-FD74-B72C-485D1A8132C3}"/>
              </a:ext>
            </a:extLst>
          </p:cNvPr>
          <p:cNvCxnSpPr>
            <a:cxnSpLocks/>
            <a:stCxn id="80" idx="2"/>
            <a:endCxn id="87" idx="2"/>
          </p:cNvCxnSpPr>
          <p:nvPr/>
        </p:nvCxnSpPr>
        <p:spPr>
          <a:xfrm>
            <a:off x="13093041" y="12201120"/>
            <a:ext cx="865568"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96" name="Flowchart: Connector 95">
            <a:extLst>
              <a:ext uri="{FF2B5EF4-FFF2-40B4-BE49-F238E27FC236}">
                <a16:creationId xmlns:a16="http://schemas.microsoft.com/office/drawing/2014/main" id="{5ACC3187-40F1-2469-248B-1BFE754B71BF}"/>
              </a:ext>
            </a:extLst>
          </p:cNvPr>
          <p:cNvSpPr/>
          <p:nvPr/>
        </p:nvSpPr>
        <p:spPr>
          <a:xfrm>
            <a:off x="19357249" y="4609132"/>
            <a:ext cx="1262392" cy="1197204"/>
          </a:xfrm>
          <a:prstGeom prst="flowChartConnector">
            <a:avLst/>
          </a:prstGeom>
          <a:ln w="7620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B</a:t>
            </a:r>
          </a:p>
        </p:txBody>
      </p:sp>
      <p:cxnSp>
        <p:nvCxnSpPr>
          <p:cNvPr id="98" name="Connector: Elbow 97">
            <a:extLst>
              <a:ext uri="{FF2B5EF4-FFF2-40B4-BE49-F238E27FC236}">
                <a16:creationId xmlns:a16="http://schemas.microsoft.com/office/drawing/2014/main" id="{8B87ED1F-1A2D-E2B3-0DB0-4E77E32F0FF5}"/>
              </a:ext>
            </a:extLst>
          </p:cNvPr>
          <p:cNvCxnSpPr>
            <a:cxnSpLocks/>
            <a:stCxn id="96" idx="4"/>
            <a:endCxn id="108" idx="0"/>
          </p:cNvCxnSpPr>
          <p:nvPr/>
        </p:nvCxnSpPr>
        <p:spPr>
          <a:xfrm rot="5400000">
            <a:off x="19559848" y="6234933"/>
            <a:ext cx="857195"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08" name="Rectangle 107">
            <a:extLst>
              <a:ext uri="{FF2B5EF4-FFF2-40B4-BE49-F238E27FC236}">
                <a16:creationId xmlns:a16="http://schemas.microsoft.com/office/drawing/2014/main" id="{A98E7C4F-BA09-3830-48BB-5500BA7DEFE9}"/>
              </a:ext>
            </a:extLst>
          </p:cNvPr>
          <p:cNvSpPr/>
          <p:nvPr/>
        </p:nvSpPr>
        <p:spPr>
          <a:xfrm>
            <a:off x="16458494" y="6663531"/>
            <a:ext cx="7059902" cy="80323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Write </a:t>
            </a:r>
            <a:r>
              <a:rPr lang="en-US" sz="3200" dirty="0" err="1">
                <a:solidFill>
                  <a:schemeClr val="tx1">
                    <a:lumMod val="50000"/>
                  </a:schemeClr>
                </a:solidFill>
                <a:latin typeface="+mj-lt"/>
                <a:sym typeface="Helvetica Neue Medium"/>
              </a:rPr>
              <a:t>dataFile</a:t>
            </a:r>
            <a:r>
              <a:rPr lang="en-US" sz="3200" dirty="0">
                <a:solidFill>
                  <a:schemeClr val="tx1">
                    <a:lumMod val="50000"/>
                  </a:schemeClr>
                </a:solidFill>
                <a:latin typeface="+mj-lt"/>
                <a:sym typeface="Helvetica Neue Medium"/>
              </a:rPr>
              <a:t> name, score, subject</a:t>
            </a:r>
          </a:p>
        </p:txBody>
      </p:sp>
      <p:sp>
        <p:nvSpPr>
          <p:cNvPr id="112" name="Rectangle 111">
            <a:extLst>
              <a:ext uri="{FF2B5EF4-FFF2-40B4-BE49-F238E27FC236}">
                <a16:creationId xmlns:a16="http://schemas.microsoft.com/office/drawing/2014/main" id="{B44B71E2-A0EC-060D-BD3A-6F4BBF818294}"/>
              </a:ext>
            </a:extLst>
          </p:cNvPr>
          <p:cNvSpPr/>
          <p:nvPr/>
        </p:nvSpPr>
        <p:spPr>
          <a:xfrm>
            <a:off x="16464845" y="8317613"/>
            <a:ext cx="7059902" cy="80323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Close </a:t>
            </a:r>
            <a:r>
              <a:rPr lang="en-US" sz="3200" dirty="0" err="1">
                <a:solidFill>
                  <a:schemeClr val="tx1">
                    <a:lumMod val="50000"/>
                  </a:schemeClr>
                </a:solidFill>
                <a:latin typeface="+mj-lt"/>
                <a:sym typeface="Helvetica Neue Medium"/>
              </a:rPr>
              <a:t>dataFile</a:t>
            </a:r>
            <a:endParaRPr lang="en-US" sz="3200" dirty="0">
              <a:solidFill>
                <a:schemeClr val="tx1">
                  <a:lumMod val="50000"/>
                </a:schemeClr>
              </a:solidFill>
              <a:latin typeface="+mj-lt"/>
              <a:sym typeface="Helvetica Neue Medium"/>
            </a:endParaRPr>
          </a:p>
        </p:txBody>
      </p:sp>
      <p:cxnSp>
        <p:nvCxnSpPr>
          <p:cNvPr id="113" name="Connector: Elbow 112">
            <a:extLst>
              <a:ext uri="{FF2B5EF4-FFF2-40B4-BE49-F238E27FC236}">
                <a16:creationId xmlns:a16="http://schemas.microsoft.com/office/drawing/2014/main" id="{3CDBE70A-D3A9-E232-39F4-E298A61840D7}"/>
              </a:ext>
            </a:extLst>
          </p:cNvPr>
          <p:cNvCxnSpPr>
            <a:cxnSpLocks/>
            <a:stCxn id="108" idx="2"/>
            <a:endCxn id="112" idx="0"/>
          </p:cNvCxnSpPr>
          <p:nvPr/>
        </p:nvCxnSpPr>
        <p:spPr>
          <a:xfrm rot="16200000" flipH="1">
            <a:off x="19566197" y="7889014"/>
            <a:ext cx="850846" cy="635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18" name="Connector: Elbow 117">
            <a:extLst>
              <a:ext uri="{FF2B5EF4-FFF2-40B4-BE49-F238E27FC236}">
                <a16:creationId xmlns:a16="http://schemas.microsoft.com/office/drawing/2014/main" id="{4CD199DB-A093-2BF6-F96F-2CFE80F59430}"/>
              </a:ext>
            </a:extLst>
          </p:cNvPr>
          <p:cNvCxnSpPr>
            <a:cxnSpLocks/>
            <a:stCxn id="112" idx="2"/>
            <a:endCxn id="11" idx="0"/>
          </p:cNvCxnSpPr>
          <p:nvPr/>
        </p:nvCxnSpPr>
        <p:spPr>
          <a:xfrm rot="5400000">
            <a:off x="19546932" y="9568713"/>
            <a:ext cx="895728"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Tree>
    <p:extLst>
      <p:ext uri="{BB962C8B-B14F-4D97-AF65-F5344CB8AC3E}">
        <p14:creationId xmlns:p14="http://schemas.microsoft.com/office/powerpoint/2010/main" val="3157123225"/>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85AD5-A744-A287-AF2C-4F928B953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34202-B986-A499-05DD-593594153412}"/>
              </a:ext>
            </a:extLst>
          </p:cNvPr>
          <p:cNvSpPr>
            <a:spLocks noGrp="1"/>
          </p:cNvSpPr>
          <p:nvPr>
            <p:ph type="title"/>
          </p:nvPr>
        </p:nvSpPr>
        <p:spPr/>
        <p:txBody>
          <a:bodyPr>
            <a:normAutofit fontScale="90000"/>
          </a:bodyPr>
          <a:lstStyle/>
          <a:p>
            <a:r>
              <a:rPr lang="en-US" sz="4000" dirty="0"/>
              <a:t>Linking menus to flowcharts</a:t>
            </a:r>
          </a:p>
        </p:txBody>
      </p:sp>
      <p:sp>
        <p:nvSpPr>
          <p:cNvPr id="3" name="Text Placeholder 2">
            <a:extLst>
              <a:ext uri="{FF2B5EF4-FFF2-40B4-BE49-F238E27FC236}">
                <a16:creationId xmlns:a16="http://schemas.microsoft.com/office/drawing/2014/main" id="{2B334CAA-EB2E-7572-DC68-CEF4220FB600}"/>
              </a:ext>
            </a:extLst>
          </p:cNvPr>
          <p:cNvSpPr>
            <a:spLocks noGrp="1"/>
          </p:cNvSpPr>
          <p:nvPr>
            <p:ph type="body" sz="quarter" idx="10"/>
          </p:nvPr>
        </p:nvSpPr>
        <p:spPr>
          <a:xfrm>
            <a:off x="2167377" y="2419728"/>
            <a:ext cx="17669505" cy="803546"/>
          </a:xfrm>
        </p:spPr>
        <p:txBody>
          <a:bodyPr>
            <a:normAutofit/>
          </a:bodyPr>
          <a:lstStyle/>
          <a:p>
            <a:pPr defTabSz="825500"/>
            <a:r>
              <a:rPr lang="en-US" dirty="0" err="1">
                <a:solidFill>
                  <a:schemeClr val="tx1">
                    <a:lumMod val="50000"/>
                  </a:schemeClr>
                </a:solidFill>
                <a:sym typeface="Helvetica Neue Medium"/>
              </a:rPr>
              <a:t>viewScores</a:t>
            </a:r>
            <a:r>
              <a:rPr lang="en-US" dirty="0">
                <a:solidFill>
                  <a:schemeClr val="tx1">
                    <a:lumMod val="50000"/>
                  </a:schemeClr>
                </a:solidFill>
                <a:sym typeface="Helvetica Neue Medium"/>
              </a:rPr>
              <a:t>()</a:t>
            </a:r>
          </a:p>
        </p:txBody>
      </p:sp>
      <p:sp>
        <p:nvSpPr>
          <p:cNvPr id="11" name="Rectangle: Rounded Corners 10">
            <a:extLst>
              <a:ext uri="{FF2B5EF4-FFF2-40B4-BE49-F238E27FC236}">
                <a16:creationId xmlns:a16="http://schemas.microsoft.com/office/drawing/2014/main" id="{3EB90E47-D3DE-A87F-AD14-58AF51349BD1}"/>
              </a:ext>
            </a:extLst>
          </p:cNvPr>
          <p:cNvSpPr/>
          <p:nvPr/>
        </p:nvSpPr>
        <p:spPr>
          <a:xfrm>
            <a:off x="10472745" y="10471818"/>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Return</a:t>
            </a:r>
          </a:p>
        </p:txBody>
      </p:sp>
      <p:sp>
        <p:nvSpPr>
          <p:cNvPr id="13" name="Rectangle: Rounded Corners 12">
            <a:extLst>
              <a:ext uri="{FF2B5EF4-FFF2-40B4-BE49-F238E27FC236}">
                <a16:creationId xmlns:a16="http://schemas.microsoft.com/office/drawing/2014/main" id="{0F3ECDF3-E51E-796C-0BA1-4723F6192288}"/>
              </a:ext>
            </a:extLst>
          </p:cNvPr>
          <p:cNvSpPr/>
          <p:nvPr/>
        </p:nvSpPr>
        <p:spPr>
          <a:xfrm>
            <a:off x="2440176" y="3260663"/>
            <a:ext cx="3105634"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viewScores</a:t>
            </a:r>
            <a:r>
              <a:rPr lang="en-US" sz="3200" dirty="0">
                <a:solidFill>
                  <a:schemeClr val="tx1">
                    <a:lumMod val="50000"/>
                  </a:schemeClr>
                </a:solidFill>
                <a:latin typeface="+mj-lt"/>
                <a:sym typeface="Helvetica Neue Medium"/>
              </a:rPr>
              <a:t>()</a:t>
            </a:r>
          </a:p>
        </p:txBody>
      </p:sp>
      <p:cxnSp>
        <p:nvCxnSpPr>
          <p:cNvPr id="14" name="Connector: Elbow 13">
            <a:extLst>
              <a:ext uri="{FF2B5EF4-FFF2-40B4-BE49-F238E27FC236}">
                <a16:creationId xmlns:a16="http://schemas.microsoft.com/office/drawing/2014/main" id="{AB33D7E5-EEE9-B0D1-1A26-B4FA8AA28F9A}"/>
              </a:ext>
            </a:extLst>
          </p:cNvPr>
          <p:cNvCxnSpPr>
            <a:cxnSpLocks/>
            <a:stCxn id="13" idx="2"/>
            <a:endCxn id="18" idx="0"/>
          </p:cNvCxnSpPr>
          <p:nvPr/>
        </p:nvCxnSpPr>
        <p:spPr>
          <a:xfrm rot="16200000" flipH="1">
            <a:off x="3688795" y="4356489"/>
            <a:ext cx="608400" cy="4"/>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8" name="Rectangle 17">
            <a:extLst>
              <a:ext uri="{FF2B5EF4-FFF2-40B4-BE49-F238E27FC236}">
                <a16:creationId xmlns:a16="http://schemas.microsoft.com/office/drawing/2014/main" id="{26FEFE64-896D-EC3E-CE3A-E1DDC85E8333}"/>
              </a:ext>
            </a:extLst>
          </p:cNvPr>
          <p:cNvSpPr/>
          <p:nvPr/>
        </p:nvSpPr>
        <p:spPr>
          <a:xfrm>
            <a:off x="969368" y="4660691"/>
            <a:ext cx="6047258" cy="2803431"/>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Declare String name</a:t>
            </a:r>
          </a:p>
          <a:p>
            <a:pPr defTabSz="825500"/>
            <a:r>
              <a:rPr lang="en-US" sz="3200" dirty="0">
                <a:solidFill>
                  <a:schemeClr val="tx1">
                    <a:lumMod val="50000"/>
                  </a:schemeClr>
                </a:solidFill>
                <a:latin typeface="+mj-lt"/>
                <a:sym typeface="Helvetica Neue Medium"/>
              </a:rPr>
              <a:t>Declare String subject</a:t>
            </a:r>
          </a:p>
          <a:p>
            <a:pPr defTabSz="825500"/>
            <a:r>
              <a:rPr lang="en-US" sz="3200" dirty="0">
                <a:solidFill>
                  <a:schemeClr val="tx1">
                    <a:lumMod val="50000"/>
                  </a:schemeClr>
                </a:solidFill>
                <a:latin typeface="+mj-lt"/>
                <a:sym typeface="Helvetica Neue Medium"/>
              </a:rPr>
              <a:t>Declare Integer score</a:t>
            </a:r>
          </a:p>
          <a:p>
            <a:pPr defTabSz="825500"/>
            <a:r>
              <a:rPr lang="en-US" sz="3200" dirty="0">
                <a:solidFill>
                  <a:schemeClr val="tx1">
                    <a:lumMod val="50000"/>
                  </a:schemeClr>
                </a:solidFill>
                <a:latin typeface="+mj-lt"/>
                <a:sym typeface="Helvetica Neue Medium"/>
              </a:rPr>
              <a:t>Declare </a:t>
            </a:r>
            <a:r>
              <a:rPr lang="en-US" sz="3200" dirty="0" err="1">
                <a:solidFill>
                  <a:schemeClr val="tx1">
                    <a:lumMod val="50000"/>
                  </a:schemeClr>
                </a:solidFill>
                <a:latin typeface="+mj-lt"/>
                <a:sym typeface="Helvetica Neue Medium"/>
              </a:rPr>
              <a:t>InputFile</a:t>
            </a:r>
            <a:r>
              <a:rPr lang="en-US" sz="3200" dirty="0">
                <a:solidFill>
                  <a:schemeClr val="tx1">
                    <a:lumMod val="50000"/>
                  </a:schemeClr>
                </a:solidFill>
                <a:latin typeface="+mj-lt"/>
                <a:sym typeface="Helvetica Neue Medium"/>
              </a:rPr>
              <a:t> </a:t>
            </a:r>
            <a:r>
              <a:rPr lang="en-US" sz="3200" dirty="0" err="1">
                <a:solidFill>
                  <a:schemeClr val="tx1">
                    <a:lumMod val="50000"/>
                  </a:schemeClr>
                </a:solidFill>
                <a:latin typeface="+mj-lt"/>
                <a:sym typeface="Helvetica Neue Medium"/>
              </a:rPr>
              <a:t>dataFile</a:t>
            </a:r>
            <a:endParaRPr lang="en-US" sz="3200" dirty="0">
              <a:solidFill>
                <a:schemeClr val="tx1">
                  <a:lumMod val="50000"/>
                </a:schemeClr>
              </a:solidFill>
              <a:latin typeface="+mj-lt"/>
              <a:sym typeface="Helvetica Neue Medium"/>
            </a:endParaRPr>
          </a:p>
          <a:p>
            <a:pPr defTabSz="825500"/>
            <a:r>
              <a:rPr lang="en-US" sz="3200" dirty="0">
                <a:solidFill>
                  <a:schemeClr val="tx1">
                    <a:lumMod val="50000"/>
                  </a:schemeClr>
                </a:solidFill>
                <a:latin typeface="+mj-lt"/>
                <a:sym typeface="Helvetica Neue Medium"/>
              </a:rPr>
              <a:t>Declare String </a:t>
            </a:r>
            <a:r>
              <a:rPr lang="en-US" sz="3200" dirty="0" err="1">
                <a:solidFill>
                  <a:schemeClr val="tx1">
                    <a:lumMod val="50000"/>
                  </a:schemeClr>
                </a:solidFill>
                <a:latin typeface="+mj-lt"/>
                <a:sym typeface="Helvetica Neue Medium"/>
              </a:rPr>
              <a:t>nameFilter</a:t>
            </a:r>
            <a:endParaRPr lang="en-US" sz="3200" dirty="0">
              <a:solidFill>
                <a:schemeClr val="tx1">
                  <a:lumMod val="50000"/>
                </a:schemeClr>
              </a:solidFill>
              <a:latin typeface="+mj-lt"/>
              <a:sym typeface="Helvetica Neue Medium"/>
            </a:endParaRPr>
          </a:p>
        </p:txBody>
      </p:sp>
      <p:sp>
        <p:nvSpPr>
          <p:cNvPr id="34" name="Flowchart: Connector 33">
            <a:extLst>
              <a:ext uri="{FF2B5EF4-FFF2-40B4-BE49-F238E27FC236}">
                <a16:creationId xmlns:a16="http://schemas.microsoft.com/office/drawing/2014/main" id="{66CC1CB9-3467-0E8C-CE79-7AABDD4B3B09}"/>
              </a:ext>
            </a:extLst>
          </p:cNvPr>
          <p:cNvSpPr/>
          <p:nvPr/>
        </p:nvSpPr>
        <p:spPr>
          <a:xfrm>
            <a:off x="10929608" y="2785427"/>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cxnSp>
        <p:nvCxnSpPr>
          <p:cNvPr id="41" name="Connector: Elbow 40">
            <a:extLst>
              <a:ext uri="{FF2B5EF4-FFF2-40B4-BE49-F238E27FC236}">
                <a16:creationId xmlns:a16="http://schemas.microsoft.com/office/drawing/2014/main" id="{A58E3D95-9ECB-9B81-E038-8F9D017C4033}"/>
              </a:ext>
            </a:extLst>
          </p:cNvPr>
          <p:cNvCxnSpPr>
            <a:cxnSpLocks/>
            <a:stCxn id="34" idx="4"/>
            <a:endCxn id="68" idx="0"/>
          </p:cNvCxnSpPr>
          <p:nvPr/>
        </p:nvCxnSpPr>
        <p:spPr>
          <a:xfrm rot="5400000">
            <a:off x="11004925" y="4538510"/>
            <a:ext cx="1111758"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 name="Content Placeholder 3">
            <a:extLst>
              <a:ext uri="{FF2B5EF4-FFF2-40B4-BE49-F238E27FC236}">
                <a16:creationId xmlns:a16="http://schemas.microsoft.com/office/drawing/2014/main" id="{44B863BC-EE8F-3E5F-331D-A3AE6947F4CA}"/>
              </a:ext>
            </a:extLst>
          </p:cNvPr>
          <p:cNvSpPr txBox="1">
            <a:spLocks/>
          </p:cNvSpPr>
          <p:nvPr/>
        </p:nvSpPr>
        <p:spPr>
          <a:xfrm>
            <a:off x="384020" y="12786633"/>
            <a:ext cx="9769083" cy="900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lnSpc>
                <a:spcPct val="150000"/>
              </a:lnSpc>
              <a:buNone/>
            </a:pPr>
            <a:r>
              <a:rPr lang="en-US" sz="3200" dirty="0">
                <a:latin typeface="+mj-lt"/>
              </a:rPr>
              <a:t>It is assumed we can filter by student’s name</a:t>
            </a:r>
          </a:p>
        </p:txBody>
      </p:sp>
      <p:sp>
        <p:nvSpPr>
          <p:cNvPr id="15" name="Rectangle 14">
            <a:extLst>
              <a:ext uri="{FF2B5EF4-FFF2-40B4-BE49-F238E27FC236}">
                <a16:creationId xmlns:a16="http://schemas.microsoft.com/office/drawing/2014/main" id="{1FFC265D-50F1-DFEC-DB08-AC1174B3C711}"/>
              </a:ext>
            </a:extLst>
          </p:cNvPr>
          <p:cNvSpPr/>
          <p:nvPr/>
        </p:nvSpPr>
        <p:spPr>
          <a:xfrm>
            <a:off x="1109328" y="8200545"/>
            <a:ext cx="5767339" cy="80323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Open </a:t>
            </a:r>
            <a:r>
              <a:rPr lang="en-US" sz="3200" dirty="0" err="1">
                <a:solidFill>
                  <a:schemeClr val="tx1">
                    <a:lumMod val="50000"/>
                  </a:schemeClr>
                </a:solidFill>
                <a:latin typeface="+mj-lt"/>
                <a:sym typeface="Helvetica Neue Medium"/>
              </a:rPr>
              <a:t>dataFile</a:t>
            </a:r>
            <a:r>
              <a:rPr lang="en-US" sz="3200" dirty="0">
                <a:solidFill>
                  <a:schemeClr val="tx1">
                    <a:lumMod val="50000"/>
                  </a:schemeClr>
                </a:solidFill>
                <a:latin typeface="+mj-lt"/>
                <a:sym typeface="Helvetica Neue Medium"/>
              </a:rPr>
              <a:t> “scorelog.dat”</a:t>
            </a:r>
          </a:p>
        </p:txBody>
      </p:sp>
      <p:cxnSp>
        <p:nvCxnSpPr>
          <p:cNvPr id="16" name="Connector: Elbow 15">
            <a:extLst>
              <a:ext uri="{FF2B5EF4-FFF2-40B4-BE49-F238E27FC236}">
                <a16:creationId xmlns:a16="http://schemas.microsoft.com/office/drawing/2014/main" id="{BEA5CCC0-1842-C0E5-D340-D0A74C971F4A}"/>
              </a:ext>
            </a:extLst>
          </p:cNvPr>
          <p:cNvCxnSpPr>
            <a:cxnSpLocks/>
            <a:stCxn id="18" idx="2"/>
            <a:endCxn id="15" idx="0"/>
          </p:cNvCxnSpPr>
          <p:nvPr/>
        </p:nvCxnSpPr>
        <p:spPr>
          <a:xfrm rot="16200000" flipH="1">
            <a:off x="3624786" y="7832332"/>
            <a:ext cx="736423"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3" name="Flowchart: Connector 22">
            <a:extLst>
              <a:ext uri="{FF2B5EF4-FFF2-40B4-BE49-F238E27FC236}">
                <a16:creationId xmlns:a16="http://schemas.microsoft.com/office/drawing/2014/main" id="{44259F21-9B0C-F00C-53F7-872153883070}"/>
              </a:ext>
            </a:extLst>
          </p:cNvPr>
          <p:cNvSpPr/>
          <p:nvPr/>
        </p:nvSpPr>
        <p:spPr>
          <a:xfrm>
            <a:off x="6824836" y="11322389"/>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cxnSp>
        <p:nvCxnSpPr>
          <p:cNvPr id="24" name="Connector: Elbow 23">
            <a:extLst>
              <a:ext uri="{FF2B5EF4-FFF2-40B4-BE49-F238E27FC236}">
                <a16:creationId xmlns:a16="http://schemas.microsoft.com/office/drawing/2014/main" id="{4498C30C-7DD0-2B8C-8203-24A113FA74F3}"/>
              </a:ext>
            </a:extLst>
          </p:cNvPr>
          <p:cNvCxnSpPr>
            <a:cxnSpLocks/>
            <a:stCxn id="38" idx="2"/>
            <a:endCxn id="23" idx="2"/>
          </p:cNvCxnSpPr>
          <p:nvPr/>
        </p:nvCxnSpPr>
        <p:spPr>
          <a:xfrm>
            <a:off x="5796959" y="11920991"/>
            <a:ext cx="1027877"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88" name="Connector: Elbow 87">
            <a:extLst>
              <a:ext uri="{FF2B5EF4-FFF2-40B4-BE49-F238E27FC236}">
                <a16:creationId xmlns:a16="http://schemas.microsoft.com/office/drawing/2014/main" id="{C51569C7-F0F7-C197-C22F-F0C2293118ED}"/>
              </a:ext>
            </a:extLst>
          </p:cNvPr>
          <p:cNvCxnSpPr>
            <a:cxnSpLocks/>
            <a:stCxn id="68" idx="2"/>
            <a:endCxn id="121" idx="0"/>
          </p:cNvCxnSpPr>
          <p:nvPr/>
        </p:nvCxnSpPr>
        <p:spPr>
          <a:xfrm rot="5400000">
            <a:off x="10820398" y="8159846"/>
            <a:ext cx="1480813" cy="1270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12" name="Rectangle 111">
            <a:extLst>
              <a:ext uri="{FF2B5EF4-FFF2-40B4-BE49-F238E27FC236}">
                <a16:creationId xmlns:a16="http://schemas.microsoft.com/office/drawing/2014/main" id="{77F52290-FF64-E0FF-B1A5-E3EAAEEFBE11}"/>
              </a:ext>
            </a:extLst>
          </p:cNvPr>
          <p:cNvSpPr/>
          <p:nvPr/>
        </p:nvSpPr>
        <p:spPr>
          <a:xfrm>
            <a:off x="14959796" y="5855296"/>
            <a:ext cx="5315781" cy="80323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Read name, subject, score</a:t>
            </a:r>
          </a:p>
        </p:txBody>
      </p:sp>
      <p:sp>
        <p:nvSpPr>
          <p:cNvPr id="36" name="Parallelogram 35">
            <a:extLst>
              <a:ext uri="{FF2B5EF4-FFF2-40B4-BE49-F238E27FC236}">
                <a16:creationId xmlns:a16="http://schemas.microsoft.com/office/drawing/2014/main" id="{4B21CEF8-BA2B-18B3-4809-22664BF8AB2F}"/>
              </a:ext>
            </a:extLst>
          </p:cNvPr>
          <p:cNvSpPr/>
          <p:nvPr/>
        </p:nvSpPr>
        <p:spPr>
          <a:xfrm>
            <a:off x="456692" y="9837614"/>
            <a:ext cx="7072602" cy="803546"/>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91440" numCol="1" spcCol="38100" rtlCol="0" anchor="ctr">
            <a:noAutofit/>
          </a:bodyPr>
          <a:lstStyle/>
          <a:p>
            <a:pPr defTabSz="825500"/>
            <a:r>
              <a:rPr lang="en-US" sz="3200" dirty="0">
                <a:solidFill>
                  <a:schemeClr val="tx1">
                    <a:lumMod val="50000"/>
                  </a:schemeClr>
                </a:solidFill>
                <a:latin typeface="+mj-lt"/>
                <a:sym typeface="Helvetica Neue Medium"/>
              </a:rPr>
              <a:t>Display “Input student’s name: “</a:t>
            </a:r>
          </a:p>
        </p:txBody>
      </p:sp>
      <p:sp>
        <p:nvSpPr>
          <p:cNvPr id="38" name="Parallelogram 37">
            <a:extLst>
              <a:ext uri="{FF2B5EF4-FFF2-40B4-BE49-F238E27FC236}">
                <a16:creationId xmlns:a16="http://schemas.microsoft.com/office/drawing/2014/main" id="{D48860AD-D4DF-8C0E-CBF7-6815C9CF61E4}"/>
              </a:ext>
            </a:extLst>
          </p:cNvPr>
          <p:cNvSpPr/>
          <p:nvPr/>
        </p:nvSpPr>
        <p:spPr>
          <a:xfrm>
            <a:off x="2088596" y="11519218"/>
            <a:ext cx="3808806" cy="803546"/>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91440" numCol="1" spcCol="38100" rtlCol="0" anchor="ctr">
            <a:noAutofit/>
          </a:bodyPr>
          <a:lstStyle/>
          <a:p>
            <a:pPr defTabSz="825500"/>
            <a:r>
              <a:rPr lang="en-US" sz="3200" dirty="0">
                <a:solidFill>
                  <a:schemeClr val="tx1">
                    <a:lumMod val="50000"/>
                  </a:schemeClr>
                </a:solidFill>
                <a:latin typeface="+mj-lt"/>
                <a:sym typeface="Helvetica Neue Medium"/>
              </a:rPr>
              <a:t>Input </a:t>
            </a:r>
            <a:r>
              <a:rPr lang="en-US" sz="3200" dirty="0" err="1">
                <a:solidFill>
                  <a:schemeClr val="tx1">
                    <a:lumMod val="50000"/>
                  </a:schemeClr>
                </a:solidFill>
                <a:latin typeface="+mj-lt"/>
                <a:sym typeface="Helvetica Neue Medium"/>
              </a:rPr>
              <a:t>nameFilter</a:t>
            </a:r>
            <a:endParaRPr lang="en-US" sz="3200" dirty="0">
              <a:solidFill>
                <a:schemeClr val="tx1">
                  <a:lumMod val="50000"/>
                </a:schemeClr>
              </a:solidFill>
              <a:latin typeface="+mj-lt"/>
              <a:sym typeface="Helvetica Neue Medium"/>
            </a:endParaRPr>
          </a:p>
        </p:txBody>
      </p:sp>
      <p:cxnSp>
        <p:nvCxnSpPr>
          <p:cNvPr id="49" name="Connector: Elbow 48">
            <a:extLst>
              <a:ext uri="{FF2B5EF4-FFF2-40B4-BE49-F238E27FC236}">
                <a16:creationId xmlns:a16="http://schemas.microsoft.com/office/drawing/2014/main" id="{86C1FD31-1A36-2092-26BE-F19B03D0687C}"/>
              </a:ext>
            </a:extLst>
          </p:cNvPr>
          <p:cNvCxnSpPr>
            <a:cxnSpLocks/>
            <a:stCxn id="15" idx="2"/>
            <a:endCxn id="36" idx="0"/>
          </p:cNvCxnSpPr>
          <p:nvPr/>
        </p:nvCxnSpPr>
        <p:spPr>
          <a:xfrm rot="5400000">
            <a:off x="3576080" y="9420695"/>
            <a:ext cx="833833" cy="5"/>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3" name="Connector: Elbow 52">
            <a:extLst>
              <a:ext uri="{FF2B5EF4-FFF2-40B4-BE49-F238E27FC236}">
                <a16:creationId xmlns:a16="http://schemas.microsoft.com/office/drawing/2014/main" id="{5DCA86D5-4445-8DB5-6511-00CEFF3760CF}"/>
              </a:ext>
            </a:extLst>
          </p:cNvPr>
          <p:cNvCxnSpPr>
            <a:cxnSpLocks/>
            <a:stCxn id="36" idx="4"/>
            <a:endCxn id="38" idx="0"/>
          </p:cNvCxnSpPr>
          <p:nvPr/>
        </p:nvCxnSpPr>
        <p:spPr>
          <a:xfrm rot="16200000" flipH="1">
            <a:off x="3553967" y="11080186"/>
            <a:ext cx="878058" cy="6"/>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68" name="Flowchart: Decision 67">
            <a:extLst>
              <a:ext uri="{FF2B5EF4-FFF2-40B4-BE49-F238E27FC236}">
                <a16:creationId xmlns:a16="http://schemas.microsoft.com/office/drawing/2014/main" id="{B213AC4B-B7FE-71C6-CF2E-E2F7D565EBEC}"/>
              </a:ext>
            </a:extLst>
          </p:cNvPr>
          <p:cNvSpPr/>
          <p:nvPr/>
        </p:nvSpPr>
        <p:spPr>
          <a:xfrm>
            <a:off x="9492497" y="5094389"/>
            <a:ext cx="4136614" cy="2325051"/>
          </a:xfrm>
          <a:prstGeom prst="flowChartDecision">
            <a:avLst/>
          </a:prstGeom>
          <a:solidFill>
            <a:schemeClr val="lt1"/>
          </a:solidFill>
          <a:ln w="76200">
            <a:solidFill>
              <a:srgbClr val="FF0000"/>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0" numCol="1" spcCol="38100" rtlCol="0" anchor="ctr">
            <a:noAutofit/>
          </a:bodyPr>
          <a:lstStyle/>
          <a:p>
            <a:pPr defTabSz="825500"/>
            <a:r>
              <a:rPr lang="en-US" sz="3200" dirty="0">
                <a:solidFill>
                  <a:schemeClr val="tx1">
                    <a:lumMod val="50000"/>
                  </a:schemeClr>
                </a:solidFill>
                <a:latin typeface="+mj-lt"/>
                <a:sym typeface="Helvetica Neue Medium"/>
              </a:rPr>
              <a:t>NOT </a:t>
            </a:r>
            <a:r>
              <a:rPr lang="en-US" sz="3200" dirty="0" err="1">
                <a:solidFill>
                  <a:schemeClr val="tx1">
                    <a:lumMod val="50000"/>
                  </a:schemeClr>
                </a:solidFill>
                <a:latin typeface="+mj-lt"/>
                <a:sym typeface="Helvetica Neue Medium"/>
              </a:rPr>
              <a:t>eof</a:t>
            </a:r>
            <a:r>
              <a:rPr lang="en-US" sz="3200" dirty="0">
                <a:solidFill>
                  <a:schemeClr val="tx1">
                    <a:lumMod val="50000"/>
                  </a:schemeClr>
                </a:solidFill>
                <a:latin typeface="+mj-lt"/>
                <a:sym typeface="Helvetica Neue Medium"/>
              </a:rPr>
              <a:t>(datafile)</a:t>
            </a:r>
          </a:p>
        </p:txBody>
      </p:sp>
      <p:cxnSp>
        <p:nvCxnSpPr>
          <p:cNvPr id="76" name="Connector: Elbow 75">
            <a:extLst>
              <a:ext uri="{FF2B5EF4-FFF2-40B4-BE49-F238E27FC236}">
                <a16:creationId xmlns:a16="http://schemas.microsoft.com/office/drawing/2014/main" id="{0F883569-6B6A-D2BF-38C2-300B937C1FA3}"/>
              </a:ext>
            </a:extLst>
          </p:cNvPr>
          <p:cNvCxnSpPr>
            <a:cxnSpLocks/>
            <a:stCxn id="68" idx="3"/>
            <a:endCxn id="112" idx="1"/>
          </p:cNvCxnSpPr>
          <p:nvPr/>
        </p:nvCxnSpPr>
        <p:spPr>
          <a:xfrm flipV="1">
            <a:off x="13629111" y="6256914"/>
            <a:ext cx="1330685"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86" name="Connector: Elbow 85">
            <a:extLst>
              <a:ext uri="{FF2B5EF4-FFF2-40B4-BE49-F238E27FC236}">
                <a16:creationId xmlns:a16="http://schemas.microsoft.com/office/drawing/2014/main" id="{698D50E0-7CDC-2F3B-20A3-0D40BC1660A5}"/>
              </a:ext>
            </a:extLst>
          </p:cNvPr>
          <p:cNvCxnSpPr>
            <a:cxnSpLocks/>
            <a:stCxn id="112" idx="2"/>
            <a:endCxn id="93" idx="0"/>
          </p:cNvCxnSpPr>
          <p:nvPr/>
        </p:nvCxnSpPr>
        <p:spPr>
          <a:xfrm rot="16200000" flipH="1">
            <a:off x="17137269" y="7138949"/>
            <a:ext cx="960837"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93" name="Flowchart: Decision 92">
            <a:extLst>
              <a:ext uri="{FF2B5EF4-FFF2-40B4-BE49-F238E27FC236}">
                <a16:creationId xmlns:a16="http://schemas.microsoft.com/office/drawing/2014/main" id="{A4C65288-D662-C973-5873-EFC040BCEFA0}"/>
              </a:ext>
            </a:extLst>
          </p:cNvPr>
          <p:cNvSpPr/>
          <p:nvPr/>
        </p:nvSpPr>
        <p:spPr>
          <a:xfrm>
            <a:off x="15549381" y="7619369"/>
            <a:ext cx="4136614" cy="2743272"/>
          </a:xfrm>
          <a:prstGeom prst="flowChartDecision">
            <a:avLst/>
          </a:prstGeom>
          <a:solidFill>
            <a:schemeClr val="lt1"/>
          </a:solidFill>
          <a:ln w="76200">
            <a:solidFill>
              <a:srgbClr val="FF0000"/>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274320" numCol="1" spcCol="38100" rtlCol="0" anchor="ctr">
            <a:noAutofit/>
          </a:bodyPr>
          <a:lstStyle/>
          <a:p>
            <a:pPr defTabSz="825500"/>
            <a:r>
              <a:rPr lang="en-US" sz="3200" dirty="0">
                <a:solidFill>
                  <a:schemeClr val="tx1">
                    <a:lumMod val="50000"/>
                  </a:schemeClr>
                </a:solidFill>
                <a:latin typeface="+mj-lt"/>
                <a:sym typeface="Helvetica Neue Medium"/>
              </a:rPr>
              <a:t>name</a:t>
            </a:r>
          </a:p>
          <a:p>
            <a:pPr defTabSz="825500"/>
            <a:r>
              <a:rPr lang="en-US" sz="3200" dirty="0">
                <a:solidFill>
                  <a:schemeClr val="tx1">
                    <a:lumMod val="50000"/>
                  </a:schemeClr>
                </a:solidFill>
                <a:latin typeface="+mj-lt"/>
                <a:sym typeface="Helvetica Neue Medium"/>
              </a:rPr>
              <a:t>==</a:t>
            </a:r>
          </a:p>
          <a:p>
            <a:pPr defTabSz="825500"/>
            <a:r>
              <a:rPr lang="en-US" sz="3200" dirty="0" err="1">
                <a:solidFill>
                  <a:schemeClr val="tx1">
                    <a:lumMod val="50000"/>
                  </a:schemeClr>
                </a:solidFill>
                <a:latin typeface="+mj-lt"/>
                <a:sym typeface="Helvetica Neue Medium"/>
              </a:rPr>
              <a:t>nameFilter</a:t>
            </a:r>
            <a:endParaRPr lang="en-US" sz="3200" dirty="0">
              <a:solidFill>
                <a:schemeClr val="tx1">
                  <a:lumMod val="50000"/>
                </a:schemeClr>
              </a:solidFill>
              <a:latin typeface="+mj-lt"/>
              <a:sym typeface="Helvetica Neue Medium"/>
            </a:endParaRPr>
          </a:p>
        </p:txBody>
      </p:sp>
      <p:cxnSp>
        <p:nvCxnSpPr>
          <p:cNvPr id="99" name="Connector: Elbow 98">
            <a:extLst>
              <a:ext uri="{FF2B5EF4-FFF2-40B4-BE49-F238E27FC236}">
                <a16:creationId xmlns:a16="http://schemas.microsoft.com/office/drawing/2014/main" id="{530AE043-6E0F-317C-3126-6FEE66C009C5}"/>
              </a:ext>
            </a:extLst>
          </p:cNvPr>
          <p:cNvCxnSpPr>
            <a:cxnSpLocks/>
            <a:stCxn id="93" idx="3"/>
          </p:cNvCxnSpPr>
          <p:nvPr/>
        </p:nvCxnSpPr>
        <p:spPr>
          <a:xfrm flipH="1" flipV="1">
            <a:off x="11567154" y="4356491"/>
            <a:ext cx="8118841" cy="4634514"/>
          </a:xfrm>
          <a:prstGeom prst="bentConnector3">
            <a:avLst>
              <a:gd name="adj1" fmla="val -4153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09" name="Parallelogram 108">
            <a:extLst>
              <a:ext uri="{FF2B5EF4-FFF2-40B4-BE49-F238E27FC236}">
                <a16:creationId xmlns:a16="http://schemas.microsoft.com/office/drawing/2014/main" id="{069363E2-93E3-B23F-D12E-DBC209AB3172}"/>
              </a:ext>
            </a:extLst>
          </p:cNvPr>
          <p:cNvSpPr/>
          <p:nvPr/>
        </p:nvSpPr>
        <p:spPr>
          <a:xfrm>
            <a:off x="14081385" y="11154586"/>
            <a:ext cx="7072602" cy="1330976"/>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0" tIns="0" rIns="0" bIns="91440" numCol="1" spcCol="38100" rtlCol="0" anchor="ctr">
            <a:noAutofit/>
          </a:bodyPr>
          <a:lstStyle/>
          <a:p>
            <a:pPr defTabSz="825500"/>
            <a:r>
              <a:rPr lang="en-US" sz="3200" dirty="0">
                <a:solidFill>
                  <a:schemeClr val="tx1">
                    <a:lumMod val="50000"/>
                  </a:schemeClr>
                </a:solidFill>
                <a:latin typeface="+mj-lt"/>
                <a:sym typeface="Helvetica Neue Medium"/>
              </a:rPr>
              <a:t>Display “Subject: “, subject,</a:t>
            </a:r>
          </a:p>
          <a:p>
            <a:pPr defTabSz="825500"/>
            <a:r>
              <a:rPr lang="en-US" sz="3200" dirty="0">
                <a:solidFill>
                  <a:schemeClr val="tx1">
                    <a:lumMod val="50000"/>
                  </a:schemeClr>
                </a:solidFill>
                <a:latin typeface="+mj-lt"/>
                <a:sym typeface="Helvetica Neue Medium"/>
              </a:rPr>
              <a:t>“; Score: “, score</a:t>
            </a:r>
          </a:p>
        </p:txBody>
      </p:sp>
      <p:cxnSp>
        <p:nvCxnSpPr>
          <p:cNvPr id="110" name="Connector: Elbow 109">
            <a:extLst>
              <a:ext uri="{FF2B5EF4-FFF2-40B4-BE49-F238E27FC236}">
                <a16:creationId xmlns:a16="http://schemas.microsoft.com/office/drawing/2014/main" id="{AF0D08E4-A20E-397A-AC87-17FDF7B1C820}"/>
              </a:ext>
            </a:extLst>
          </p:cNvPr>
          <p:cNvCxnSpPr>
            <a:cxnSpLocks/>
            <a:stCxn id="93" idx="2"/>
          </p:cNvCxnSpPr>
          <p:nvPr/>
        </p:nvCxnSpPr>
        <p:spPr>
          <a:xfrm rot="5400000">
            <a:off x="17221716" y="10758613"/>
            <a:ext cx="791945"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15" name="Connector: Elbow 114">
            <a:extLst>
              <a:ext uri="{FF2B5EF4-FFF2-40B4-BE49-F238E27FC236}">
                <a16:creationId xmlns:a16="http://schemas.microsoft.com/office/drawing/2014/main" id="{788EF1A9-7378-DB88-4A3D-F438B78A675E}"/>
              </a:ext>
            </a:extLst>
          </p:cNvPr>
          <p:cNvCxnSpPr>
            <a:cxnSpLocks/>
            <a:stCxn id="109" idx="2"/>
          </p:cNvCxnSpPr>
          <p:nvPr/>
        </p:nvCxnSpPr>
        <p:spPr>
          <a:xfrm flipH="1" flipV="1">
            <a:off x="11567154" y="4356491"/>
            <a:ext cx="9420461" cy="7463583"/>
          </a:xfrm>
          <a:prstGeom prst="bentConnector3">
            <a:avLst>
              <a:gd name="adj1" fmla="val -21988"/>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21" name="Rectangle 120">
            <a:extLst>
              <a:ext uri="{FF2B5EF4-FFF2-40B4-BE49-F238E27FC236}">
                <a16:creationId xmlns:a16="http://schemas.microsoft.com/office/drawing/2014/main" id="{1F5B9C95-5CC1-7AFE-C267-2CC0EB458F1D}"/>
              </a:ext>
            </a:extLst>
          </p:cNvPr>
          <p:cNvSpPr/>
          <p:nvPr/>
        </p:nvSpPr>
        <p:spPr>
          <a:xfrm>
            <a:off x="8902913" y="8900253"/>
            <a:ext cx="5315781" cy="803236"/>
          </a:xfrm>
          <a:prstGeom prst="rect">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Close </a:t>
            </a:r>
            <a:r>
              <a:rPr lang="en-US" sz="3200" dirty="0" err="1">
                <a:solidFill>
                  <a:schemeClr val="tx1">
                    <a:lumMod val="50000"/>
                  </a:schemeClr>
                </a:solidFill>
                <a:latin typeface="+mj-lt"/>
                <a:sym typeface="Helvetica Neue Medium"/>
              </a:rPr>
              <a:t>dataFile</a:t>
            </a:r>
            <a:endParaRPr lang="en-US" sz="3200" dirty="0">
              <a:solidFill>
                <a:schemeClr val="tx1">
                  <a:lumMod val="50000"/>
                </a:schemeClr>
              </a:solidFill>
              <a:latin typeface="+mj-lt"/>
              <a:sym typeface="Helvetica Neue Medium"/>
            </a:endParaRPr>
          </a:p>
        </p:txBody>
      </p:sp>
      <p:cxnSp>
        <p:nvCxnSpPr>
          <p:cNvPr id="125" name="Connector: Elbow 124">
            <a:extLst>
              <a:ext uri="{FF2B5EF4-FFF2-40B4-BE49-F238E27FC236}">
                <a16:creationId xmlns:a16="http://schemas.microsoft.com/office/drawing/2014/main" id="{3221AD38-E2FB-64E4-A455-3CFB195EFD12}"/>
              </a:ext>
            </a:extLst>
          </p:cNvPr>
          <p:cNvCxnSpPr>
            <a:cxnSpLocks/>
            <a:stCxn id="121" idx="2"/>
            <a:endCxn id="11" idx="0"/>
          </p:cNvCxnSpPr>
          <p:nvPr/>
        </p:nvCxnSpPr>
        <p:spPr>
          <a:xfrm rot="5400000">
            <a:off x="11173465" y="10084478"/>
            <a:ext cx="768329"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31" name="Content Placeholder 4">
            <a:extLst>
              <a:ext uri="{FF2B5EF4-FFF2-40B4-BE49-F238E27FC236}">
                <a16:creationId xmlns:a16="http://schemas.microsoft.com/office/drawing/2014/main" id="{D7378D7E-4237-1A1E-C64B-B553C348C970}"/>
              </a:ext>
            </a:extLst>
          </p:cNvPr>
          <p:cNvSpPr txBox="1">
            <a:spLocks/>
          </p:cNvSpPr>
          <p:nvPr/>
        </p:nvSpPr>
        <p:spPr>
          <a:xfrm>
            <a:off x="13261856" y="5716839"/>
            <a:ext cx="1321224" cy="540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True</a:t>
            </a:r>
          </a:p>
        </p:txBody>
      </p:sp>
      <p:sp>
        <p:nvSpPr>
          <p:cNvPr id="133" name="Content Placeholder 4">
            <a:extLst>
              <a:ext uri="{FF2B5EF4-FFF2-40B4-BE49-F238E27FC236}">
                <a16:creationId xmlns:a16="http://schemas.microsoft.com/office/drawing/2014/main" id="{070D9A2D-F2CA-BDE0-7873-BD271C53B0FB}"/>
              </a:ext>
            </a:extLst>
          </p:cNvPr>
          <p:cNvSpPr txBox="1">
            <a:spLocks/>
          </p:cNvSpPr>
          <p:nvPr/>
        </p:nvSpPr>
        <p:spPr>
          <a:xfrm>
            <a:off x="17417154" y="10313769"/>
            <a:ext cx="1321224" cy="540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True</a:t>
            </a:r>
          </a:p>
        </p:txBody>
      </p:sp>
      <p:sp>
        <p:nvSpPr>
          <p:cNvPr id="135" name="Content Placeholder 4">
            <a:extLst>
              <a:ext uri="{FF2B5EF4-FFF2-40B4-BE49-F238E27FC236}">
                <a16:creationId xmlns:a16="http://schemas.microsoft.com/office/drawing/2014/main" id="{6692AB63-0598-E795-6D7C-006F0BFCB114}"/>
              </a:ext>
            </a:extLst>
          </p:cNvPr>
          <p:cNvSpPr txBox="1">
            <a:spLocks/>
          </p:cNvSpPr>
          <p:nvPr/>
        </p:nvSpPr>
        <p:spPr>
          <a:xfrm>
            <a:off x="11495623" y="7710576"/>
            <a:ext cx="1321224" cy="540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False</a:t>
            </a:r>
          </a:p>
        </p:txBody>
      </p:sp>
      <p:sp>
        <p:nvSpPr>
          <p:cNvPr id="138" name="Content Placeholder 4">
            <a:extLst>
              <a:ext uri="{FF2B5EF4-FFF2-40B4-BE49-F238E27FC236}">
                <a16:creationId xmlns:a16="http://schemas.microsoft.com/office/drawing/2014/main" id="{23E06872-4B98-344C-1137-B13F189C5F5F}"/>
              </a:ext>
            </a:extLst>
          </p:cNvPr>
          <p:cNvSpPr txBox="1">
            <a:spLocks/>
          </p:cNvSpPr>
          <p:nvPr/>
        </p:nvSpPr>
        <p:spPr>
          <a:xfrm>
            <a:off x="19614965" y="8477537"/>
            <a:ext cx="1321224" cy="540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400" dirty="0">
                <a:latin typeface="+mj-lt"/>
              </a:rPr>
              <a:t>False</a:t>
            </a:r>
          </a:p>
        </p:txBody>
      </p:sp>
    </p:spTree>
    <p:extLst>
      <p:ext uri="{BB962C8B-B14F-4D97-AF65-F5344CB8AC3E}">
        <p14:creationId xmlns:p14="http://schemas.microsoft.com/office/powerpoint/2010/main" val="2463001512"/>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34BB0AB-02B9-5404-3872-B4EA6DAD8E7A}"/>
              </a:ext>
            </a:extLst>
          </p:cNvPr>
          <p:cNvSpPr/>
          <p:nvPr/>
        </p:nvSpPr>
        <p:spPr>
          <a:xfrm>
            <a:off x="0" y="2382339"/>
            <a:ext cx="24384000" cy="11589570"/>
          </a:xfrm>
          <a:prstGeom prst="rect">
            <a:avLst/>
          </a:prstGeom>
          <a:solidFill>
            <a:srgbClr val="254FA1">
              <a:alpha val="65098"/>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50EA6916-B5F5-FC1A-1197-BAF5E09050E3}"/>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B5EB8961-A3D1-0343-0DE8-281D723F8A13}"/>
              </a:ext>
            </a:extLst>
          </p:cNvPr>
          <p:cNvSpPr>
            <a:spLocks noGrp="1"/>
          </p:cNvSpPr>
          <p:nvPr>
            <p:ph type="body" sz="quarter" idx="10"/>
          </p:nvPr>
        </p:nvSpPr>
        <p:spPr>
          <a:xfrm>
            <a:off x="2167377" y="2419728"/>
            <a:ext cx="15834873" cy="803546"/>
          </a:xfrm>
        </p:spPr>
        <p:txBody>
          <a:bodyPr>
            <a:normAutofit/>
          </a:bodyPr>
          <a:lstStyle/>
          <a:p>
            <a:endParaRPr lang="en-US" dirty="0"/>
          </a:p>
        </p:txBody>
      </p:sp>
      <p:sp>
        <p:nvSpPr>
          <p:cNvPr id="5" name="Content Placeholder 4">
            <a:extLst>
              <a:ext uri="{FF2B5EF4-FFF2-40B4-BE49-F238E27FC236}">
                <a16:creationId xmlns:a16="http://schemas.microsoft.com/office/drawing/2014/main" id="{E4ED7186-4F63-AC1F-8824-BD1A17C1000E}"/>
              </a:ext>
            </a:extLst>
          </p:cNvPr>
          <p:cNvSpPr>
            <a:spLocks noGrp="1"/>
          </p:cNvSpPr>
          <p:nvPr>
            <p:ph sz="quarter" idx="11"/>
          </p:nvPr>
        </p:nvSpPr>
        <p:spPr>
          <a:xfrm>
            <a:off x="2167376" y="4442614"/>
            <a:ext cx="21050433" cy="7401328"/>
          </a:xfrm>
        </p:spPr>
        <p:txBody>
          <a:bodyPr>
            <a:normAutofit/>
          </a:bodyPr>
          <a:lstStyle/>
          <a:p>
            <a:pPr marL="0" indent="0" algn="just">
              <a:lnSpc>
                <a:spcPct val="150000"/>
              </a:lnSpc>
              <a:buSzPct val="100000"/>
              <a:buNone/>
            </a:pPr>
            <a:r>
              <a:rPr lang="en-US" sz="3200" dirty="0">
                <a:latin typeface="+mj-lt"/>
              </a:rPr>
              <a:t>Try to finish the submenu “</a:t>
            </a:r>
            <a:r>
              <a:rPr lang="en-US" sz="3200" dirty="0" err="1">
                <a:latin typeface="+mj-lt"/>
              </a:rPr>
              <a:t>avgSubject</a:t>
            </a:r>
            <a:r>
              <a:rPr lang="en-US" sz="3200" dirty="0">
                <a:latin typeface="+mj-lt"/>
              </a:rPr>
              <a:t>()”. The submenu will ask for the subject name, and you must calculate the average score of the inputted subject. You can assume the user input is always correct, so no user verification needed for this submenu.</a:t>
            </a:r>
          </a:p>
        </p:txBody>
      </p:sp>
    </p:spTree>
    <p:extLst>
      <p:ext uri="{BB962C8B-B14F-4D97-AF65-F5344CB8AC3E}">
        <p14:creationId xmlns:p14="http://schemas.microsoft.com/office/powerpoint/2010/main" val="135493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AAB16CA1-51E7-A2B5-E088-25A798D53995}"/>
              </a:ext>
            </a:extLst>
          </p:cNvPr>
          <p:cNvSpPr>
            <a:spLocks noGrp="1"/>
          </p:cNvSpPr>
          <p:nvPr>
            <p:ph type="title"/>
          </p:nvPr>
        </p:nvSpPr>
        <p:spPr/>
        <p:txBody>
          <a:bodyPr>
            <a:normAutofit fontScale="90000"/>
          </a:bodyPr>
          <a:lstStyle/>
          <a:p>
            <a:r>
              <a:rPr lang="en-US" dirty="0"/>
              <a:t>References</a:t>
            </a:r>
          </a:p>
        </p:txBody>
      </p:sp>
      <p:sp>
        <p:nvSpPr>
          <p:cNvPr id="21" name="Text Placeholder 20">
            <a:extLst>
              <a:ext uri="{FF2B5EF4-FFF2-40B4-BE49-F238E27FC236}">
                <a16:creationId xmlns:a16="http://schemas.microsoft.com/office/drawing/2014/main" id="{2C37579D-1C39-4264-771B-A0DF48D09644}"/>
              </a:ext>
            </a:extLst>
          </p:cNvPr>
          <p:cNvSpPr>
            <a:spLocks noGrp="1"/>
          </p:cNvSpPr>
          <p:nvPr>
            <p:ph type="body" sz="quarter" idx="10"/>
          </p:nvPr>
        </p:nvSpPr>
        <p:spPr/>
        <p:txBody>
          <a:bodyPr/>
          <a:lstStyle/>
          <a:p>
            <a:endParaRPr lang="en-US"/>
          </a:p>
        </p:txBody>
      </p:sp>
      <p:sp>
        <p:nvSpPr>
          <p:cNvPr id="2" name="Content Placeholder 4">
            <a:extLst>
              <a:ext uri="{FF2B5EF4-FFF2-40B4-BE49-F238E27FC236}">
                <a16:creationId xmlns:a16="http://schemas.microsoft.com/office/drawing/2014/main" id="{ED335574-FBA6-3A84-F10C-7219B1E0A4C0}"/>
              </a:ext>
            </a:extLst>
          </p:cNvPr>
          <p:cNvSpPr txBox="1">
            <a:spLocks/>
          </p:cNvSpPr>
          <p:nvPr/>
        </p:nvSpPr>
        <p:spPr>
          <a:xfrm>
            <a:off x="2167377" y="4442614"/>
            <a:ext cx="20006824" cy="45222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nSpc>
                <a:spcPct val="150000"/>
              </a:lnSpc>
            </a:pPr>
            <a:r>
              <a:rPr lang="en-US" sz="3200" dirty="0">
                <a:solidFill>
                  <a:schemeClr val="tx1">
                    <a:lumMod val="50000"/>
                  </a:schemeClr>
                </a:solidFill>
                <a:latin typeface="+mj-lt"/>
              </a:rPr>
              <a:t>Gaddis, T. (2022). Starting Out with Programming Logic and Design 6th Edition.</a:t>
            </a:r>
            <a:br>
              <a:rPr lang="en-US" sz="3200" dirty="0">
                <a:solidFill>
                  <a:schemeClr val="tx1">
                    <a:lumMod val="50000"/>
                  </a:schemeClr>
                </a:solidFill>
                <a:latin typeface="+mj-lt"/>
              </a:rPr>
            </a:br>
            <a:r>
              <a:rPr lang="en-US" sz="3200" dirty="0">
                <a:solidFill>
                  <a:schemeClr val="tx1">
                    <a:lumMod val="50000"/>
                  </a:schemeClr>
                </a:solidFill>
                <a:latin typeface="+mj-lt"/>
              </a:rPr>
              <a:t>ISBN: 9780137602018 / 9780137602148 </a:t>
            </a:r>
          </a:p>
        </p:txBody>
      </p:sp>
    </p:spTree>
    <p:extLst>
      <p:ext uri="{BB962C8B-B14F-4D97-AF65-F5344CB8AC3E}">
        <p14:creationId xmlns:p14="http://schemas.microsoft.com/office/powerpoint/2010/main" val="733401865"/>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3D077BB-F08D-9DAA-C767-8628DE54DF28}"/>
              </a:ext>
            </a:extLst>
          </p:cNvPr>
          <p:cNvSpPr>
            <a:spLocks noGrp="1"/>
          </p:cNvSpPr>
          <p:nvPr>
            <p:ph type="body" sz="quarter" idx="1"/>
          </p:nvPr>
        </p:nvSpPr>
        <p:spPr/>
        <p:txBody>
          <a:bodyPr/>
          <a:lstStyle/>
          <a:p>
            <a:endParaRPr lang="en-US"/>
          </a:p>
        </p:txBody>
      </p:sp>
      <p:sp>
        <p:nvSpPr>
          <p:cNvPr id="5" name="Title 4">
            <a:extLst>
              <a:ext uri="{FF2B5EF4-FFF2-40B4-BE49-F238E27FC236}">
                <a16:creationId xmlns:a16="http://schemas.microsoft.com/office/drawing/2014/main" id="{1140456B-40FD-D3AA-48D4-4D8CA5B1DC5C}"/>
              </a:ext>
            </a:extLst>
          </p:cNvPr>
          <p:cNvSpPr>
            <a:spLocks noGrp="1"/>
          </p:cNvSpPr>
          <p:nvPr>
            <p:ph type="title"/>
          </p:nvPr>
        </p:nvSpPr>
        <p:spPr/>
        <p:txBody>
          <a:bodyPr/>
          <a:lstStyle/>
          <a:p>
            <a:r>
              <a:rPr lang="en-US" dirty="0"/>
              <a:t>Thank you</a:t>
            </a:r>
          </a:p>
        </p:txBody>
      </p:sp>
      <p:sp>
        <p:nvSpPr>
          <p:cNvPr id="7" name="Text Placeholder 6">
            <a:extLst>
              <a:ext uri="{FF2B5EF4-FFF2-40B4-BE49-F238E27FC236}">
                <a16:creationId xmlns:a16="http://schemas.microsoft.com/office/drawing/2014/main" id="{449B381B-80DB-C4F9-B7CC-F7FD40DC0393}"/>
              </a:ext>
            </a:extLst>
          </p:cNvPr>
          <p:cNvSpPr>
            <a:spLocks noGrp="1"/>
          </p:cNvSpPr>
          <p:nvPr>
            <p:ph type="body" sz="quarter" idx="10"/>
          </p:nvPr>
        </p:nvSpPr>
        <p:spPr/>
        <p:txBody>
          <a:bodyPr>
            <a:normAutofit lnSpcReduction="10000"/>
          </a:bodyPr>
          <a:lstStyle/>
          <a:p>
            <a:endParaRPr lang="en-US"/>
          </a:p>
        </p:txBody>
      </p:sp>
    </p:spTree>
    <p:extLst>
      <p:ext uri="{BB962C8B-B14F-4D97-AF65-F5344CB8AC3E}">
        <p14:creationId xmlns:p14="http://schemas.microsoft.com/office/powerpoint/2010/main" val="3680879326"/>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Template Online Resources 2023_Binus University_BHE Logo</Template>
  <TotalTime>992</TotalTime>
  <Words>2146</Words>
  <Application>Microsoft Office PowerPoint</Application>
  <PresentationFormat>Custom</PresentationFormat>
  <Paragraphs>282</Paragraphs>
  <Slides>35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Open Sans ExtraBold</vt:lpstr>
      <vt:lpstr>OCRB</vt:lpstr>
      <vt:lpstr>Helvetica Neue Medium</vt:lpstr>
      <vt:lpstr>Open Sans Light</vt:lpstr>
      <vt:lpstr>Arial</vt:lpstr>
      <vt:lpstr>Open Sans Semibold</vt:lpstr>
      <vt:lpstr>21_BasicWhite</vt:lpstr>
      <vt:lpstr>Files and Menu Driven Programming</vt:lpstr>
      <vt:lpstr>Learning Outcomes</vt:lpstr>
      <vt:lpstr>Outline</vt:lpstr>
      <vt:lpstr>Menu-Driven Program</vt:lpstr>
      <vt:lpstr>Menu-Driven Programming</vt:lpstr>
      <vt:lpstr>Menu-Driven Programming</vt:lpstr>
      <vt:lpstr>Menu-driven programming</vt:lpstr>
      <vt:lpstr>menu-driven programming</vt:lpstr>
      <vt:lpstr>File Concepts</vt:lpstr>
      <vt:lpstr>File Concepts</vt:lpstr>
      <vt:lpstr>File Concepts</vt:lpstr>
      <vt:lpstr>File Concepts</vt:lpstr>
      <vt:lpstr>File Concepts</vt:lpstr>
      <vt:lpstr>Accessing files</vt:lpstr>
      <vt:lpstr>WRITING INTO FILE</vt:lpstr>
      <vt:lpstr>Reading from file</vt:lpstr>
      <vt:lpstr>Reading from file</vt:lpstr>
      <vt:lpstr>Designing main &amp; sub-menus</vt:lpstr>
      <vt:lpstr>Designing menu-driven programming</vt:lpstr>
      <vt:lpstr>Designing menu-driven programming</vt:lpstr>
      <vt:lpstr>Designing menu-driven programming</vt:lpstr>
      <vt:lpstr>Designing menu-driven programming</vt:lpstr>
      <vt:lpstr>Designing menu-driven programming</vt:lpstr>
      <vt:lpstr>Linking menus to flowcharts</vt:lpstr>
      <vt:lpstr>Linking menus to flowcharts</vt:lpstr>
      <vt:lpstr>Linking menus to flowcharts</vt:lpstr>
      <vt:lpstr>Linking menus to flowcharts</vt:lpstr>
      <vt:lpstr>Linking menus to flowcharts</vt:lpstr>
      <vt:lpstr>Linking menus to flowcharts</vt:lpstr>
      <vt:lpstr>Linking menus to flowcharts</vt:lpstr>
      <vt:lpstr>Linking menus to flowcharts</vt:lpstr>
      <vt:lpstr>Linking menus to flowcharts</vt:lpstr>
      <vt:lpstr>Exercise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Katherina Anastasya Samosir</dc:creator>
  <cp:lastModifiedBy>Nicholaus Hendrik Jeremy</cp:lastModifiedBy>
  <cp:revision>2</cp:revision>
  <dcterms:created xsi:type="dcterms:W3CDTF">2025-04-16T03:14:16Z</dcterms:created>
  <dcterms:modified xsi:type="dcterms:W3CDTF">2026-06-23T09:33:46Z</dcterms:modified>
</cp:coreProperties>
</file>