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90" r:id="rId7"/>
    <p:sldId id="284" r:id="rId8"/>
    <p:sldId id="285" r:id="rId9"/>
    <p:sldId id="286" r:id="rId10"/>
    <p:sldId id="289" r:id="rId11"/>
    <p:sldId id="288" r:id="rId12"/>
    <p:sldId id="291" r:id="rId13"/>
    <p:sldId id="292" r:id="rId14"/>
    <p:sldId id="293" r:id="rId15"/>
    <p:sldId id="282" r:id="rId16"/>
    <p:sldId id="287" r:id="rId17"/>
    <p:sldId id="258" r:id="rId18"/>
  </p:sldIdLst>
  <p:sldSz cx="24384000" cy="13716000"/>
  <p:notesSz cx="6858000" cy="9144000"/>
  <p:embeddedFontLst>
    <p:embeddedFont>
      <p:font typeface="OCRB" panose="020B0609020202020204" pitchFamily="49" charset="0"/>
      <p:regular r:id="rId20"/>
    </p:embeddedFont>
    <p:embeddedFont>
      <p:font typeface="Open Sans ExtraBold" panose="020B0906030804020204" pitchFamily="34" charset="0"/>
      <p:bold r:id="rId21"/>
      <p:italic r:id="rId22"/>
      <p:boldItalic r:id="rId23"/>
    </p:embeddedFont>
    <p:embeddedFont>
      <p:font typeface="Open Sans Light" panose="020B0306030504020204" pitchFamily="34" charset="0"/>
      <p:regular r:id="rId24"/>
      <p:italic r:id="rId25"/>
    </p:embeddedFont>
    <p:embeddedFont>
      <p:font typeface="Open Sans Semibold" panose="020B0706030804020204" pitchFamily="34" charset="0"/>
      <p:regular r:id="rId26"/>
      <p:bold r:id="rId27"/>
      <p:italic r:id="rId28"/>
      <p:boldItalic r:id="rId2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FF24F7-10D4-4C91-8315-394DE49F4A1F}" v="17" dt="2025-07-23T14:56:38.87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054" autoAdjust="0"/>
  </p:normalViewPr>
  <p:slideViewPr>
    <p:cSldViewPr snapToGrid="0" snapToObjects="1">
      <p:cViewPr varScale="1">
        <p:scale>
          <a:sx n="24" d="100"/>
          <a:sy n="24" d="100"/>
        </p:scale>
        <p:origin x="1500" y="6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olitta Yesmaya" userId="4132fe74-a9e3-4df6-a260-6f1dbd02419b" providerId="ADAL" clId="{86FF24F7-10D4-4C91-8315-394DE49F4A1F}"/>
    <pc:docChg chg="undo custSel addSld modSld">
      <pc:chgData name="Violitta Yesmaya" userId="4132fe74-a9e3-4df6-a260-6f1dbd02419b" providerId="ADAL" clId="{86FF24F7-10D4-4C91-8315-394DE49F4A1F}" dt="2025-07-23T14:57:02.486" v="297" actId="5793"/>
      <pc:docMkLst>
        <pc:docMk/>
      </pc:docMkLst>
      <pc:sldChg chg="modSp mod">
        <pc:chgData name="Violitta Yesmaya" userId="4132fe74-a9e3-4df6-a260-6f1dbd02419b" providerId="ADAL" clId="{86FF24F7-10D4-4C91-8315-394DE49F4A1F}" dt="2025-07-19T14:35:24.531" v="40" actId="20577"/>
        <pc:sldMkLst>
          <pc:docMk/>
          <pc:sldMk cId="3807564589" sldId="256"/>
        </pc:sldMkLst>
        <pc:spChg chg="mod">
          <ac:chgData name="Violitta Yesmaya" userId="4132fe74-a9e3-4df6-a260-6f1dbd02419b" providerId="ADAL" clId="{86FF24F7-10D4-4C91-8315-394DE49F4A1F}" dt="2025-07-19T14:35:24.531" v="40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modSp mod">
        <pc:chgData name="Violitta Yesmaya" userId="4132fe74-a9e3-4df6-a260-6f1dbd02419b" providerId="ADAL" clId="{86FF24F7-10D4-4C91-8315-394DE49F4A1F}" dt="2025-07-19T14:36:36.934" v="47"/>
        <pc:sldMkLst>
          <pc:docMk/>
          <pc:sldMk cId="3143599287" sldId="257"/>
        </pc:sldMkLst>
        <pc:spChg chg="mod">
          <ac:chgData name="Violitta Yesmaya" userId="4132fe74-a9e3-4df6-a260-6f1dbd02419b" providerId="ADAL" clId="{86FF24F7-10D4-4C91-8315-394DE49F4A1F}" dt="2025-07-19T14:36:15.003" v="41"/>
          <ac:spMkLst>
            <pc:docMk/>
            <pc:sldMk cId="3143599287" sldId="257"/>
            <ac:spMk id="3" creationId="{7C205B0E-87F2-E762-B02B-C6B6CFB5B335}"/>
          </ac:spMkLst>
        </pc:spChg>
        <pc:spChg chg="mod">
          <ac:chgData name="Violitta Yesmaya" userId="4132fe74-a9e3-4df6-a260-6f1dbd02419b" providerId="ADAL" clId="{86FF24F7-10D4-4C91-8315-394DE49F4A1F}" dt="2025-07-19T14:36:19.594" v="45" actId="20577"/>
          <ac:spMkLst>
            <pc:docMk/>
            <pc:sldMk cId="3143599287" sldId="257"/>
            <ac:spMk id="4" creationId="{20F0D3B8-4DD9-A711-C84A-8522F93B3DC3}"/>
          </ac:spMkLst>
        </pc:spChg>
        <pc:spChg chg="mod">
          <ac:chgData name="Violitta Yesmaya" userId="4132fe74-a9e3-4df6-a260-6f1dbd02419b" providerId="ADAL" clId="{86FF24F7-10D4-4C91-8315-394DE49F4A1F}" dt="2025-07-19T14:36:36.934" v="47"/>
          <ac:spMkLst>
            <pc:docMk/>
            <pc:sldMk cId="3143599287" sldId="257"/>
            <ac:spMk id="9" creationId="{935ABD4D-F23C-C57D-1719-4C414392AA7F}"/>
          </ac:spMkLst>
        </pc:spChg>
        <pc:spChg chg="mod">
          <ac:chgData name="Violitta Yesmaya" userId="4132fe74-a9e3-4df6-a260-6f1dbd02419b" providerId="ADAL" clId="{86FF24F7-10D4-4C91-8315-394DE49F4A1F}" dt="2025-07-19T14:36:17.444" v="43" actId="20577"/>
          <ac:spMkLst>
            <pc:docMk/>
            <pc:sldMk cId="3143599287" sldId="257"/>
            <ac:spMk id="10" creationId="{F1F20FAD-6B01-1CBF-C6FC-A18BF72448EA}"/>
          </ac:spMkLst>
        </pc:spChg>
      </pc:sldChg>
      <pc:sldChg chg="modSp mod">
        <pc:chgData name="Violitta Yesmaya" userId="4132fe74-a9e3-4df6-a260-6f1dbd02419b" providerId="ADAL" clId="{86FF24F7-10D4-4C91-8315-394DE49F4A1F}" dt="2025-07-19T14:39:27.453" v="53" actId="33524"/>
        <pc:sldMkLst>
          <pc:docMk/>
          <pc:sldMk cId="4048184833" sldId="260"/>
        </pc:sldMkLst>
        <pc:spChg chg="mod">
          <ac:chgData name="Violitta Yesmaya" userId="4132fe74-a9e3-4df6-a260-6f1dbd02419b" providerId="ADAL" clId="{86FF24F7-10D4-4C91-8315-394DE49F4A1F}" dt="2025-07-19T14:39:27.453" v="53" actId="33524"/>
          <ac:spMkLst>
            <pc:docMk/>
            <pc:sldMk cId="4048184833" sldId="260"/>
            <ac:spMk id="15" creationId="{FA4DA8A9-1ACA-352A-8228-9C05B26AF6EE}"/>
          </ac:spMkLst>
        </pc:spChg>
      </pc:sldChg>
      <pc:sldChg chg="delSp modSp mod">
        <pc:chgData name="Violitta Yesmaya" userId="4132fe74-a9e3-4df6-a260-6f1dbd02419b" providerId="ADAL" clId="{86FF24F7-10D4-4C91-8315-394DE49F4A1F}" dt="2025-07-23T14:53:56.368" v="254" actId="6549"/>
        <pc:sldMkLst>
          <pc:docMk/>
          <pc:sldMk cId="871947304" sldId="261"/>
        </pc:sldMkLst>
        <pc:spChg chg="mod">
          <ac:chgData name="Violitta Yesmaya" userId="4132fe74-a9e3-4df6-a260-6f1dbd02419b" providerId="ADAL" clId="{86FF24F7-10D4-4C91-8315-394DE49F4A1F}" dt="2025-07-23T14:53:45.638" v="247"/>
          <ac:spMkLst>
            <pc:docMk/>
            <pc:sldMk cId="871947304" sldId="261"/>
            <ac:spMk id="2" creationId="{446E3529-DA16-A0AE-CE4B-972754315223}"/>
          </ac:spMkLst>
        </pc:spChg>
        <pc:spChg chg="mod">
          <ac:chgData name="Violitta Yesmaya" userId="4132fe74-a9e3-4df6-a260-6f1dbd02419b" providerId="ADAL" clId="{86FF24F7-10D4-4C91-8315-394DE49F4A1F}" dt="2025-07-23T14:53:56.368" v="254" actId="6549"/>
          <ac:spMkLst>
            <pc:docMk/>
            <pc:sldMk cId="871947304" sldId="261"/>
            <ac:spMk id="4" creationId="{C2022667-D565-A267-CD19-1349AB36337D}"/>
          </ac:spMkLst>
        </pc:spChg>
      </pc:sldChg>
      <pc:sldChg chg="modSp mod">
        <pc:chgData name="Violitta Yesmaya" userId="4132fe74-a9e3-4df6-a260-6f1dbd02419b" providerId="ADAL" clId="{86FF24F7-10D4-4C91-8315-394DE49F4A1F}" dt="2025-07-19T14:45:49.338" v="245" actId="6549"/>
        <pc:sldMkLst>
          <pc:docMk/>
          <pc:sldMk cId="4114041452" sldId="282"/>
        </pc:sldMkLst>
        <pc:spChg chg="mod">
          <ac:chgData name="Violitta Yesmaya" userId="4132fe74-a9e3-4df6-a260-6f1dbd02419b" providerId="ADAL" clId="{86FF24F7-10D4-4C91-8315-394DE49F4A1F}" dt="2025-07-19T14:45:49.338" v="245" actId="6549"/>
          <ac:spMkLst>
            <pc:docMk/>
            <pc:sldMk cId="4114041452" sldId="282"/>
            <ac:spMk id="7" creationId="{9E195835-EF7E-387E-F0EC-677FA85A5C75}"/>
          </ac:spMkLst>
        </pc:spChg>
      </pc:sldChg>
      <pc:sldChg chg="delSp modSp mod">
        <pc:chgData name="Violitta Yesmaya" userId="4132fe74-a9e3-4df6-a260-6f1dbd02419b" providerId="ADAL" clId="{86FF24F7-10D4-4C91-8315-394DE49F4A1F}" dt="2025-07-19T14:41:54.965" v="138" actId="27636"/>
        <pc:sldMkLst>
          <pc:docMk/>
          <pc:sldMk cId="3795143438" sldId="284"/>
        </pc:sldMkLst>
        <pc:spChg chg="mod">
          <ac:chgData name="Violitta Yesmaya" userId="4132fe74-a9e3-4df6-a260-6f1dbd02419b" providerId="ADAL" clId="{86FF24F7-10D4-4C91-8315-394DE49F4A1F}" dt="2025-07-19T14:41:22.097" v="120" actId="20577"/>
          <ac:spMkLst>
            <pc:docMk/>
            <pc:sldMk cId="3795143438" sldId="284"/>
            <ac:spMk id="2" creationId="{84AA53C8-7560-FD94-9612-4373AB25A100}"/>
          </ac:spMkLst>
        </pc:spChg>
        <pc:spChg chg="mod">
          <ac:chgData name="Violitta Yesmaya" userId="4132fe74-a9e3-4df6-a260-6f1dbd02419b" providerId="ADAL" clId="{86FF24F7-10D4-4C91-8315-394DE49F4A1F}" dt="2025-07-19T14:41:54.965" v="138" actId="27636"/>
          <ac:spMkLst>
            <pc:docMk/>
            <pc:sldMk cId="3795143438" sldId="284"/>
            <ac:spMk id="4" creationId="{62FBFC29-FDEA-12ED-95E2-BBBF545A53F4}"/>
          </ac:spMkLst>
        </pc:spChg>
      </pc:sldChg>
      <pc:sldChg chg="delSp modSp mod">
        <pc:chgData name="Violitta Yesmaya" userId="4132fe74-a9e3-4df6-a260-6f1dbd02419b" providerId="ADAL" clId="{86FF24F7-10D4-4C91-8315-394DE49F4A1F}" dt="2025-07-19T14:43:02.885" v="169" actId="6549"/>
        <pc:sldMkLst>
          <pc:docMk/>
          <pc:sldMk cId="1238527372" sldId="285"/>
        </pc:sldMkLst>
        <pc:spChg chg="mod">
          <ac:chgData name="Violitta Yesmaya" userId="4132fe74-a9e3-4df6-a260-6f1dbd02419b" providerId="ADAL" clId="{86FF24F7-10D4-4C91-8315-394DE49F4A1F}" dt="2025-07-19T14:43:02.885" v="169" actId="6549"/>
          <ac:spMkLst>
            <pc:docMk/>
            <pc:sldMk cId="1238527372" sldId="285"/>
            <ac:spMk id="4" creationId="{6B7F9BD4-F58B-6956-F7D1-6C59DAF293BB}"/>
          </ac:spMkLst>
        </pc:spChg>
      </pc:sldChg>
      <pc:sldChg chg="delSp modSp mod">
        <pc:chgData name="Violitta Yesmaya" userId="4132fe74-a9e3-4df6-a260-6f1dbd02419b" providerId="ADAL" clId="{86FF24F7-10D4-4C91-8315-394DE49F4A1F}" dt="2025-07-19T14:43:52.732" v="196" actId="27636"/>
        <pc:sldMkLst>
          <pc:docMk/>
          <pc:sldMk cId="1451375479" sldId="286"/>
        </pc:sldMkLst>
        <pc:spChg chg="mod">
          <ac:chgData name="Violitta Yesmaya" userId="4132fe74-a9e3-4df6-a260-6f1dbd02419b" providerId="ADAL" clId="{86FF24F7-10D4-4C91-8315-394DE49F4A1F}" dt="2025-07-19T14:43:20.483" v="176" actId="20577"/>
          <ac:spMkLst>
            <pc:docMk/>
            <pc:sldMk cId="1451375479" sldId="286"/>
            <ac:spMk id="2" creationId="{4E02DC01-6615-2F59-57C7-17E18C461636}"/>
          </ac:spMkLst>
        </pc:spChg>
        <pc:spChg chg="mod">
          <ac:chgData name="Violitta Yesmaya" userId="4132fe74-a9e3-4df6-a260-6f1dbd02419b" providerId="ADAL" clId="{86FF24F7-10D4-4C91-8315-394DE49F4A1F}" dt="2025-07-19T14:43:52.732" v="196" actId="27636"/>
          <ac:spMkLst>
            <pc:docMk/>
            <pc:sldMk cId="1451375479" sldId="286"/>
            <ac:spMk id="4" creationId="{C0E343B8-338B-B9FB-71B2-F569AED74FE3}"/>
          </ac:spMkLst>
        </pc:spChg>
      </pc:sldChg>
      <pc:sldChg chg="delSp modSp mod">
        <pc:chgData name="Violitta Yesmaya" userId="4132fe74-a9e3-4df6-a260-6f1dbd02419b" providerId="ADAL" clId="{86FF24F7-10D4-4C91-8315-394DE49F4A1F}" dt="2025-07-19T14:45:32.601" v="236" actId="1076"/>
        <pc:sldMkLst>
          <pc:docMk/>
          <pc:sldMk cId="2696268839" sldId="288"/>
        </pc:sldMkLst>
        <pc:spChg chg="mod">
          <ac:chgData name="Violitta Yesmaya" userId="4132fe74-a9e3-4df6-a260-6f1dbd02419b" providerId="ADAL" clId="{86FF24F7-10D4-4C91-8315-394DE49F4A1F}" dt="2025-07-19T14:45:14.106" v="225"/>
          <ac:spMkLst>
            <pc:docMk/>
            <pc:sldMk cId="2696268839" sldId="288"/>
            <ac:spMk id="2" creationId="{09374757-F181-7A5E-5A20-D36B75690AA5}"/>
          </ac:spMkLst>
        </pc:spChg>
        <pc:spChg chg="mod">
          <ac:chgData name="Violitta Yesmaya" userId="4132fe74-a9e3-4df6-a260-6f1dbd02419b" providerId="ADAL" clId="{86FF24F7-10D4-4C91-8315-394DE49F4A1F}" dt="2025-07-19T14:45:32.601" v="236" actId="1076"/>
          <ac:spMkLst>
            <pc:docMk/>
            <pc:sldMk cId="2696268839" sldId="288"/>
            <ac:spMk id="4" creationId="{4427E854-3A69-59E9-16A1-0B5CA34423D7}"/>
          </ac:spMkLst>
        </pc:spChg>
      </pc:sldChg>
      <pc:sldChg chg="delSp modSp new mod">
        <pc:chgData name="Violitta Yesmaya" userId="4132fe74-a9e3-4df6-a260-6f1dbd02419b" providerId="ADAL" clId="{86FF24F7-10D4-4C91-8315-394DE49F4A1F}" dt="2025-07-19T14:44:56.268" v="224" actId="5793"/>
        <pc:sldMkLst>
          <pc:docMk/>
          <pc:sldMk cId="1465282404" sldId="289"/>
        </pc:sldMkLst>
        <pc:spChg chg="mod">
          <ac:chgData name="Violitta Yesmaya" userId="4132fe74-a9e3-4df6-a260-6f1dbd02419b" providerId="ADAL" clId="{86FF24F7-10D4-4C91-8315-394DE49F4A1F}" dt="2025-07-19T14:44:23.748" v="208" actId="20577"/>
          <ac:spMkLst>
            <pc:docMk/>
            <pc:sldMk cId="1465282404" sldId="289"/>
            <ac:spMk id="2" creationId="{EDDFACAD-5FDE-A022-9A92-A168625A5B47}"/>
          </ac:spMkLst>
        </pc:spChg>
        <pc:spChg chg="mod">
          <ac:chgData name="Violitta Yesmaya" userId="4132fe74-a9e3-4df6-a260-6f1dbd02419b" providerId="ADAL" clId="{86FF24F7-10D4-4C91-8315-394DE49F4A1F}" dt="2025-07-19T14:44:56.268" v="224" actId="5793"/>
          <ac:spMkLst>
            <pc:docMk/>
            <pc:sldMk cId="1465282404" sldId="289"/>
            <ac:spMk id="4" creationId="{615DAE5B-44F4-95F8-F361-B8314A304FFD}"/>
          </ac:spMkLst>
        </pc:spChg>
      </pc:sldChg>
      <pc:sldChg chg="add">
        <pc:chgData name="Violitta Yesmaya" userId="4132fe74-a9e3-4df6-a260-6f1dbd02419b" providerId="ADAL" clId="{86FF24F7-10D4-4C91-8315-394DE49F4A1F}" dt="2025-07-23T14:53:40.322" v="246" actId="2890"/>
        <pc:sldMkLst>
          <pc:docMk/>
          <pc:sldMk cId="167449828" sldId="290"/>
        </pc:sldMkLst>
      </pc:sldChg>
      <pc:sldChg chg="modSp add mod">
        <pc:chgData name="Violitta Yesmaya" userId="4132fe74-a9e3-4df6-a260-6f1dbd02419b" providerId="ADAL" clId="{86FF24F7-10D4-4C91-8315-394DE49F4A1F}" dt="2025-07-23T14:54:44.733" v="262" actId="5793"/>
        <pc:sldMkLst>
          <pc:docMk/>
          <pc:sldMk cId="766489317" sldId="291"/>
        </pc:sldMkLst>
        <pc:spChg chg="mod">
          <ac:chgData name="Violitta Yesmaya" userId="4132fe74-a9e3-4df6-a260-6f1dbd02419b" providerId="ADAL" clId="{86FF24F7-10D4-4C91-8315-394DE49F4A1F}" dt="2025-07-23T14:54:25.316" v="256"/>
          <ac:spMkLst>
            <pc:docMk/>
            <pc:sldMk cId="766489317" sldId="291"/>
            <ac:spMk id="2" creationId="{1488A9D3-CE9D-9553-1B48-489A387D23CE}"/>
          </ac:spMkLst>
        </pc:spChg>
        <pc:spChg chg="mod">
          <ac:chgData name="Violitta Yesmaya" userId="4132fe74-a9e3-4df6-a260-6f1dbd02419b" providerId="ADAL" clId="{86FF24F7-10D4-4C91-8315-394DE49F4A1F}" dt="2025-07-23T14:54:44.733" v="262" actId="5793"/>
          <ac:spMkLst>
            <pc:docMk/>
            <pc:sldMk cId="766489317" sldId="291"/>
            <ac:spMk id="4" creationId="{373C0452-98B6-C605-E159-4921F925413D}"/>
          </ac:spMkLst>
        </pc:spChg>
      </pc:sldChg>
      <pc:sldChg chg="modSp add mod">
        <pc:chgData name="Violitta Yesmaya" userId="4132fe74-a9e3-4df6-a260-6f1dbd02419b" providerId="ADAL" clId="{86FF24F7-10D4-4C91-8315-394DE49F4A1F}" dt="2025-07-23T14:55:49.208" v="282" actId="6549"/>
        <pc:sldMkLst>
          <pc:docMk/>
          <pc:sldMk cId="2306383617" sldId="292"/>
        </pc:sldMkLst>
        <pc:spChg chg="mod">
          <ac:chgData name="Violitta Yesmaya" userId="4132fe74-a9e3-4df6-a260-6f1dbd02419b" providerId="ADAL" clId="{86FF24F7-10D4-4C91-8315-394DE49F4A1F}" dt="2025-07-23T14:55:27.787" v="273" actId="20577"/>
          <ac:spMkLst>
            <pc:docMk/>
            <pc:sldMk cId="2306383617" sldId="292"/>
            <ac:spMk id="2" creationId="{672695EA-248D-082C-739B-12358135ECED}"/>
          </ac:spMkLst>
        </pc:spChg>
        <pc:spChg chg="mod">
          <ac:chgData name="Violitta Yesmaya" userId="4132fe74-a9e3-4df6-a260-6f1dbd02419b" providerId="ADAL" clId="{86FF24F7-10D4-4C91-8315-394DE49F4A1F}" dt="2025-07-23T14:55:49.208" v="282" actId="6549"/>
          <ac:spMkLst>
            <pc:docMk/>
            <pc:sldMk cId="2306383617" sldId="292"/>
            <ac:spMk id="4" creationId="{0E748FAD-8B9D-3DD8-35E8-E735D922DDEB}"/>
          </ac:spMkLst>
        </pc:spChg>
      </pc:sldChg>
      <pc:sldChg chg="modSp add mod">
        <pc:chgData name="Violitta Yesmaya" userId="4132fe74-a9e3-4df6-a260-6f1dbd02419b" providerId="ADAL" clId="{86FF24F7-10D4-4C91-8315-394DE49F4A1F}" dt="2025-07-23T14:57:02.486" v="297" actId="5793"/>
        <pc:sldMkLst>
          <pc:docMk/>
          <pc:sldMk cId="884993307" sldId="293"/>
        </pc:sldMkLst>
        <pc:spChg chg="mod">
          <ac:chgData name="Violitta Yesmaya" userId="4132fe74-a9e3-4df6-a260-6f1dbd02419b" providerId="ADAL" clId="{86FF24F7-10D4-4C91-8315-394DE49F4A1F}" dt="2025-07-23T14:56:34.187" v="284"/>
          <ac:spMkLst>
            <pc:docMk/>
            <pc:sldMk cId="884993307" sldId="293"/>
            <ac:spMk id="2" creationId="{0277612D-1A65-515A-A029-389D6DA14038}"/>
          </ac:spMkLst>
        </pc:spChg>
        <pc:spChg chg="mod">
          <ac:chgData name="Violitta Yesmaya" userId="4132fe74-a9e3-4df6-a260-6f1dbd02419b" providerId="ADAL" clId="{86FF24F7-10D4-4C91-8315-394DE49F4A1F}" dt="2025-07-23T14:57:02.486" v="297" actId="5793"/>
          <ac:spMkLst>
            <pc:docMk/>
            <pc:sldMk cId="884993307" sldId="293"/>
            <ac:spMk id="4" creationId="{403CDB59-67A6-D46B-D751-51339CC12EDD}"/>
          </ac:spMkLst>
        </pc:spChg>
      </pc:sldChg>
    </pc:docChg>
  </pc:docChgLst>
  <pc:docChgLst>
    <pc:chgData name="Violitta Yesmaya" userId="4132fe74-a9e3-4df6-a260-6f1dbd02419b" providerId="ADAL" clId="{92686255-1ACE-401F-A308-DFE8A55FE44C}"/>
    <pc:docChg chg="undo redo custSel addSld delSld modSld addMainMaster delMainMaster modMainMaster">
      <pc:chgData name="Violitta Yesmaya" userId="4132fe74-a9e3-4df6-a260-6f1dbd02419b" providerId="ADAL" clId="{92686255-1ACE-401F-A308-DFE8A55FE44C}" dt="2023-12-31T14:41:44.428" v="2628" actId="20577"/>
      <pc:docMkLst>
        <pc:docMk/>
      </pc:docMkLst>
      <pc:sldChg chg="addSp delSp modSp mod modClrScheme chgLayout">
        <pc:chgData name="Violitta Yesmaya" userId="4132fe74-a9e3-4df6-a260-6f1dbd02419b" providerId="ADAL" clId="{92686255-1ACE-401F-A308-DFE8A55FE44C}" dt="2023-12-07T17:58:28.097" v="145" actId="113"/>
        <pc:sldMkLst>
          <pc:docMk/>
          <pc:sldMk cId="3143599287" sldId="257"/>
        </pc:sldMkLst>
      </pc:sldChg>
      <pc:sldChg chg="addSp delSp modSp new mod modClrScheme chgLayout">
        <pc:chgData name="Violitta Yesmaya" userId="4132fe74-a9e3-4df6-a260-6f1dbd02419b" providerId="ADAL" clId="{92686255-1ACE-401F-A308-DFE8A55FE44C}" dt="2023-12-07T17:45:54.423" v="38" actId="20577"/>
        <pc:sldMkLst>
          <pc:docMk/>
          <pc:sldMk cId="3005778853" sldId="258"/>
        </pc:sldMkLst>
      </pc:sldChg>
      <pc:sldChg chg="addSp delSp modSp new mod modClrScheme chgLayout">
        <pc:chgData name="Violitta Yesmaya" userId="4132fe74-a9e3-4df6-a260-6f1dbd02419b" providerId="ADAL" clId="{92686255-1ACE-401F-A308-DFE8A55FE44C}" dt="2023-12-31T14:41:44.428" v="2628" actId="20577"/>
        <pc:sldMkLst>
          <pc:docMk/>
          <pc:sldMk cId="3456845488" sldId="259"/>
        </pc:sldMkLst>
      </pc:sldChg>
      <pc:sldChg chg="addSp delSp modSp new mod modClrScheme chgLayout">
        <pc:chgData name="Violitta Yesmaya" userId="4132fe74-a9e3-4df6-a260-6f1dbd02419b" providerId="ADAL" clId="{92686255-1ACE-401F-A308-DFE8A55FE44C}" dt="2023-12-10T16:20:24.986" v="2483" actId="20577"/>
        <pc:sldMkLst>
          <pc:docMk/>
          <pc:sldMk cId="4048184833" sldId="260"/>
        </pc:sldMkLst>
      </pc:sldChg>
      <pc:sldChg chg="addSp modSp new mod">
        <pc:chgData name="Violitta Yesmaya" userId="4132fe74-a9e3-4df6-a260-6f1dbd02419b" providerId="ADAL" clId="{92686255-1ACE-401F-A308-DFE8A55FE44C}" dt="2023-12-07T18:32:11.084" v="716" actId="14100"/>
        <pc:sldMkLst>
          <pc:docMk/>
          <pc:sldMk cId="871947304" sldId="261"/>
        </pc:sldMkLst>
      </pc:sldChg>
      <pc:sldChg chg="addSp modSp new mod">
        <pc:chgData name="Violitta Yesmaya" userId="4132fe74-a9e3-4df6-a260-6f1dbd02419b" providerId="ADAL" clId="{92686255-1ACE-401F-A308-DFE8A55FE44C}" dt="2023-12-07T18:56:12.486" v="989" actId="20577"/>
        <pc:sldMkLst>
          <pc:docMk/>
          <pc:sldMk cId="980482422" sldId="262"/>
        </pc:sldMkLst>
      </pc:sldChg>
      <pc:sldChg chg="addSp delSp modSp new mod">
        <pc:chgData name="Violitta Yesmaya" userId="4132fe74-a9e3-4df6-a260-6f1dbd02419b" providerId="ADAL" clId="{92686255-1ACE-401F-A308-DFE8A55FE44C}" dt="2023-12-07T19:19:03.573" v="1029" actId="1076"/>
        <pc:sldMkLst>
          <pc:docMk/>
          <pc:sldMk cId="776159189" sldId="263"/>
        </pc:sldMkLst>
      </pc:sldChg>
      <pc:sldChg chg="addSp delSp modSp new mod">
        <pc:chgData name="Violitta Yesmaya" userId="4132fe74-a9e3-4df6-a260-6f1dbd02419b" providerId="ADAL" clId="{92686255-1ACE-401F-A308-DFE8A55FE44C}" dt="2023-12-18T13:07:10.233" v="2615" actId="1076"/>
        <pc:sldMkLst>
          <pc:docMk/>
          <pc:sldMk cId="3414237227" sldId="264"/>
        </pc:sldMkLst>
      </pc:sldChg>
      <pc:sldChg chg="delSp modSp new mod modNotesTx">
        <pc:chgData name="Violitta Yesmaya" userId="4132fe74-a9e3-4df6-a260-6f1dbd02419b" providerId="ADAL" clId="{92686255-1ACE-401F-A308-DFE8A55FE44C}" dt="2023-12-09T17:25:20.456" v="1262" actId="255"/>
        <pc:sldMkLst>
          <pc:docMk/>
          <pc:sldMk cId="1969802712" sldId="265"/>
        </pc:sldMkLst>
      </pc:sldChg>
      <pc:sldChg chg="addSp delSp modSp new mod modNotesTx">
        <pc:chgData name="Violitta Yesmaya" userId="4132fe74-a9e3-4df6-a260-6f1dbd02419b" providerId="ADAL" clId="{92686255-1ACE-401F-A308-DFE8A55FE44C}" dt="2023-12-09T18:43:21.207" v="1477"/>
        <pc:sldMkLst>
          <pc:docMk/>
          <pc:sldMk cId="2410396368" sldId="266"/>
        </pc:sldMkLst>
      </pc:sldChg>
      <pc:sldChg chg="delSp modSp new mod">
        <pc:chgData name="Violitta Yesmaya" userId="4132fe74-a9e3-4df6-a260-6f1dbd02419b" providerId="ADAL" clId="{92686255-1ACE-401F-A308-DFE8A55FE44C}" dt="2023-12-10T16:09:28.892" v="2361" actId="403"/>
        <pc:sldMkLst>
          <pc:docMk/>
          <pc:sldMk cId="750107285" sldId="267"/>
        </pc:sldMkLst>
      </pc:sldChg>
      <pc:sldChg chg="addSp delSp modSp add mod">
        <pc:chgData name="Violitta Yesmaya" userId="4132fe74-a9e3-4df6-a260-6f1dbd02419b" providerId="ADAL" clId="{92686255-1ACE-401F-A308-DFE8A55FE44C}" dt="2023-12-07T18:43:05.491" v="778" actId="14100"/>
        <pc:sldMkLst>
          <pc:docMk/>
          <pc:sldMk cId="929128689" sldId="268"/>
        </pc:sldMkLst>
      </pc:sldChg>
      <pc:sldChg chg="new del">
        <pc:chgData name="Violitta Yesmaya" userId="4132fe74-a9e3-4df6-a260-6f1dbd02419b" providerId="ADAL" clId="{92686255-1ACE-401F-A308-DFE8A55FE44C}" dt="2023-12-07T18:07:42.962" v="402" actId="47"/>
        <pc:sldMkLst>
          <pc:docMk/>
          <pc:sldMk cId="4178220554" sldId="268"/>
        </pc:sldMkLst>
      </pc:sldChg>
      <pc:sldChg chg="addSp delSp new del mod">
        <pc:chgData name="Violitta Yesmaya" userId="4132fe74-a9e3-4df6-a260-6f1dbd02419b" providerId="ADAL" clId="{92686255-1ACE-401F-A308-DFE8A55FE44C}" dt="2023-12-07T18:54:53.566" v="957" actId="680"/>
        <pc:sldMkLst>
          <pc:docMk/>
          <pc:sldMk cId="1044493691" sldId="269"/>
        </pc:sldMkLst>
      </pc:sldChg>
      <pc:sldChg chg="addSp delSp modSp add mod modAnim">
        <pc:chgData name="Violitta Yesmaya" userId="4132fe74-a9e3-4df6-a260-6f1dbd02419b" providerId="ADAL" clId="{92686255-1ACE-401F-A308-DFE8A55FE44C}" dt="2023-12-09T17:21:32.907" v="1233"/>
        <pc:sldMkLst>
          <pc:docMk/>
          <pc:sldMk cId="2287919187" sldId="269"/>
        </pc:sldMkLst>
      </pc:sldChg>
      <pc:sldChg chg="addSp delSp modSp add mod">
        <pc:chgData name="Violitta Yesmaya" userId="4132fe74-a9e3-4df6-a260-6f1dbd02419b" providerId="ADAL" clId="{92686255-1ACE-401F-A308-DFE8A55FE44C}" dt="2023-12-09T17:35:28.039" v="1279" actId="14100"/>
        <pc:sldMkLst>
          <pc:docMk/>
          <pc:sldMk cId="1834691332" sldId="270"/>
        </pc:sldMkLst>
      </pc:sldChg>
      <pc:sldChg chg="addSp delSp modSp add mod">
        <pc:chgData name="Violitta Yesmaya" userId="4132fe74-a9e3-4df6-a260-6f1dbd02419b" providerId="ADAL" clId="{92686255-1ACE-401F-A308-DFE8A55FE44C}" dt="2023-12-09T17:37:00.233" v="1288" actId="1076"/>
        <pc:sldMkLst>
          <pc:docMk/>
          <pc:sldMk cId="1787335887" sldId="271"/>
        </pc:sldMkLst>
      </pc:sldChg>
      <pc:sldChg chg="addSp delSp modSp add mod delAnim modNotesTx">
        <pc:chgData name="Violitta Yesmaya" userId="4132fe74-a9e3-4df6-a260-6f1dbd02419b" providerId="ADAL" clId="{92686255-1ACE-401F-A308-DFE8A55FE44C}" dt="2023-12-09T17:42:54.909" v="1298" actId="1076"/>
        <pc:sldMkLst>
          <pc:docMk/>
          <pc:sldMk cId="1526462737" sldId="272"/>
        </pc:sldMkLst>
      </pc:sldChg>
      <pc:sldChg chg="addSp delSp modSp add mod chgLayout modNotesTx">
        <pc:chgData name="Violitta Yesmaya" userId="4132fe74-a9e3-4df6-a260-6f1dbd02419b" providerId="ADAL" clId="{92686255-1ACE-401F-A308-DFE8A55FE44C}" dt="2023-12-09T19:06:29.809" v="1635" actId="1076"/>
        <pc:sldMkLst>
          <pc:docMk/>
          <pc:sldMk cId="1099765145" sldId="273"/>
        </pc:sldMkLst>
      </pc:sldChg>
      <pc:sldChg chg="addSp delSp modSp new mod chgLayout">
        <pc:chgData name="Violitta Yesmaya" userId="4132fe74-a9e3-4df6-a260-6f1dbd02419b" providerId="ADAL" clId="{92686255-1ACE-401F-A308-DFE8A55FE44C}" dt="2023-12-10T15:57:08.889" v="2141" actId="403"/>
        <pc:sldMkLst>
          <pc:docMk/>
          <pc:sldMk cId="1297260148" sldId="274"/>
        </pc:sldMkLst>
      </pc:sldChg>
      <pc:sldChg chg="new del">
        <pc:chgData name="Violitta Yesmaya" userId="4132fe74-a9e3-4df6-a260-6f1dbd02419b" providerId="ADAL" clId="{92686255-1ACE-401F-A308-DFE8A55FE44C}" dt="2023-12-09T19:19:33.567" v="1831" actId="680"/>
        <pc:sldMkLst>
          <pc:docMk/>
          <pc:sldMk cId="735840302" sldId="275"/>
        </pc:sldMkLst>
      </pc:sldChg>
      <pc:sldChg chg="addSp delSp modSp add mod modClrScheme chgLayout">
        <pc:chgData name="Violitta Yesmaya" userId="4132fe74-a9e3-4df6-a260-6f1dbd02419b" providerId="ADAL" clId="{92686255-1ACE-401F-A308-DFE8A55FE44C}" dt="2023-12-10T15:57:26.482" v="2150" actId="255"/>
        <pc:sldMkLst>
          <pc:docMk/>
          <pc:sldMk cId="3764599966" sldId="275"/>
        </pc:sldMkLst>
      </pc:sldChg>
      <pc:sldChg chg="addSp delSp modSp add mod">
        <pc:chgData name="Violitta Yesmaya" userId="4132fe74-a9e3-4df6-a260-6f1dbd02419b" providerId="ADAL" clId="{92686255-1ACE-401F-A308-DFE8A55FE44C}" dt="2023-12-10T15:58:02.312" v="2160" actId="20577"/>
        <pc:sldMkLst>
          <pc:docMk/>
          <pc:sldMk cId="700303253" sldId="276"/>
        </pc:sldMkLst>
      </pc:sldChg>
      <pc:sldChg chg="modSp add mod">
        <pc:chgData name="Violitta Yesmaya" userId="4132fe74-a9e3-4df6-a260-6f1dbd02419b" providerId="ADAL" clId="{92686255-1ACE-401F-A308-DFE8A55FE44C}" dt="2023-12-10T16:19:28.513" v="2447" actId="1076"/>
        <pc:sldMkLst>
          <pc:docMk/>
          <pc:sldMk cId="2723735957" sldId="277"/>
        </pc:sldMkLst>
      </pc:sldChg>
      <pc:sldChg chg="addSp modSp add mod">
        <pc:chgData name="Violitta Yesmaya" userId="4132fe74-a9e3-4df6-a260-6f1dbd02419b" providerId="ADAL" clId="{92686255-1ACE-401F-A308-DFE8A55FE44C}" dt="2023-12-10T16:12:16.334" v="2393" actId="14100"/>
        <pc:sldMkLst>
          <pc:docMk/>
          <pc:sldMk cId="2212120541" sldId="278"/>
        </pc:sldMkLst>
      </pc:sldChg>
      <pc:sldChg chg="addSp modSp add mod">
        <pc:chgData name="Violitta Yesmaya" userId="4132fe74-a9e3-4df6-a260-6f1dbd02419b" providerId="ADAL" clId="{92686255-1ACE-401F-A308-DFE8A55FE44C}" dt="2023-12-10T16:14:43.375" v="2414" actId="1035"/>
        <pc:sldMkLst>
          <pc:docMk/>
          <pc:sldMk cId="1550728754" sldId="279"/>
        </pc:sldMkLst>
      </pc:sldChg>
      <pc:sldChg chg="addSp delSp modSp new mod">
        <pc:chgData name="Violitta Yesmaya" userId="4132fe74-a9e3-4df6-a260-6f1dbd02419b" providerId="ADAL" clId="{92686255-1ACE-401F-A308-DFE8A55FE44C}" dt="2023-12-10T16:23:46.435" v="2534" actId="403"/>
        <pc:sldMkLst>
          <pc:docMk/>
          <pc:sldMk cId="528804888" sldId="280"/>
        </pc:sldMkLst>
      </pc:sldChg>
      <pc:sldChg chg="addSp delSp modSp add mod">
        <pc:chgData name="Violitta Yesmaya" userId="4132fe74-a9e3-4df6-a260-6f1dbd02419b" providerId="ADAL" clId="{92686255-1ACE-401F-A308-DFE8A55FE44C}" dt="2023-12-10T16:26:39.442" v="2581" actId="14100"/>
        <pc:sldMkLst>
          <pc:docMk/>
          <pc:sldMk cId="647201666" sldId="281"/>
        </pc:sldMkLst>
      </pc:sldChg>
      <pc:sldChg chg="addSp delSp modSp new mod modClrScheme chgLayout">
        <pc:chgData name="Violitta Yesmaya" userId="4132fe74-a9e3-4df6-a260-6f1dbd02419b" providerId="ADAL" clId="{92686255-1ACE-401F-A308-DFE8A55FE44C}" dt="2023-12-10T16:27:50.885" v="2602" actId="1076"/>
        <pc:sldMkLst>
          <pc:docMk/>
          <pc:sldMk cId="4114041452" sldId="282"/>
        </pc:sldMkLst>
      </pc:sldChg>
      <pc:sldChg chg="addSp delSp modSp add mod">
        <pc:chgData name="Violitta Yesmaya" userId="4132fe74-a9e3-4df6-a260-6f1dbd02419b" providerId="ADAL" clId="{92686255-1ACE-401F-A308-DFE8A55FE44C}" dt="2023-12-10T16:29:44.062" v="2612" actId="207"/>
        <pc:sldMkLst>
          <pc:docMk/>
          <pc:sldMk cId="3755535601" sldId="283"/>
        </pc:sldMkLst>
      </pc:sldChg>
      <pc:sldMasterChg chg="addSldLayout modSldLayout">
        <pc:chgData name="Violitta Yesmaya" userId="4132fe74-a9e3-4df6-a260-6f1dbd02419b" providerId="ADAL" clId="{92686255-1ACE-401F-A308-DFE8A55FE44C}" dt="2023-12-07T18:02:16.954" v="199" actId="1076"/>
        <pc:sldMasterMkLst>
          <pc:docMk/>
          <pc:sldMasterMk cId="0" sldId="2147483648"/>
        </pc:sldMasterMkLst>
        <pc:sldLayoutChg chg="addSp delSp mod">
          <pc:chgData name="Violitta Yesmaya" userId="4132fe74-a9e3-4df6-a260-6f1dbd02419b" providerId="ADAL" clId="{92686255-1ACE-401F-A308-DFE8A55FE44C}" dt="2023-12-07T17:55:51.720" v="108" actId="478"/>
          <pc:sldLayoutMkLst>
            <pc:docMk/>
            <pc:sldMasterMk cId="0" sldId="2147483648"/>
            <pc:sldLayoutMk cId="3998102712" sldId="2147483684"/>
          </pc:sldLayoutMkLst>
        </pc:sldLayoutChg>
        <pc:sldLayoutChg chg="delSp mod">
          <pc:chgData name="Violitta Yesmaya" userId="4132fe74-a9e3-4df6-a260-6f1dbd02419b" providerId="ADAL" clId="{92686255-1ACE-401F-A308-DFE8A55FE44C}" dt="2023-12-07T17:56:30.103" v="125" actId="478"/>
          <pc:sldLayoutMkLst>
            <pc:docMk/>
            <pc:sldMasterMk cId="0" sldId="2147483648"/>
            <pc:sldLayoutMk cId="2289212018" sldId="2147483689"/>
          </pc:sldLayoutMkLst>
        </pc:sldLayoutChg>
        <pc:sldLayoutChg chg="addSp modSp mod">
          <pc:chgData name="Violitta Yesmaya" userId="4132fe74-a9e3-4df6-a260-6f1dbd02419b" providerId="ADAL" clId="{92686255-1ACE-401F-A308-DFE8A55FE44C}" dt="2023-12-07T17:57:18.341" v="130" actId="1076"/>
          <pc:sldLayoutMkLst>
            <pc:docMk/>
            <pc:sldMasterMk cId="0" sldId="2147483648"/>
            <pc:sldLayoutMk cId="2157707212" sldId="2147483690"/>
          </pc:sldLayoutMkLst>
        </pc:sldLayoutChg>
        <pc:sldLayoutChg chg="addSp modSp add mod modTransition">
          <pc:chgData name="Violitta Yesmaya" userId="4132fe74-a9e3-4df6-a260-6f1dbd02419b" providerId="ADAL" clId="{92686255-1ACE-401F-A308-DFE8A55FE44C}" dt="2023-12-07T18:02:16.954" v="199" actId="1076"/>
          <pc:sldLayoutMkLst>
            <pc:docMk/>
            <pc:sldMasterMk cId="0" sldId="2147483648"/>
            <pc:sldLayoutMk cId="4197001580" sldId="2147483691"/>
          </pc:sldLayoutMkLst>
        </pc:sldLayoutChg>
      </pc:sldMasterChg>
      <pc:sldMasterChg chg="new del mod addSldLayout delSldLayout">
        <pc:chgData name="Violitta Yesmaya" userId="4132fe74-a9e3-4df6-a260-6f1dbd02419b" providerId="ADAL" clId="{92686255-1ACE-401F-A308-DFE8A55FE44C}" dt="2023-12-07T17:55:58.873" v="110" actId="6938"/>
        <pc:sldMasterMkLst>
          <pc:docMk/>
          <pc:sldMasterMk cId="1243416672" sldId="2147483689"/>
        </pc:sldMasterMkLst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376380913" sldId="2147483690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40870625" sldId="2147483691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2655409239" sldId="2147483692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865257831" sldId="2147483693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2227051454" sldId="2147483694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1849944569" sldId="2147483695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954951978" sldId="2147483696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3394902504" sldId="2147483697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3436189831" sldId="2147483698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2465447936" sldId="2147483699"/>
          </pc:sldLayoutMkLst>
        </pc:sldLayoutChg>
        <pc:sldLayoutChg chg="new del replId">
          <pc:chgData name="Violitta Yesmaya" userId="4132fe74-a9e3-4df6-a260-6f1dbd02419b" providerId="ADAL" clId="{92686255-1ACE-401F-A308-DFE8A55FE44C}" dt="2023-12-07T17:55:58.873" v="110" actId="6938"/>
          <pc:sldLayoutMkLst>
            <pc:docMk/>
            <pc:sldMasterMk cId="1243416672" sldId="2147483689"/>
            <pc:sldLayoutMk cId="1842647356" sldId="2147483700"/>
          </pc:sldLayoutMkLst>
        </pc:sldLayoutChg>
      </pc:sldMasterChg>
    </pc:docChg>
  </pc:docChgLst>
  <pc:docChgLst>
    <pc:chgData name="Violitta Yesmaya" userId="4132fe74-a9e3-4df6-a260-6f1dbd02419b" providerId="ADAL" clId="{09ED4952-088B-4A23-8486-EE3FEE47C0AA}"/>
    <pc:docChg chg="undo custSel addSld delSld modSld">
      <pc:chgData name="Violitta Yesmaya" userId="4132fe74-a9e3-4df6-a260-6f1dbd02419b" providerId="ADAL" clId="{09ED4952-088B-4A23-8486-EE3FEE47C0AA}" dt="2025-07-18T17:50:23.416" v="93" actId="6549"/>
      <pc:docMkLst>
        <pc:docMk/>
      </pc:docMkLst>
      <pc:sldChg chg="modSp mod">
        <pc:chgData name="Violitta Yesmaya" userId="4132fe74-a9e3-4df6-a260-6f1dbd02419b" providerId="ADAL" clId="{09ED4952-088B-4A23-8486-EE3FEE47C0AA}" dt="2025-07-18T17:43:25.481" v="4" actId="20577"/>
        <pc:sldMkLst>
          <pc:docMk/>
          <pc:sldMk cId="3807564589" sldId="256"/>
        </pc:sldMkLst>
        <pc:spChg chg="mod">
          <ac:chgData name="Violitta Yesmaya" userId="4132fe74-a9e3-4df6-a260-6f1dbd02419b" providerId="ADAL" clId="{09ED4952-088B-4A23-8486-EE3FEE47C0AA}" dt="2025-07-18T17:43:25.481" v="4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modSp mod">
        <pc:chgData name="Violitta Yesmaya" userId="4132fe74-a9e3-4df6-a260-6f1dbd02419b" providerId="ADAL" clId="{09ED4952-088B-4A23-8486-EE3FEE47C0AA}" dt="2025-07-18T17:43:54.812" v="13" actId="6549"/>
        <pc:sldMkLst>
          <pc:docMk/>
          <pc:sldMk cId="4048184833" sldId="260"/>
        </pc:sldMkLst>
        <pc:spChg chg="mod">
          <ac:chgData name="Violitta Yesmaya" userId="4132fe74-a9e3-4df6-a260-6f1dbd02419b" providerId="ADAL" clId="{09ED4952-088B-4A23-8486-EE3FEE47C0AA}" dt="2025-07-18T17:43:54.812" v="13" actId="6549"/>
          <ac:spMkLst>
            <pc:docMk/>
            <pc:sldMk cId="4048184833" sldId="260"/>
            <ac:spMk id="15" creationId="{FA4DA8A9-1ACA-352A-8228-9C05B26AF6EE}"/>
          </ac:spMkLst>
        </pc:spChg>
      </pc:sldChg>
      <pc:sldChg chg="modSp mod">
        <pc:chgData name="Violitta Yesmaya" userId="4132fe74-a9e3-4df6-a260-6f1dbd02419b" providerId="ADAL" clId="{09ED4952-088B-4A23-8486-EE3FEE47C0AA}" dt="2025-07-18T17:44:30.180" v="23" actId="403"/>
        <pc:sldMkLst>
          <pc:docMk/>
          <pc:sldMk cId="871947304" sldId="261"/>
        </pc:sldMkLst>
        <pc:spChg chg="mod">
          <ac:chgData name="Violitta Yesmaya" userId="4132fe74-a9e3-4df6-a260-6f1dbd02419b" providerId="ADAL" clId="{09ED4952-088B-4A23-8486-EE3FEE47C0AA}" dt="2025-07-18T17:44:11.073" v="14"/>
          <ac:spMkLst>
            <pc:docMk/>
            <pc:sldMk cId="871947304" sldId="261"/>
            <ac:spMk id="2" creationId="{446E3529-DA16-A0AE-CE4B-972754315223}"/>
          </ac:spMkLst>
        </pc:spChg>
        <pc:spChg chg="mod">
          <ac:chgData name="Violitta Yesmaya" userId="4132fe74-a9e3-4df6-a260-6f1dbd02419b" providerId="ADAL" clId="{09ED4952-088B-4A23-8486-EE3FEE47C0AA}" dt="2025-07-18T17:44:30.180" v="23" actId="403"/>
          <ac:spMkLst>
            <pc:docMk/>
            <pc:sldMk cId="871947304" sldId="261"/>
            <ac:spMk id="4" creationId="{C2022667-D565-A267-CD19-1349AB36337D}"/>
          </ac:spMkLst>
        </pc:spChg>
      </pc:sldChg>
      <pc:sldChg chg="modSp mod">
        <pc:chgData name="Violitta Yesmaya" userId="4132fe74-a9e3-4df6-a260-6f1dbd02419b" providerId="ADAL" clId="{09ED4952-088B-4A23-8486-EE3FEE47C0AA}" dt="2025-07-18T17:49:35.659" v="70" actId="404"/>
        <pc:sldMkLst>
          <pc:docMk/>
          <pc:sldMk cId="4114041452" sldId="282"/>
        </pc:sldMkLst>
        <pc:spChg chg="mod">
          <ac:chgData name="Violitta Yesmaya" userId="4132fe74-a9e3-4df6-a260-6f1dbd02419b" providerId="ADAL" clId="{09ED4952-088B-4A23-8486-EE3FEE47C0AA}" dt="2025-07-18T17:49:35.659" v="70" actId="404"/>
          <ac:spMkLst>
            <pc:docMk/>
            <pc:sldMk cId="4114041452" sldId="282"/>
            <ac:spMk id="7" creationId="{9E195835-EF7E-387E-F0EC-677FA85A5C75}"/>
          </ac:spMkLst>
        </pc:spChg>
      </pc:sldChg>
      <pc:sldChg chg="modSp mod">
        <pc:chgData name="Violitta Yesmaya" userId="4132fe74-a9e3-4df6-a260-6f1dbd02419b" providerId="ADAL" clId="{09ED4952-088B-4A23-8486-EE3FEE47C0AA}" dt="2025-07-18T17:44:56.041" v="33" actId="5793"/>
        <pc:sldMkLst>
          <pc:docMk/>
          <pc:sldMk cId="3795143438" sldId="284"/>
        </pc:sldMkLst>
        <pc:spChg chg="mod">
          <ac:chgData name="Violitta Yesmaya" userId="4132fe74-a9e3-4df6-a260-6f1dbd02419b" providerId="ADAL" clId="{09ED4952-088B-4A23-8486-EE3FEE47C0AA}" dt="2025-07-18T17:44:43.162" v="24"/>
          <ac:spMkLst>
            <pc:docMk/>
            <pc:sldMk cId="3795143438" sldId="284"/>
            <ac:spMk id="2" creationId="{84AA53C8-7560-FD94-9612-4373AB25A100}"/>
          </ac:spMkLst>
        </pc:spChg>
        <pc:spChg chg="mod">
          <ac:chgData name="Violitta Yesmaya" userId="4132fe74-a9e3-4df6-a260-6f1dbd02419b" providerId="ADAL" clId="{09ED4952-088B-4A23-8486-EE3FEE47C0AA}" dt="2025-07-18T17:44:56.041" v="33" actId="5793"/>
          <ac:spMkLst>
            <pc:docMk/>
            <pc:sldMk cId="3795143438" sldId="284"/>
            <ac:spMk id="4" creationId="{62FBFC29-FDEA-12ED-95E2-BBBF545A53F4}"/>
          </ac:spMkLst>
        </pc:spChg>
      </pc:sldChg>
      <pc:sldChg chg="modSp mod">
        <pc:chgData name="Violitta Yesmaya" userId="4132fe74-a9e3-4df6-a260-6f1dbd02419b" providerId="ADAL" clId="{09ED4952-088B-4A23-8486-EE3FEE47C0AA}" dt="2025-07-18T17:46:16.467" v="47" actId="5793"/>
        <pc:sldMkLst>
          <pc:docMk/>
          <pc:sldMk cId="1238527372" sldId="285"/>
        </pc:sldMkLst>
        <pc:spChg chg="mod">
          <ac:chgData name="Violitta Yesmaya" userId="4132fe74-a9e3-4df6-a260-6f1dbd02419b" providerId="ADAL" clId="{09ED4952-088B-4A23-8486-EE3FEE47C0AA}" dt="2025-07-18T17:45:13.147" v="34"/>
          <ac:spMkLst>
            <pc:docMk/>
            <pc:sldMk cId="1238527372" sldId="285"/>
            <ac:spMk id="2" creationId="{FC0B4703-2D54-9B9E-98E2-B1CB3F590E82}"/>
          </ac:spMkLst>
        </pc:spChg>
        <pc:spChg chg="mod">
          <ac:chgData name="Violitta Yesmaya" userId="4132fe74-a9e3-4df6-a260-6f1dbd02419b" providerId="ADAL" clId="{09ED4952-088B-4A23-8486-EE3FEE47C0AA}" dt="2025-07-18T17:46:16.467" v="47" actId="5793"/>
          <ac:spMkLst>
            <pc:docMk/>
            <pc:sldMk cId="1238527372" sldId="285"/>
            <ac:spMk id="4" creationId="{6B7F9BD4-F58B-6956-F7D1-6C59DAF293BB}"/>
          </ac:spMkLst>
        </pc:spChg>
      </pc:sldChg>
      <pc:sldChg chg="modSp mod">
        <pc:chgData name="Violitta Yesmaya" userId="4132fe74-a9e3-4df6-a260-6f1dbd02419b" providerId="ADAL" clId="{09ED4952-088B-4A23-8486-EE3FEE47C0AA}" dt="2025-07-18T17:46:45.884" v="54" actId="5793"/>
        <pc:sldMkLst>
          <pc:docMk/>
          <pc:sldMk cId="1451375479" sldId="286"/>
        </pc:sldMkLst>
        <pc:spChg chg="mod">
          <ac:chgData name="Violitta Yesmaya" userId="4132fe74-a9e3-4df6-a260-6f1dbd02419b" providerId="ADAL" clId="{09ED4952-088B-4A23-8486-EE3FEE47C0AA}" dt="2025-07-18T17:46:31.922" v="48"/>
          <ac:spMkLst>
            <pc:docMk/>
            <pc:sldMk cId="1451375479" sldId="286"/>
            <ac:spMk id="2" creationId="{4E02DC01-6615-2F59-57C7-17E18C461636}"/>
          </ac:spMkLst>
        </pc:spChg>
        <pc:spChg chg="mod">
          <ac:chgData name="Violitta Yesmaya" userId="4132fe74-a9e3-4df6-a260-6f1dbd02419b" providerId="ADAL" clId="{09ED4952-088B-4A23-8486-EE3FEE47C0AA}" dt="2025-07-18T17:46:45.884" v="54" actId="5793"/>
          <ac:spMkLst>
            <pc:docMk/>
            <pc:sldMk cId="1451375479" sldId="286"/>
            <ac:spMk id="4" creationId="{C0E343B8-338B-B9FB-71B2-F569AED74FE3}"/>
          </ac:spMkLst>
        </pc:spChg>
      </pc:sldChg>
      <pc:sldChg chg="modSp mod">
        <pc:chgData name="Violitta Yesmaya" userId="4132fe74-a9e3-4df6-a260-6f1dbd02419b" providerId="ADAL" clId="{09ED4952-088B-4A23-8486-EE3FEE47C0AA}" dt="2025-07-18T17:47:26.997" v="66" actId="6549"/>
        <pc:sldMkLst>
          <pc:docMk/>
          <pc:sldMk cId="2141046248" sldId="287"/>
        </pc:sldMkLst>
        <pc:spChg chg="mod">
          <ac:chgData name="Violitta Yesmaya" userId="4132fe74-a9e3-4df6-a260-6f1dbd02419b" providerId="ADAL" clId="{09ED4952-088B-4A23-8486-EE3FEE47C0AA}" dt="2025-07-18T17:47:26.997" v="66" actId="6549"/>
          <ac:spMkLst>
            <pc:docMk/>
            <pc:sldMk cId="2141046248" sldId="287"/>
            <ac:spMk id="4" creationId="{3583039D-26D0-FB9C-1373-1E6485E0B15D}"/>
          </ac:spMkLst>
        </pc:spChg>
      </pc:sldChg>
      <pc:sldChg chg="del">
        <pc:chgData name="Violitta Yesmaya" userId="4132fe74-a9e3-4df6-a260-6f1dbd02419b" providerId="ADAL" clId="{09ED4952-088B-4A23-8486-EE3FEE47C0AA}" dt="2025-07-18T17:46:56.734" v="55" actId="47"/>
        <pc:sldMkLst>
          <pc:docMk/>
          <pc:sldMk cId="1572924991" sldId="288"/>
        </pc:sldMkLst>
      </pc:sldChg>
      <pc:sldChg chg="modSp new mod">
        <pc:chgData name="Violitta Yesmaya" userId="4132fe74-a9e3-4df6-a260-6f1dbd02419b" providerId="ADAL" clId="{09ED4952-088B-4A23-8486-EE3FEE47C0AA}" dt="2025-07-18T17:50:23.416" v="93" actId="6549"/>
        <pc:sldMkLst>
          <pc:docMk/>
          <pc:sldMk cId="2696268839" sldId="288"/>
        </pc:sldMkLst>
        <pc:spChg chg="mod">
          <ac:chgData name="Violitta Yesmaya" userId="4132fe74-a9e3-4df6-a260-6f1dbd02419b" providerId="ADAL" clId="{09ED4952-088B-4A23-8486-EE3FEE47C0AA}" dt="2025-07-18T17:49:57.016" v="73" actId="27636"/>
          <ac:spMkLst>
            <pc:docMk/>
            <pc:sldMk cId="2696268839" sldId="288"/>
            <ac:spMk id="2" creationId="{09374757-F181-7A5E-5A20-D36B75690AA5}"/>
          </ac:spMkLst>
        </pc:spChg>
        <pc:spChg chg="mod">
          <ac:chgData name="Violitta Yesmaya" userId="4132fe74-a9e3-4df6-a260-6f1dbd02419b" providerId="ADAL" clId="{09ED4952-088B-4A23-8486-EE3FEE47C0AA}" dt="2025-07-18T17:50:23.416" v="93" actId="6549"/>
          <ac:spMkLst>
            <pc:docMk/>
            <pc:sldMk cId="2696268839" sldId="288"/>
            <ac:spMk id="4" creationId="{4427E854-3A69-59E9-16A1-0B5CA34423D7}"/>
          </ac:spMkLst>
        </pc:spChg>
      </pc:sldChg>
      <pc:sldChg chg="del">
        <pc:chgData name="Violitta Yesmaya" userId="4132fe74-a9e3-4df6-a260-6f1dbd02419b" providerId="ADAL" clId="{09ED4952-088B-4A23-8486-EE3FEE47C0AA}" dt="2025-07-18T17:46:58.007" v="56" actId="47"/>
        <pc:sldMkLst>
          <pc:docMk/>
          <pc:sldMk cId="995635855" sldId="289"/>
        </pc:sldMkLst>
      </pc:sldChg>
      <pc:sldChg chg="add del">
        <pc:chgData name="Violitta Yesmaya" userId="4132fe74-a9e3-4df6-a260-6f1dbd02419b" providerId="ADAL" clId="{09ED4952-088B-4A23-8486-EE3FEE47C0AA}" dt="2025-07-18T17:47:10.424" v="59" actId="47"/>
        <pc:sldMkLst>
          <pc:docMk/>
          <pc:sldMk cId="4062454128" sldId="290"/>
        </pc:sldMkLst>
      </pc:sldChg>
    </pc:docChg>
  </pc:docChgLst>
  <pc:docChgLst>
    <pc:chgData name="Violitta Yesmaya" userId="4132fe74-a9e3-4df6-a260-6f1dbd02419b" providerId="ADAL" clId="{7CE71ABA-A819-45F7-A35C-389A9D72DAF0}"/>
    <pc:docChg chg="undo custSel addSld modSld">
      <pc:chgData name="Violitta Yesmaya" userId="4132fe74-a9e3-4df6-a260-6f1dbd02419b" providerId="ADAL" clId="{7CE71ABA-A819-45F7-A35C-389A9D72DAF0}" dt="2025-07-18T17:41:57.862" v="290" actId="403"/>
      <pc:docMkLst>
        <pc:docMk/>
      </pc:docMkLst>
      <pc:sldChg chg="modSp mod">
        <pc:chgData name="Violitta Yesmaya" userId="4132fe74-a9e3-4df6-a260-6f1dbd02419b" providerId="ADAL" clId="{7CE71ABA-A819-45F7-A35C-389A9D72DAF0}" dt="2025-07-18T17:25:27.160" v="11" actId="20577"/>
        <pc:sldMkLst>
          <pc:docMk/>
          <pc:sldMk cId="3807564589" sldId="256"/>
        </pc:sldMkLst>
        <pc:spChg chg="mod">
          <ac:chgData name="Violitta Yesmaya" userId="4132fe74-a9e3-4df6-a260-6f1dbd02419b" providerId="ADAL" clId="{7CE71ABA-A819-45F7-A35C-389A9D72DAF0}" dt="2025-07-18T17:25:27.160" v="11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modSp mod">
        <pc:chgData name="Violitta Yesmaya" userId="4132fe74-a9e3-4df6-a260-6f1dbd02419b" providerId="ADAL" clId="{7CE71ABA-A819-45F7-A35C-389A9D72DAF0}" dt="2025-07-18T17:27:47.319" v="44" actId="6549"/>
        <pc:sldMkLst>
          <pc:docMk/>
          <pc:sldMk cId="3456845488" sldId="259"/>
        </pc:sldMkLst>
        <pc:spChg chg="mod">
          <ac:chgData name="Violitta Yesmaya" userId="4132fe74-a9e3-4df6-a260-6f1dbd02419b" providerId="ADAL" clId="{7CE71ABA-A819-45F7-A35C-389A9D72DAF0}" dt="2025-07-18T17:27:47.319" v="44" actId="6549"/>
          <ac:spMkLst>
            <pc:docMk/>
            <pc:sldMk cId="3456845488" sldId="259"/>
            <ac:spMk id="12" creationId="{0832CBFA-B5FF-EE51-A698-9B4DCF6F13D3}"/>
          </ac:spMkLst>
        </pc:spChg>
      </pc:sldChg>
      <pc:sldChg chg="modSp mod">
        <pc:chgData name="Violitta Yesmaya" userId="4132fe74-a9e3-4df6-a260-6f1dbd02419b" providerId="ADAL" clId="{7CE71ABA-A819-45F7-A35C-389A9D72DAF0}" dt="2025-07-18T17:29:02.831" v="55" actId="6549"/>
        <pc:sldMkLst>
          <pc:docMk/>
          <pc:sldMk cId="4048184833" sldId="260"/>
        </pc:sldMkLst>
        <pc:spChg chg="mod">
          <ac:chgData name="Violitta Yesmaya" userId="4132fe74-a9e3-4df6-a260-6f1dbd02419b" providerId="ADAL" clId="{7CE71ABA-A819-45F7-A35C-389A9D72DAF0}" dt="2025-07-18T17:29:02.831" v="55" actId="6549"/>
          <ac:spMkLst>
            <pc:docMk/>
            <pc:sldMk cId="4048184833" sldId="260"/>
            <ac:spMk id="15" creationId="{FA4DA8A9-1ACA-352A-8228-9C05B26AF6EE}"/>
          </ac:spMkLst>
        </pc:spChg>
      </pc:sldChg>
      <pc:sldChg chg="modSp">
        <pc:chgData name="Violitta Yesmaya" userId="4132fe74-a9e3-4df6-a260-6f1dbd02419b" providerId="ADAL" clId="{7CE71ABA-A819-45F7-A35C-389A9D72DAF0}" dt="2025-07-18T17:29:23.264" v="57"/>
        <pc:sldMkLst>
          <pc:docMk/>
          <pc:sldMk cId="871947304" sldId="261"/>
        </pc:sldMkLst>
        <pc:spChg chg="mod">
          <ac:chgData name="Violitta Yesmaya" userId="4132fe74-a9e3-4df6-a260-6f1dbd02419b" providerId="ADAL" clId="{7CE71ABA-A819-45F7-A35C-389A9D72DAF0}" dt="2025-07-18T17:29:17.977" v="56"/>
          <ac:spMkLst>
            <pc:docMk/>
            <pc:sldMk cId="871947304" sldId="261"/>
            <ac:spMk id="2" creationId="{446E3529-DA16-A0AE-CE4B-972754315223}"/>
          </ac:spMkLst>
        </pc:spChg>
        <pc:spChg chg="mod">
          <ac:chgData name="Violitta Yesmaya" userId="4132fe74-a9e3-4df6-a260-6f1dbd02419b" providerId="ADAL" clId="{7CE71ABA-A819-45F7-A35C-389A9D72DAF0}" dt="2025-07-18T17:29:23.264" v="57"/>
          <ac:spMkLst>
            <pc:docMk/>
            <pc:sldMk cId="871947304" sldId="261"/>
            <ac:spMk id="4" creationId="{C2022667-D565-A267-CD19-1349AB36337D}"/>
          </ac:spMkLst>
        </pc:spChg>
      </pc:sldChg>
      <pc:sldChg chg="addSp delSp modSp mod">
        <pc:chgData name="Violitta Yesmaya" userId="4132fe74-a9e3-4df6-a260-6f1dbd02419b" providerId="ADAL" clId="{7CE71ABA-A819-45F7-A35C-389A9D72DAF0}" dt="2025-07-18T17:41:57.862" v="290" actId="403"/>
        <pc:sldMkLst>
          <pc:docMk/>
          <pc:sldMk cId="4114041452" sldId="282"/>
        </pc:sldMkLst>
        <pc:spChg chg="add del mod">
          <ac:chgData name="Violitta Yesmaya" userId="4132fe74-a9e3-4df6-a260-6f1dbd02419b" providerId="ADAL" clId="{7CE71ABA-A819-45F7-A35C-389A9D72DAF0}" dt="2025-07-18T17:41:57.862" v="290" actId="403"/>
          <ac:spMkLst>
            <pc:docMk/>
            <pc:sldMk cId="4114041452" sldId="282"/>
            <ac:spMk id="7" creationId="{9E195835-EF7E-387E-F0EC-677FA85A5C75}"/>
          </ac:spMkLst>
        </pc:spChg>
      </pc:sldChg>
      <pc:sldChg chg="modSp mod">
        <pc:chgData name="Violitta Yesmaya" userId="4132fe74-a9e3-4df6-a260-6f1dbd02419b" providerId="ADAL" clId="{7CE71ABA-A819-45F7-A35C-389A9D72DAF0}" dt="2025-07-18T17:31:01.790" v="104" actId="6549"/>
        <pc:sldMkLst>
          <pc:docMk/>
          <pc:sldMk cId="3795143438" sldId="284"/>
        </pc:sldMkLst>
        <pc:spChg chg="mod">
          <ac:chgData name="Violitta Yesmaya" userId="4132fe74-a9e3-4df6-a260-6f1dbd02419b" providerId="ADAL" clId="{7CE71ABA-A819-45F7-A35C-389A9D72DAF0}" dt="2025-07-18T17:29:41.364" v="58"/>
          <ac:spMkLst>
            <pc:docMk/>
            <pc:sldMk cId="3795143438" sldId="284"/>
            <ac:spMk id="2" creationId="{84AA53C8-7560-FD94-9612-4373AB25A100}"/>
          </ac:spMkLst>
        </pc:spChg>
        <pc:spChg chg="mod">
          <ac:chgData name="Violitta Yesmaya" userId="4132fe74-a9e3-4df6-a260-6f1dbd02419b" providerId="ADAL" clId="{7CE71ABA-A819-45F7-A35C-389A9D72DAF0}" dt="2025-07-18T17:31:01.790" v="104" actId="6549"/>
          <ac:spMkLst>
            <pc:docMk/>
            <pc:sldMk cId="3795143438" sldId="284"/>
            <ac:spMk id="4" creationId="{62FBFC29-FDEA-12ED-95E2-BBBF545A53F4}"/>
          </ac:spMkLst>
        </pc:spChg>
      </pc:sldChg>
      <pc:sldChg chg="modSp mod">
        <pc:chgData name="Violitta Yesmaya" userId="4132fe74-a9e3-4df6-a260-6f1dbd02419b" providerId="ADAL" clId="{7CE71ABA-A819-45F7-A35C-389A9D72DAF0}" dt="2025-07-18T17:32:42.271" v="167" actId="403"/>
        <pc:sldMkLst>
          <pc:docMk/>
          <pc:sldMk cId="1238527372" sldId="285"/>
        </pc:sldMkLst>
        <pc:spChg chg="mod">
          <ac:chgData name="Violitta Yesmaya" userId="4132fe74-a9e3-4df6-a260-6f1dbd02419b" providerId="ADAL" clId="{7CE71ABA-A819-45F7-A35C-389A9D72DAF0}" dt="2025-07-18T17:31:15.748" v="105"/>
          <ac:spMkLst>
            <pc:docMk/>
            <pc:sldMk cId="1238527372" sldId="285"/>
            <ac:spMk id="2" creationId="{FC0B4703-2D54-9B9E-98E2-B1CB3F590E82}"/>
          </ac:spMkLst>
        </pc:spChg>
        <pc:spChg chg="mod">
          <ac:chgData name="Violitta Yesmaya" userId="4132fe74-a9e3-4df6-a260-6f1dbd02419b" providerId="ADAL" clId="{7CE71ABA-A819-45F7-A35C-389A9D72DAF0}" dt="2025-07-18T17:32:42.271" v="167" actId="403"/>
          <ac:spMkLst>
            <pc:docMk/>
            <pc:sldMk cId="1238527372" sldId="285"/>
            <ac:spMk id="4" creationId="{6B7F9BD4-F58B-6956-F7D1-6C59DAF293BB}"/>
          </ac:spMkLst>
        </pc:spChg>
      </pc:sldChg>
      <pc:sldChg chg="modSp mod">
        <pc:chgData name="Violitta Yesmaya" userId="4132fe74-a9e3-4df6-a260-6f1dbd02419b" providerId="ADAL" clId="{7CE71ABA-A819-45F7-A35C-389A9D72DAF0}" dt="2025-07-18T17:36:56.050" v="221" actId="403"/>
        <pc:sldMkLst>
          <pc:docMk/>
          <pc:sldMk cId="1451375479" sldId="286"/>
        </pc:sldMkLst>
        <pc:spChg chg="mod">
          <ac:chgData name="Violitta Yesmaya" userId="4132fe74-a9e3-4df6-a260-6f1dbd02419b" providerId="ADAL" clId="{7CE71ABA-A819-45F7-A35C-389A9D72DAF0}" dt="2025-07-18T17:35:57.359" v="168"/>
          <ac:spMkLst>
            <pc:docMk/>
            <pc:sldMk cId="1451375479" sldId="286"/>
            <ac:spMk id="2" creationId="{4E02DC01-6615-2F59-57C7-17E18C461636}"/>
          </ac:spMkLst>
        </pc:spChg>
        <pc:spChg chg="mod">
          <ac:chgData name="Violitta Yesmaya" userId="4132fe74-a9e3-4df6-a260-6f1dbd02419b" providerId="ADAL" clId="{7CE71ABA-A819-45F7-A35C-389A9D72DAF0}" dt="2025-07-18T17:36:56.050" v="221" actId="403"/>
          <ac:spMkLst>
            <pc:docMk/>
            <pc:sldMk cId="1451375479" sldId="286"/>
            <ac:spMk id="4" creationId="{C0E343B8-338B-B9FB-71B2-F569AED74FE3}"/>
          </ac:spMkLst>
        </pc:spChg>
      </pc:sldChg>
      <pc:sldChg chg="modSp new mod">
        <pc:chgData name="Violitta Yesmaya" userId="4132fe74-a9e3-4df6-a260-6f1dbd02419b" providerId="ADAL" clId="{7CE71ABA-A819-45F7-A35C-389A9D72DAF0}" dt="2025-07-18T17:37:47.133" v="241" actId="5793"/>
        <pc:sldMkLst>
          <pc:docMk/>
          <pc:sldMk cId="1572924991" sldId="288"/>
        </pc:sldMkLst>
      </pc:sldChg>
      <pc:sldChg chg="modSp new mod">
        <pc:chgData name="Violitta Yesmaya" userId="4132fe74-a9e3-4df6-a260-6f1dbd02419b" providerId="ADAL" clId="{7CE71ABA-A819-45F7-A35C-389A9D72DAF0}" dt="2025-07-18T17:38:04.445" v="246" actId="27636"/>
        <pc:sldMkLst>
          <pc:docMk/>
          <pc:sldMk cId="995635855" sldId="289"/>
        </pc:sldMkLst>
      </pc:sldChg>
      <pc:sldChg chg="modSp new mod">
        <pc:chgData name="Violitta Yesmaya" userId="4132fe74-a9e3-4df6-a260-6f1dbd02419b" providerId="ADAL" clId="{7CE71ABA-A819-45F7-A35C-389A9D72DAF0}" dt="2025-07-18T17:38:25.995" v="262" actId="6549"/>
        <pc:sldMkLst>
          <pc:docMk/>
          <pc:sldMk cId="4062454128" sldId="290"/>
        </pc:sldMkLst>
      </pc:sldChg>
    </pc:docChg>
  </pc:docChgLst>
  <pc:docChgLst>
    <pc:chgData name="Violitta Yesmaya" userId="4132fe74-a9e3-4df6-a260-6f1dbd02419b" providerId="ADAL" clId="{50BCB707-0EF1-40E1-865D-6D8A7E64F4CB}"/>
    <pc:docChg chg="undo custSel modSld">
      <pc:chgData name="Violitta Yesmaya" userId="4132fe74-a9e3-4df6-a260-6f1dbd02419b" providerId="ADAL" clId="{50BCB707-0EF1-40E1-865D-6D8A7E64F4CB}" dt="2024-12-22T19:10:00.291" v="495" actId="33524"/>
      <pc:docMkLst>
        <pc:docMk/>
      </pc:docMkLst>
      <pc:sldChg chg="modSp mod">
        <pc:chgData name="Violitta Yesmaya" userId="4132fe74-a9e3-4df6-a260-6f1dbd02419b" providerId="ADAL" clId="{50BCB707-0EF1-40E1-865D-6D8A7E64F4CB}" dt="2024-12-22T16:42:09.471" v="32" actId="20577"/>
        <pc:sldMkLst>
          <pc:docMk/>
          <pc:sldMk cId="3456845488" sldId="259"/>
        </pc:sldMkLst>
      </pc:sldChg>
      <pc:sldChg chg="modSp mod">
        <pc:chgData name="Violitta Yesmaya" userId="4132fe74-a9e3-4df6-a260-6f1dbd02419b" providerId="ADAL" clId="{50BCB707-0EF1-40E1-865D-6D8A7E64F4CB}" dt="2024-12-22T18:53:54.166" v="303" actId="20577"/>
        <pc:sldMkLst>
          <pc:docMk/>
          <pc:sldMk cId="871947304" sldId="261"/>
        </pc:sldMkLst>
      </pc:sldChg>
      <pc:sldChg chg="modSp mod">
        <pc:chgData name="Violitta Yesmaya" userId="4132fe74-a9e3-4df6-a260-6f1dbd02419b" providerId="ADAL" clId="{50BCB707-0EF1-40E1-865D-6D8A7E64F4CB}" dt="2024-12-22T19:02:00.370" v="487" actId="20577"/>
        <pc:sldMkLst>
          <pc:docMk/>
          <pc:sldMk cId="776159189" sldId="263"/>
        </pc:sldMkLst>
      </pc:sldChg>
      <pc:sldChg chg="modSp mod">
        <pc:chgData name="Violitta Yesmaya" userId="4132fe74-a9e3-4df6-a260-6f1dbd02419b" providerId="ADAL" clId="{50BCB707-0EF1-40E1-865D-6D8A7E64F4CB}" dt="2024-12-22T19:07:59.550" v="494" actId="20577"/>
        <pc:sldMkLst>
          <pc:docMk/>
          <pc:sldMk cId="3414237227" sldId="264"/>
        </pc:sldMkLst>
      </pc:sldChg>
      <pc:sldChg chg="addSp delSp modSp mod modClrScheme chgLayout">
        <pc:chgData name="Violitta Yesmaya" userId="4132fe74-a9e3-4df6-a260-6f1dbd02419b" providerId="ADAL" clId="{50BCB707-0EF1-40E1-865D-6D8A7E64F4CB}" dt="2024-12-22T18:54:07.517" v="305" actId="403"/>
        <pc:sldMkLst>
          <pc:docMk/>
          <pc:sldMk cId="929128689" sldId="268"/>
        </pc:sldMkLst>
      </pc:sldChg>
      <pc:sldChg chg="modSp mod">
        <pc:chgData name="Violitta Yesmaya" userId="4132fe74-a9e3-4df6-a260-6f1dbd02419b" providerId="ADAL" clId="{50BCB707-0EF1-40E1-865D-6D8A7E64F4CB}" dt="2024-12-22T19:10:00.291" v="495" actId="33524"/>
        <pc:sldMkLst>
          <pc:docMk/>
          <pc:sldMk cId="528804888" sldId="280"/>
        </pc:sldMkLst>
      </pc:sldChg>
    </pc:docChg>
  </pc:docChgLst>
  <pc:docChgLst>
    <pc:chgData name="Violitta Yesmaya" userId="4132fe74-a9e3-4df6-a260-6f1dbd02419b" providerId="ADAL" clId="{EF5C9286-9A9E-4466-B988-B6E5B5DFCC85}"/>
    <pc:docChg chg="undo custSel addSld delSld modSld">
      <pc:chgData name="Violitta Yesmaya" userId="4132fe74-a9e3-4df6-a260-6f1dbd02419b" providerId="ADAL" clId="{EF5C9286-9A9E-4466-B988-B6E5B5DFCC85}" dt="2025-07-18T17:23:49.927" v="242" actId="6549"/>
      <pc:docMkLst>
        <pc:docMk/>
      </pc:docMkLst>
      <pc:sldChg chg="modSp mod">
        <pc:chgData name="Violitta Yesmaya" userId="4132fe74-a9e3-4df6-a260-6f1dbd02419b" providerId="ADAL" clId="{EF5C9286-9A9E-4466-B988-B6E5B5DFCC85}" dt="2025-07-18T17:09:29.047" v="42"/>
        <pc:sldMkLst>
          <pc:docMk/>
          <pc:sldMk cId="3807564589" sldId="256"/>
        </pc:sldMkLst>
        <pc:spChg chg="mod">
          <ac:chgData name="Violitta Yesmaya" userId="4132fe74-a9e3-4df6-a260-6f1dbd02419b" providerId="ADAL" clId="{EF5C9286-9A9E-4466-B988-B6E5B5DFCC85}" dt="2025-07-18T17:09:29.047" v="42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Violitta Yesmaya" userId="4132fe74-a9e3-4df6-a260-6f1dbd02419b" providerId="ADAL" clId="{EF5C9286-9A9E-4466-B988-B6E5B5DFCC85}" dt="2025-07-18T16:56:24.759" v="35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addSp delSp modSp mod modClrScheme chgLayout">
        <pc:chgData name="Violitta Yesmaya" userId="4132fe74-a9e3-4df6-a260-6f1dbd02419b" providerId="ADAL" clId="{EF5C9286-9A9E-4466-B988-B6E5B5DFCC85}" dt="2025-07-18T17:12:58.797" v="56"/>
        <pc:sldMkLst>
          <pc:docMk/>
          <pc:sldMk cId="3143599287" sldId="257"/>
        </pc:sldMkLst>
        <pc:spChg chg="add mod ord">
          <ac:chgData name="Violitta Yesmaya" userId="4132fe74-a9e3-4df6-a260-6f1dbd02419b" providerId="ADAL" clId="{EF5C9286-9A9E-4466-B988-B6E5B5DFCC85}" dt="2025-07-18T17:11:59.695" v="43" actId="700"/>
          <ac:spMkLst>
            <pc:docMk/>
            <pc:sldMk cId="3143599287" sldId="257"/>
            <ac:spMk id="2" creationId="{953098A6-6441-B8A0-301A-F7C34E08B09B}"/>
          </ac:spMkLst>
        </pc:spChg>
        <pc:spChg chg="add mod ord">
          <ac:chgData name="Violitta Yesmaya" userId="4132fe74-a9e3-4df6-a260-6f1dbd02419b" providerId="ADAL" clId="{EF5C9286-9A9E-4466-B988-B6E5B5DFCC85}" dt="2025-07-18T17:12:58.797" v="56"/>
          <ac:spMkLst>
            <pc:docMk/>
            <pc:sldMk cId="3143599287" sldId="257"/>
            <ac:spMk id="3" creationId="{7C205B0E-87F2-E762-B02B-C6B6CFB5B335}"/>
          </ac:spMkLst>
        </pc:spChg>
        <pc:spChg chg="add mod ord">
          <ac:chgData name="Violitta Yesmaya" userId="4132fe74-a9e3-4df6-a260-6f1dbd02419b" providerId="ADAL" clId="{EF5C9286-9A9E-4466-B988-B6E5B5DFCC85}" dt="2025-07-18T17:12:29.213" v="52" actId="20577"/>
          <ac:spMkLst>
            <pc:docMk/>
            <pc:sldMk cId="3143599287" sldId="257"/>
            <ac:spMk id="4" creationId="{20F0D3B8-4DD9-A711-C84A-8522F93B3DC3}"/>
          </ac:spMkLst>
        </pc:spChg>
        <pc:spChg chg="mod ord">
          <ac:chgData name="Violitta Yesmaya" userId="4132fe74-a9e3-4df6-a260-6f1dbd02419b" providerId="ADAL" clId="{EF5C9286-9A9E-4466-B988-B6E5B5DFCC85}" dt="2025-07-18T17:11:59.695" v="43" actId="700"/>
          <ac:spMkLst>
            <pc:docMk/>
            <pc:sldMk cId="3143599287" sldId="257"/>
            <ac:spMk id="5" creationId="{D946131D-2DE4-02C6-6088-EE169EC1FF22}"/>
          </ac:spMkLst>
        </pc:spChg>
        <pc:spChg chg="mod ord">
          <ac:chgData name="Violitta Yesmaya" userId="4132fe74-a9e3-4df6-a260-6f1dbd02419b" providerId="ADAL" clId="{EF5C9286-9A9E-4466-B988-B6E5B5DFCC85}" dt="2025-07-18T17:12:49.323" v="55"/>
          <ac:spMkLst>
            <pc:docMk/>
            <pc:sldMk cId="3143599287" sldId="257"/>
            <ac:spMk id="9" creationId="{935ABD4D-F23C-C57D-1719-4C414392AA7F}"/>
          </ac:spMkLst>
        </pc:spChg>
        <pc:spChg chg="mod ord">
          <ac:chgData name="Violitta Yesmaya" userId="4132fe74-a9e3-4df6-a260-6f1dbd02419b" providerId="ADAL" clId="{EF5C9286-9A9E-4466-B988-B6E5B5DFCC85}" dt="2025-07-18T17:12:31.632" v="54" actId="20577"/>
          <ac:spMkLst>
            <pc:docMk/>
            <pc:sldMk cId="3143599287" sldId="257"/>
            <ac:spMk id="10" creationId="{F1F20FAD-6B01-1CBF-C6FC-A18BF72448EA}"/>
          </ac:spMkLst>
        </pc:spChg>
      </pc:sldChg>
      <pc:sldChg chg="modSp mod">
        <pc:chgData name="Violitta Yesmaya" userId="4132fe74-a9e3-4df6-a260-6f1dbd02419b" providerId="ADAL" clId="{EF5C9286-9A9E-4466-B988-B6E5B5DFCC85}" dt="2025-07-18T17:18:34.635" v="132" actId="6549"/>
        <pc:sldMkLst>
          <pc:docMk/>
          <pc:sldMk cId="4048184833" sldId="260"/>
        </pc:sldMkLst>
        <pc:spChg chg="mod">
          <ac:chgData name="Violitta Yesmaya" userId="4132fe74-a9e3-4df6-a260-6f1dbd02419b" providerId="ADAL" clId="{EF5C9286-9A9E-4466-B988-B6E5B5DFCC85}" dt="2025-07-18T17:18:34.635" v="132" actId="6549"/>
          <ac:spMkLst>
            <pc:docMk/>
            <pc:sldMk cId="4048184833" sldId="260"/>
            <ac:spMk id="15" creationId="{FA4DA8A9-1ACA-352A-8228-9C05B26AF6EE}"/>
          </ac:spMkLst>
        </pc:spChg>
      </pc:sldChg>
      <pc:sldChg chg="delSp modSp mod">
        <pc:chgData name="Violitta Yesmaya" userId="4132fe74-a9e3-4df6-a260-6f1dbd02419b" providerId="ADAL" clId="{EF5C9286-9A9E-4466-B988-B6E5B5DFCC85}" dt="2025-07-18T17:17:41.069" v="106" actId="14100"/>
        <pc:sldMkLst>
          <pc:docMk/>
          <pc:sldMk cId="871947304" sldId="261"/>
        </pc:sldMkLst>
        <pc:spChg chg="mod">
          <ac:chgData name="Violitta Yesmaya" userId="4132fe74-a9e3-4df6-a260-6f1dbd02419b" providerId="ADAL" clId="{EF5C9286-9A9E-4466-B988-B6E5B5DFCC85}" dt="2025-07-18T17:17:19.611" v="93" actId="20577"/>
          <ac:spMkLst>
            <pc:docMk/>
            <pc:sldMk cId="871947304" sldId="261"/>
            <ac:spMk id="2" creationId="{446E3529-DA16-A0AE-CE4B-972754315223}"/>
          </ac:spMkLst>
        </pc:spChg>
        <pc:spChg chg="mod">
          <ac:chgData name="Violitta Yesmaya" userId="4132fe74-a9e3-4df6-a260-6f1dbd02419b" providerId="ADAL" clId="{EF5C9286-9A9E-4466-B988-B6E5B5DFCC85}" dt="2025-07-18T17:17:41.069" v="106" actId="14100"/>
          <ac:spMkLst>
            <pc:docMk/>
            <pc:sldMk cId="871947304" sldId="261"/>
            <ac:spMk id="4" creationId="{C2022667-D565-A267-CD19-1349AB36337D}"/>
          </ac:spMkLst>
        </pc:spChg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980482422" sldId="262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776159189" sldId="263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3414237227" sldId="264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1969802712" sldId="265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2410396368" sldId="266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750107285" sldId="267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929128689" sldId="268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2287919187" sldId="269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1834691332" sldId="270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1787335887" sldId="271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1526462737" sldId="272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1099765145" sldId="273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1297260148" sldId="274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3764599966" sldId="275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700303253" sldId="276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2723735957" sldId="277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2212120541" sldId="278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1550728754" sldId="279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528804888" sldId="280"/>
        </pc:sldMkLst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647201666" sldId="281"/>
        </pc:sldMkLst>
      </pc:sldChg>
      <pc:sldChg chg="modSp mod">
        <pc:chgData name="Violitta Yesmaya" userId="4132fe74-a9e3-4df6-a260-6f1dbd02419b" providerId="ADAL" clId="{EF5C9286-9A9E-4466-B988-B6E5B5DFCC85}" dt="2025-07-18T17:22:58.139" v="212" actId="6549"/>
        <pc:sldMkLst>
          <pc:docMk/>
          <pc:sldMk cId="4114041452" sldId="282"/>
        </pc:sldMkLst>
        <pc:spChg chg="mod">
          <ac:chgData name="Violitta Yesmaya" userId="4132fe74-a9e3-4df6-a260-6f1dbd02419b" providerId="ADAL" clId="{EF5C9286-9A9E-4466-B988-B6E5B5DFCC85}" dt="2025-07-18T17:22:27.078" v="194"/>
          <ac:spMkLst>
            <pc:docMk/>
            <pc:sldMk cId="4114041452" sldId="282"/>
            <ac:spMk id="5" creationId="{5512762B-5B16-F1D3-F81D-DC7D9BEEF922}"/>
          </ac:spMkLst>
        </pc:spChg>
        <pc:spChg chg="mod">
          <ac:chgData name="Violitta Yesmaya" userId="4132fe74-a9e3-4df6-a260-6f1dbd02419b" providerId="ADAL" clId="{EF5C9286-9A9E-4466-B988-B6E5B5DFCC85}" dt="2025-07-18T17:22:58.139" v="212" actId="6549"/>
          <ac:spMkLst>
            <pc:docMk/>
            <pc:sldMk cId="4114041452" sldId="282"/>
            <ac:spMk id="7" creationId="{9E195835-EF7E-387E-F0EC-677FA85A5C75}"/>
          </ac:spMkLst>
        </pc:spChg>
      </pc:sldChg>
      <pc:sldChg chg="del">
        <pc:chgData name="Violitta Yesmaya" userId="4132fe74-a9e3-4df6-a260-6f1dbd02419b" providerId="ADAL" clId="{EF5C9286-9A9E-4466-B988-B6E5B5DFCC85}" dt="2025-07-18T17:21:05.366" v="169" actId="47"/>
        <pc:sldMkLst>
          <pc:docMk/>
          <pc:sldMk cId="3755535601" sldId="283"/>
        </pc:sldMkLst>
      </pc:sldChg>
      <pc:sldChg chg="modSp new mod">
        <pc:chgData name="Violitta Yesmaya" userId="4132fe74-a9e3-4df6-a260-6f1dbd02419b" providerId="ADAL" clId="{EF5C9286-9A9E-4466-B988-B6E5B5DFCC85}" dt="2025-07-18T17:19:44.732" v="149" actId="5793"/>
        <pc:sldMkLst>
          <pc:docMk/>
          <pc:sldMk cId="3795143438" sldId="284"/>
        </pc:sldMkLst>
        <pc:spChg chg="mod">
          <ac:chgData name="Violitta Yesmaya" userId="4132fe74-a9e3-4df6-a260-6f1dbd02419b" providerId="ADAL" clId="{EF5C9286-9A9E-4466-B988-B6E5B5DFCC85}" dt="2025-07-18T17:19:18.302" v="133"/>
          <ac:spMkLst>
            <pc:docMk/>
            <pc:sldMk cId="3795143438" sldId="284"/>
            <ac:spMk id="2" creationId="{84AA53C8-7560-FD94-9612-4373AB25A100}"/>
          </ac:spMkLst>
        </pc:spChg>
        <pc:spChg chg="mod">
          <ac:chgData name="Violitta Yesmaya" userId="4132fe74-a9e3-4df6-a260-6f1dbd02419b" providerId="ADAL" clId="{EF5C9286-9A9E-4466-B988-B6E5B5DFCC85}" dt="2025-07-18T17:19:44.732" v="149" actId="5793"/>
          <ac:spMkLst>
            <pc:docMk/>
            <pc:sldMk cId="3795143438" sldId="284"/>
            <ac:spMk id="4" creationId="{62FBFC29-FDEA-12ED-95E2-BBBF545A53F4}"/>
          </ac:spMkLst>
        </pc:spChg>
      </pc:sldChg>
      <pc:sldChg chg="modSp new mod">
        <pc:chgData name="Violitta Yesmaya" userId="4132fe74-a9e3-4df6-a260-6f1dbd02419b" providerId="ADAL" clId="{EF5C9286-9A9E-4466-B988-B6E5B5DFCC85}" dt="2025-07-18T17:20:41.970" v="168" actId="5793"/>
        <pc:sldMkLst>
          <pc:docMk/>
          <pc:sldMk cId="1238527372" sldId="285"/>
        </pc:sldMkLst>
        <pc:spChg chg="mod">
          <ac:chgData name="Violitta Yesmaya" userId="4132fe74-a9e3-4df6-a260-6f1dbd02419b" providerId="ADAL" clId="{EF5C9286-9A9E-4466-B988-B6E5B5DFCC85}" dt="2025-07-18T17:20:04.608" v="152"/>
          <ac:spMkLst>
            <pc:docMk/>
            <pc:sldMk cId="1238527372" sldId="285"/>
            <ac:spMk id="2" creationId="{FC0B4703-2D54-9B9E-98E2-B1CB3F590E82}"/>
          </ac:spMkLst>
        </pc:spChg>
        <pc:spChg chg="mod">
          <ac:chgData name="Violitta Yesmaya" userId="4132fe74-a9e3-4df6-a260-6f1dbd02419b" providerId="ADAL" clId="{EF5C9286-9A9E-4466-B988-B6E5B5DFCC85}" dt="2025-07-18T17:20:41.970" v="168" actId="5793"/>
          <ac:spMkLst>
            <pc:docMk/>
            <pc:sldMk cId="1238527372" sldId="285"/>
            <ac:spMk id="4" creationId="{6B7F9BD4-F58B-6956-F7D1-6C59DAF293BB}"/>
          </ac:spMkLst>
        </pc:spChg>
      </pc:sldChg>
      <pc:sldChg chg="add del">
        <pc:chgData name="Violitta Yesmaya" userId="4132fe74-a9e3-4df6-a260-6f1dbd02419b" providerId="ADAL" clId="{EF5C9286-9A9E-4466-B988-B6E5B5DFCC85}" dt="2025-07-18T17:18:06.710" v="117"/>
        <pc:sldMkLst>
          <pc:docMk/>
          <pc:sldMk cId="0" sldId="286"/>
        </pc:sldMkLst>
      </pc:sldChg>
      <pc:sldChg chg="modSp new mod">
        <pc:chgData name="Violitta Yesmaya" userId="4132fe74-a9e3-4df6-a260-6f1dbd02419b" providerId="ADAL" clId="{EF5C9286-9A9E-4466-B988-B6E5B5DFCC85}" dt="2025-07-18T17:22:03.158" v="190" actId="5793"/>
        <pc:sldMkLst>
          <pc:docMk/>
          <pc:sldMk cId="1451375479" sldId="286"/>
        </pc:sldMkLst>
        <pc:spChg chg="mod">
          <ac:chgData name="Violitta Yesmaya" userId="4132fe74-a9e3-4df6-a260-6f1dbd02419b" providerId="ADAL" clId="{EF5C9286-9A9E-4466-B988-B6E5B5DFCC85}" dt="2025-07-18T17:21:27.113" v="173" actId="27636"/>
          <ac:spMkLst>
            <pc:docMk/>
            <pc:sldMk cId="1451375479" sldId="286"/>
            <ac:spMk id="2" creationId="{4E02DC01-6615-2F59-57C7-17E18C461636}"/>
          </ac:spMkLst>
        </pc:spChg>
        <pc:spChg chg="mod">
          <ac:chgData name="Violitta Yesmaya" userId="4132fe74-a9e3-4df6-a260-6f1dbd02419b" providerId="ADAL" clId="{EF5C9286-9A9E-4466-B988-B6E5B5DFCC85}" dt="2025-07-18T17:22:03.158" v="190" actId="5793"/>
          <ac:spMkLst>
            <pc:docMk/>
            <pc:sldMk cId="1451375479" sldId="286"/>
            <ac:spMk id="4" creationId="{C0E343B8-338B-B9FB-71B2-F569AED74FE3}"/>
          </ac:spMkLst>
        </pc:spChg>
      </pc:sldChg>
      <pc:sldChg chg="modSp new del mod">
        <pc:chgData name="Violitta Yesmaya" userId="4132fe74-a9e3-4df6-a260-6f1dbd02419b" providerId="ADAL" clId="{EF5C9286-9A9E-4466-B988-B6E5B5DFCC85}" dt="2025-07-18T17:22:13.554" v="191" actId="47"/>
        <pc:sldMkLst>
          <pc:docMk/>
          <pc:sldMk cId="186131325" sldId="287"/>
        </pc:sldMkLst>
      </pc:sldChg>
      <pc:sldChg chg="modSp new mod">
        <pc:chgData name="Violitta Yesmaya" userId="4132fe74-a9e3-4df6-a260-6f1dbd02419b" providerId="ADAL" clId="{EF5C9286-9A9E-4466-B988-B6E5B5DFCC85}" dt="2025-07-18T17:23:49.927" v="242" actId="6549"/>
        <pc:sldMkLst>
          <pc:docMk/>
          <pc:sldMk cId="2141046248" sldId="287"/>
        </pc:sldMkLst>
        <pc:spChg chg="mod">
          <ac:chgData name="Violitta Yesmaya" userId="4132fe74-a9e3-4df6-a260-6f1dbd02419b" providerId="ADAL" clId="{EF5C9286-9A9E-4466-B988-B6E5B5DFCC85}" dt="2025-07-18T17:23:20.097" v="215" actId="27636"/>
          <ac:spMkLst>
            <pc:docMk/>
            <pc:sldMk cId="2141046248" sldId="287"/>
            <ac:spMk id="2" creationId="{9DB22776-8655-50ED-63E3-B23EF3E45808}"/>
          </ac:spMkLst>
        </pc:spChg>
        <pc:spChg chg="mod">
          <ac:chgData name="Violitta Yesmaya" userId="4132fe74-a9e3-4df6-a260-6f1dbd02419b" providerId="ADAL" clId="{EF5C9286-9A9E-4466-B988-B6E5B5DFCC85}" dt="2025-07-18T17:23:49.927" v="242" actId="6549"/>
          <ac:spMkLst>
            <pc:docMk/>
            <pc:sldMk cId="2141046248" sldId="287"/>
            <ac:spMk id="4" creationId="{3583039D-26D0-FB9C-1373-1E6485E0B15D}"/>
          </ac:spMkLst>
        </pc:spChg>
      </pc:sldChg>
    </pc:docChg>
  </pc:docChgLst>
  <pc:docChgLst>
    <pc:chgData name="Violitta Yesmaya" userId="4132fe74-a9e3-4df6-a260-6f1dbd02419b" providerId="ADAL" clId="{6A099B22-2DDB-42AD-825E-690550BB72BB}"/>
    <pc:docChg chg="custSel modSld">
      <pc:chgData name="Violitta Yesmaya" userId="4132fe74-a9e3-4df6-a260-6f1dbd02419b" providerId="ADAL" clId="{6A099B22-2DDB-42AD-825E-690550BB72BB}" dt="2025-02-04T06:05:29.126" v="17" actId="20577"/>
      <pc:docMkLst>
        <pc:docMk/>
      </pc:docMkLst>
      <pc:sldChg chg="modSp mod">
        <pc:chgData name="Violitta Yesmaya" userId="4132fe74-a9e3-4df6-a260-6f1dbd02419b" providerId="ADAL" clId="{6A099B22-2DDB-42AD-825E-690550BB72BB}" dt="2025-02-04T05:58:32.676" v="13" actId="403"/>
        <pc:sldMkLst>
          <pc:docMk/>
          <pc:sldMk cId="929128689" sldId="268"/>
        </pc:sldMkLst>
      </pc:sldChg>
      <pc:sldChg chg="modSp mod">
        <pc:chgData name="Violitta Yesmaya" userId="4132fe74-a9e3-4df6-a260-6f1dbd02419b" providerId="ADAL" clId="{6A099B22-2DDB-42AD-825E-690550BB72BB}" dt="2025-02-04T06:05:29.126" v="17" actId="20577"/>
        <pc:sldMkLst>
          <pc:docMk/>
          <pc:sldMk cId="1297260148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1201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  <p:sp>
        <p:nvSpPr>
          <p:cNvPr id="3" name="Rounded Rectangle 20">
            <a:extLst>
              <a:ext uri="{FF2B5EF4-FFF2-40B4-BE49-F238E27FC236}">
                <a16:creationId xmlns:a16="http://schemas.microsoft.com/office/drawing/2014/main" id="{DA62CB91-3FB4-C091-DBAC-57B936AE9BA9}"/>
              </a:ext>
            </a:extLst>
          </p:cNvPr>
          <p:cNvSpPr/>
          <p:nvPr userDrawn="1"/>
        </p:nvSpPr>
        <p:spPr>
          <a:xfrm>
            <a:off x="6226340" y="7198689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4" name="Rounded Rectangle 13">
            <a:extLst>
              <a:ext uri="{FF2B5EF4-FFF2-40B4-BE49-F238E27FC236}">
                <a16:creationId xmlns:a16="http://schemas.microsoft.com/office/drawing/2014/main" id="{ACB675B6-30ED-1F4D-D33C-406C8CBD1C4C}"/>
              </a:ext>
            </a:extLst>
          </p:cNvPr>
          <p:cNvSpPr/>
          <p:nvPr userDrawn="1"/>
        </p:nvSpPr>
        <p:spPr>
          <a:xfrm>
            <a:off x="2211901" y="7198689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F7070C7-CF25-76FC-BC50-432FAA6155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587146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9D414A-D63F-90C7-2DD5-CB68386E9A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587146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5770721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20">
            <a:extLst>
              <a:ext uri="{FF2B5EF4-FFF2-40B4-BE49-F238E27FC236}">
                <a16:creationId xmlns:a16="http://schemas.microsoft.com/office/drawing/2014/main" id="{EC6B1984-AD06-2A1C-6979-D21C51A59E8A}"/>
              </a:ext>
            </a:extLst>
          </p:cNvPr>
          <p:cNvSpPr/>
          <p:nvPr userDrawn="1"/>
        </p:nvSpPr>
        <p:spPr>
          <a:xfrm>
            <a:off x="6378740" y="7351089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  <p:sp>
        <p:nvSpPr>
          <p:cNvPr id="3" name="Rounded Rectangle 20">
            <a:extLst>
              <a:ext uri="{FF2B5EF4-FFF2-40B4-BE49-F238E27FC236}">
                <a16:creationId xmlns:a16="http://schemas.microsoft.com/office/drawing/2014/main" id="{DA62CB91-3FB4-C091-DBAC-57B936AE9BA9}"/>
              </a:ext>
            </a:extLst>
          </p:cNvPr>
          <p:cNvSpPr/>
          <p:nvPr userDrawn="1"/>
        </p:nvSpPr>
        <p:spPr>
          <a:xfrm>
            <a:off x="6326333" y="9861967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4" name="Rounded Rectangle 13">
            <a:extLst>
              <a:ext uri="{FF2B5EF4-FFF2-40B4-BE49-F238E27FC236}">
                <a16:creationId xmlns:a16="http://schemas.microsoft.com/office/drawing/2014/main" id="{ACB675B6-30ED-1F4D-D33C-406C8CBD1C4C}"/>
              </a:ext>
            </a:extLst>
          </p:cNvPr>
          <p:cNvSpPr/>
          <p:nvPr userDrawn="1"/>
        </p:nvSpPr>
        <p:spPr>
          <a:xfrm>
            <a:off x="2167377" y="7351089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F7070C7-CF25-76FC-BC50-432FAA6155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04214" y="10312254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9D414A-D63F-90C7-2DD5-CB68386E9A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587146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846F541C-80B2-3A3D-23F0-7A64567404A4}"/>
              </a:ext>
            </a:extLst>
          </p:cNvPr>
          <p:cNvSpPr/>
          <p:nvPr userDrawn="1"/>
        </p:nvSpPr>
        <p:spPr>
          <a:xfrm>
            <a:off x="2167376" y="9861967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A0C532-0146-CB95-8D95-69FE4594BF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04214" y="7739546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AA8B964-E3F0-1D1C-A7BD-A33F8BA198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06456" y="10159854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9700158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89" r:id="rId12"/>
    <p:sldLayoutId id="2147483690" r:id="rId13"/>
    <p:sldLayoutId id="2147483691" r:id="rId14"/>
    <p:sldLayoutId id="2147483667" r:id="rId15"/>
    <p:sldLayoutId id="2147483668" r:id="rId16"/>
    <p:sldLayoutId id="2147483685" r:id="rId17"/>
    <p:sldLayoutId id="2147483669" r:id="rId18"/>
    <p:sldLayoutId id="2147483683" r:id="rId19"/>
    <p:sldLayoutId id="2147483688" r:id="rId20"/>
    <p:sldLayoutId id="2147483670" r:id="rId21"/>
    <p:sldLayoutId id="2147483687" r:id="rId22"/>
    <p:sldLayoutId id="2147483671" r:id="rId23"/>
    <p:sldLayoutId id="2147483686" r:id="rId24"/>
    <p:sldLayoutId id="2147483680" r:id="rId25"/>
    <p:sldLayoutId id="2147483681" r:id="rId26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Operator, operand, &amp; </a:t>
            </a:r>
            <a:r>
              <a:rPr lang="en-US" dirty="0" err="1"/>
              <a:t>Aritmathic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&amp; Programming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5ABD4D-F23C-C57D-1719-4C414392A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4000" dirty="0"/>
              <a:t>Explain kind of algorithms in problem solving</a:t>
            </a:r>
            <a:endParaRPr lang="en-ID" sz="4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1F20FAD-6B01-1CBF-C6FC-A18BF72448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d-ID" sz="6600" b="1" dirty="0"/>
              <a:t>LO</a:t>
            </a:r>
            <a:r>
              <a:rPr lang="en-US" sz="6600" b="1" dirty="0"/>
              <a:t>1</a:t>
            </a:r>
            <a:endParaRPr lang="en-ID" sz="66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46131D-2DE4-02C6-6088-EE169EC1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Learning Objectives</a:t>
            </a:r>
            <a:endParaRPr lang="en-ID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3098A6-6441-B8A0-301A-F7C34E08B0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05B0E-87F2-E762-B02B-C6B6CFB5B3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4000" dirty="0"/>
              <a:t>Apply syntax and functions in C language in problem solving</a:t>
            </a:r>
            <a:endParaRPr lang="en-ID" sz="4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0D3B8-4DD9-A711-C84A-8522F93B3D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marR="0" lvl="0" indent="0" algn="l" defTabSz="2438338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kumimoji="0" lang="id-ID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Helvetica Neue"/>
              </a:rPr>
              <a:t>LO</a:t>
            </a:r>
            <a:r>
              <a:rPr kumimoji="0" 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 Light"/>
                <a:cs typeface="Open Sans Light"/>
                <a:sym typeface="Helvetica Neue"/>
              </a:rPr>
              <a:t>2</a:t>
            </a:r>
            <a:endParaRPr kumimoji="0" lang="en-ID" sz="6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 Light"/>
              <a:cs typeface="Open Sans Light"/>
              <a:sym typeface="Helvetica Neu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59928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7254BE2-495D-A5A9-6611-08A037A25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References</a:t>
            </a:r>
            <a:endParaRPr lang="en-ID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8FBDAD-F5A2-3024-9340-3197503397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832CBFA-B5FF-EE51-A698-9B4DCF6F13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68503" y="4271177"/>
            <a:ext cx="16543730" cy="4522264"/>
          </a:xfrm>
        </p:spPr>
        <p:txBody>
          <a:bodyPr>
            <a:normAutofit/>
          </a:bodyPr>
          <a:lstStyle/>
          <a:p>
            <a:r>
              <a:rPr lang="en-US" sz="4400" dirty="0"/>
              <a:t>Frank Vahid; Roman </a:t>
            </a:r>
            <a:r>
              <a:rPr lang="en-US" sz="4400" dirty="0" err="1"/>
              <a:t>Lysecky</a:t>
            </a:r>
            <a:r>
              <a:rPr lang="en-US" sz="4400" dirty="0"/>
              <a:t>, Programming in C (</a:t>
            </a:r>
            <a:r>
              <a:rPr lang="en-US" sz="4400" dirty="0" err="1"/>
              <a:t>zyLab</a:t>
            </a:r>
            <a:r>
              <a:rPr lang="en-US" sz="4400" dirty="0"/>
              <a:t> </a:t>
            </a:r>
            <a:r>
              <a:rPr lang="en-US" sz="4400" dirty="0" err="1"/>
              <a:t>Autograder</a:t>
            </a:r>
            <a:r>
              <a:rPr lang="en-US" sz="4400" dirty="0"/>
              <a:t>, with Sample Labs in C), Zybook</a:t>
            </a:r>
          </a:p>
          <a:p>
            <a:r>
              <a:rPr lang="en-US" sz="4400" dirty="0"/>
              <a:t>Paul J. Deitel. (2016). C how to program : with an introduction to C++. 08. Pearson Education. Hoboken. ISBN: 9780133976892.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34568454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A0B57D5-2412-7594-0D4E-171AB3FE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Contents</a:t>
            </a:r>
            <a:endParaRPr lang="en-ID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79E1254-B252-B4E5-EFB7-264BC3967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A4DA8A9-1ACA-352A-8228-9C05B26AF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46728"/>
            <a:ext cx="21368484" cy="7382108"/>
          </a:xfrm>
        </p:spPr>
        <p:txBody>
          <a:bodyPr>
            <a:noAutofit/>
          </a:bodyPr>
          <a:lstStyle/>
          <a:p>
            <a:pPr algn="just"/>
            <a:r>
              <a:rPr lang="en-US" sz="4800" dirty="0"/>
              <a:t>Students will be able to understand and apply various operators in C programming—including arithmetic, assignment, relational, logical, bitwise, and conditional—by identifying operands and precedence and solving problems through traditional coding and AI-assisted programming tools.</a:t>
            </a:r>
          </a:p>
        </p:txBody>
      </p:sp>
    </p:spTree>
    <p:extLst>
      <p:ext uri="{BB962C8B-B14F-4D97-AF65-F5344CB8AC3E}">
        <p14:creationId xmlns:p14="http://schemas.microsoft.com/office/powerpoint/2010/main" val="404818483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3529-DA16-A0AE-CE4B-97275431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Preparation and Activation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22667-D565-A267-CD19-1349AB3633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502236"/>
            <a:ext cx="21129945" cy="11213763"/>
          </a:xfrm>
        </p:spPr>
        <p:txBody>
          <a:bodyPr>
            <a:normAutofit/>
          </a:bodyPr>
          <a:lstStyle/>
          <a:p>
            <a:r>
              <a:rPr lang="en-US" sz="5400" dirty="0"/>
              <a:t>Discuss: What operators do you already know from math or spreadsheets?</a:t>
            </a:r>
          </a:p>
          <a:p>
            <a:r>
              <a:rPr lang="en-US" sz="5400" dirty="0"/>
              <a:t>Task: Write simple arithmetic expressions using +, -, *, /</a:t>
            </a:r>
          </a:p>
          <a:p>
            <a:r>
              <a:rPr lang="en-US" sz="5400" dirty="0"/>
              <a:t>Predict: What can AI explain better about operator usage or precedence?</a:t>
            </a:r>
          </a:p>
        </p:txBody>
      </p:sp>
    </p:spTree>
    <p:extLst>
      <p:ext uri="{BB962C8B-B14F-4D97-AF65-F5344CB8AC3E}">
        <p14:creationId xmlns:p14="http://schemas.microsoft.com/office/powerpoint/2010/main" val="87194730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7D91-0B4C-5591-D755-0C13D8143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7397-5F33-03D7-E3AB-65A6FF29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Definitions: Operator, Operand, Arithmetic 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43BFD-A768-5130-28FC-B87378E430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502236"/>
            <a:ext cx="21129945" cy="11213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**Operator**:</a:t>
            </a:r>
          </a:p>
          <a:p>
            <a:r>
              <a:rPr lang="en-US" sz="5400" dirty="0"/>
              <a:t>A symbol that tells the compiler to perform specific mathematical or logical operations. Examples: +, -, *, /, =</a:t>
            </a:r>
          </a:p>
          <a:p>
            <a:pPr marL="0" indent="0">
              <a:buNone/>
            </a:pPr>
            <a:r>
              <a:rPr lang="en-US" sz="5400" dirty="0"/>
              <a:t>**Operand**:</a:t>
            </a:r>
          </a:p>
          <a:p>
            <a:r>
              <a:rPr lang="en-US" sz="5400" dirty="0"/>
              <a:t>The data on which operators operate. For example, in 'a + b', 'a' and 'b' are operands.</a:t>
            </a:r>
          </a:p>
          <a:p>
            <a:pPr marL="0" indent="0">
              <a:buNone/>
            </a:pPr>
            <a:r>
              <a:rPr lang="en-US" sz="5400" dirty="0"/>
              <a:t>**Arithmetic**:</a:t>
            </a:r>
          </a:p>
          <a:p>
            <a:r>
              <a:rPr lang="en-US" sz="5400" dirty="0"/>
              <a:t>Arithmetic refers to mathematical operations such as addition, subtraction, multiplication, division, and modulo, commonly used for numeric computations.</a:t>
            </a:r>
          </a:p>
        </p:txBody>
      </p:sp>
    </p:spTree>
    <p:extLst>
      <p:ext uri="{BB962C8B-B14F-4D97-AF65-F5344CB8AC3E}">
        <p14:creationId xmlns:p14="http://schemas.microsoft.com/office/powerpoint/2010/main" val="16744982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A53C8-7560-FD94-9612-4373AB25A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Concepts of Operator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BFC29-FDEA-12ED-95E2-BBBF545A53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422724"/>
            <a:ext cx="20573353" cy="109752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400" dirty="0"/>
              <a:t>Operators: Symbols used to perform operations on operands.</a:t>
            </a:r>
          </a:p>
          <a:p>
            <a:pPr marL="0" indent="0">
              <a:buNone/>
            </a:pPr>
            <a:r>
              <a:rPr lang="en-US" sz="4400" dirty="0"/>
              <a:t>Example: int result = a + b;</a:t>
            </a:r>
          </a:p>
          <a:p>
            <a:pPr marL="0" indent="0">
              <a:buNone/>
            </a:pPr>
            <a:r>
              <a:rPr lang="en-US" sz="4400" dirty="0"/>
              <a:t>Types:</a:t>
            </a:r>
          </a:p>
          <a:p>
            <a:pPr marL="0" indent="0">
              <a:buNone/>
            </a:pPr>
            <a:r>
              <a:rPr lang="en-US" sz="4400" dirty="0"/>
              <a:t>- Arithmetic: + - * / % ++ --</a:t>
            </a:r>
          </a:p>
          <a:p>
            <a:pPr marL="0" indent="0">
              <a:buNone/>
            </a:pPr>
            <a:r>
              <a:rPr lang="en-US" sz="4400" dirty="0"/>
              <a:t>- Assignment: = += -=</a:t>
            </a:r>
          </a:p>
          <a:p>
            <a:pPr marL="0" indent="0">
              <a:buNone/>
            </a:pPr>
            <a:r>
              <a:rPr lang="en-US" sz="4400" dirty="0"/>
              <a:t>- Relational: == != &gt; &lt; &gt;= &lt;=</a:t>
            </a:r>
          </a:p>
          <a:p>
            <a:pPr marL="0" indent="0">
              <a:buNone/>
            </a:pPr>
            <a:r>
              <a:rPr lang="en-US" sz="4400" dirty="0"/>
              <a:t>- Logical: &amp;&amp; || !</a:t>
            </a:r>
          </a:p>
          <a:p>
            <a:pPr marL="0" indent="0">
              <a:buNone/>
            </a:pPr>
            <a:r>
              <a:rPr lang="en-US" sz="4400" dirty="0"/>
              <a:t>- Bitwise: &amp; | ^ ~ &lt;&lt; &gt;&gt;</a:t>
            </a:r>
          </a:p>
          <a:p>
            <a:pPr marL="0" indent="0">
              <a:buNone/>
            </a:pPr>
            <a:r>
              <a:rPr lang="en-US" sz="4400" dirty="0"/>
              <a:t>- Conditional: ? :</a:t>
            </a:r>
          </a:p>
          <a:p>
            <a:pPr marL="0" indent="0">
              <a:buNone/>
            </a:pPr>
            <a:r>
              <a:rPr lang="en-US" sz="4400" dirty="0"/>
              <a:t>- Pointer: * &amp;</a:t>
            </a:r>
          </a:p>
        </p:txBody>
      </p:sp>
    </p:spTree>
    <p:extLst>
      <p:ext uri="{BB962C8B-B14F-4D97-AF65-F5344CB8AC3E}">
        <p14:creationId xmlns:p14="http://schemas.microsoft.com/office/powerpoint/2010/main" val="379514343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4703-2D54-9B9E-98E2-B1CB3F59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Practice Tasks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F9BD4-F58B-6956-F7D1-6C59DAF293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382339"/>
            <a:ext cx="19579440" cy="10137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Highlight: Identify the operator</a:t>
            </a:r>
          </a:p>
          <a:p>
            <a:pPr marL="0" indent="0">
              <a:buNone/>
            </a:pPr>
            <a:r>
              <a:rPr lang="en-US" sz="5400" dirty="0"/>
              <a:t>Ask AI: 'What does x %= 3 mean?'</a:t>
            </a:r>
          </a:p>
          <a:p>
            <a:pPr marL="0" indent="0">
              <a:buNone/>
            </a:pPr>
            <a:r>
              <a:rPr lang="en-US" sz="5400" dirty="0"/>
              <a:t>Illustrate: Get code samples</a:t>
            </a:r>
          </a:p>
          <a:p>
            <a:pPr marL="0" indent="0">
              <a:buNone/>
            </a:pPr>
            <a:r>
              <a:rPr lang="en-US" sz="5400" dirty="0"/>
              <a:t>Connect: Relate logic to real-life</a:t>
            </a:r>
          </a:p>
          <a:p>
            <a:pPr marL="0" indent="0">
              <a:buNone/>
            </a:pPr>
            <a:r>
              <a:rPr lang="en-US" sz="5400" dirty="0"/>
              <a:t>Organize: Use AI to make operator tables</a:t>
            </a:r>
          </a:p>
          <a:p>
            <a:pPr marL="0" indent="0">
              <a:buNone/>
            </a:pPr>
            <a:r>
              <a:rPr lang="en-US" sz="5400" dirty="0"/>
              <a:t>Link: Try alternative logic</a:t>
            </a:r>
          </a:p>
          <a:p>
            <a:pPr marL="0" indent="0">
              <a:buNone/>
            </a:pPr>
            <a:r>
              <a:rPr lang="en-US" sz="5400" dirty="0"/>
              <a:t>Assess: AI-generated quizzes</a:t>
            </a:r>
          </a:p>
        </p:txBody>
      </p:sp>
    </p:spTree>
    <p:extLst>
      <p:ext uri="{BB962C8B-B14F-4D97-AF65-F5344CB8AC3E}">
        <p14:creationId xmlns:p14="http://schemas.microsoft.com/office/powerpoint/2010/main" val="123852737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DC01-6615-2F59-57C7-17E18C46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343B8-338B-B9FB-71B2-F569AED74F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504603"/>
            <a:ext cx="20049246" cy="106150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dirty="0"/>
              <a:t>Code:</a:t>
            </a:r>
          </a:p>
          <a:p>
            <a:pPr marL="0" indent="0">
              <a:buNone/>
            </a:pPr>
            <a:r>
              <a:rPr lang="en-US" sz="4800" dirty="0"/>
              <a:t>#include &lt;</a:t>
            </a:r>
            <a:r>
              <a:rPr lang="en-US" sz="4800" dirty="0" err="1"/>
              <a:t>stdio.h</a:t>
            </a:r>
            <a:r>
              <a:rPr lang="en-US" sz="4800" dirty="0"/>
              <a:t>&gt;</a:t>
            </a:r>
          </a:p>
          <a:p>
            <a:pPr marL="0" indent="0">
              <a:buNone/>
            </a:pPr>
            <a:r>
              <a:rPr lang="en-US" sz="4800" dirty="0"/>
              <a:t>int main() {</a:t>
            </a:r>
          </a:p>
          <a:p>
            <a:pPr marL="0" indent="0">
              <a:buNone/>
            </a:pPr>
            <a:r>
              <a:rPr lang="en-US" sz="4800" dirty="0"/>
              <a:t>    int a = 10, b = 3;</a:t>
            </a:r>
          </a:p>
          <a:p>
            <a:pPr marL="0" indent="0">
              <a:buNone/>
            </a:pPr>
            <a:r>
              <a:rPr lang="en-US" sz="4800" dirty="0"/>
              <a:t>    printf("Add: %d\n", a + b);</a:t>
            </a:r>
          </a:p>
          <a:p>
            <a:pPr marL="0" indent="0">
              <a:buNone/>
            </a:pPr>
            <a:r>
              <a:rPr lang="en-US" sz="4800" dirty="0"/>
              <a:t>    printf("Mod: %d\n", a % b);</a:t>
            </a:r>
          </a:p>
          <a:p>
            <a:pPr marL="0" indent="0">
              <a:buNone/>
            </a:pPr>
            <a:r>
              <a:rPr lang="en-US" sz="4800" dirty="0"/>
              <a:t>    return 0;</a:t>
            </a:r>
          </a:p>
          <a:p>
            <a:pPr marL="0" indent="0">
              <a:buNone/>
            </a:pPr>
            <a:r>
              <a:rPr lang="en-US" sz="4800" dirty="0"/>
              <a:t>}</a:t>
            </a:r>
          </a:p>
          <a:p>
            <a:pPr marL="0" indent="0">
              <a:buNone/>
            </a:pPr>
            <a:r>
              <a:rPr lang="en-US" sz="4800" dirty="0"/>
              <a:t>Ask AI to vary this with logical or bitwise ops.</a:t>
            </a:r>
          </a:p>
        </p:txBody>
      </p:sp>
    </p:spTree>
    <p:extLst>
      <p:ext uri="{BB962C8B-B14F-4D97-AF65-F5344CB8AC3E}">
        <p14:creationId xmlns:p14="http://schemas.microsoft.com/office/powerpoint/2010/main" val="14513754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ACAD-5FDE-A022-9A92-A168625A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DAE5B-44F4-95F8-F361-B8314A304FF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2468909"/>
            <a:ext cx="20215545" cy="10736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Create a program that:</a:t>
            </a:r>
          </a:p>
          <a:p>
            <a:pPr marL="0" indent="0">
              <a:buNone/>
            </a:pPr>
            <a:r>
              <a:rPr lang="en-US" sz="4400" dirty="0"/>
              <a:t>1. Takes 2 inputs</a:t>
            </a:r>
          </a:p>
          <a:p>
            <a:pPr marL="0" indent="0">
              <a:buNone/>
            </a:pPr>
            <a:r>
              <a:rPr lang="en-US" sz="4400" dirty="0"/>
              <a:t>2. Displays sum, product, quotient</a:t>
            </a:r>
          </a:p>
          <a:p>
            <a:pPr marL="0" indent="0">
              <a:buNone/>
            </a:pPr>
            <a:r>
              <a:rPr lang="en-US" sz="4400" dirty="0"/>
              <a:t>3. Uses ternary to find max</a:t>
            </a:r>
          </a:p>
          <a:p>
            <a:endParaRPr lang="en-US" sz="4400" dirty="0"/>
          </a:p>
          <a:p>
            <a:pPr marL="0" indent="0">
              <a:buNone/>
            </a:pPr>
            <a:r>
              <a:rPr lang="en-US" sz="4400" dirty="0"/>
              <a:t>Then:</a:t>
            </a:r>
          </a:p>
          <a:p>
            <a:pPr marL="0" indent="0">
              <a:buNone/>
            </a:pPr>
            <a:r>
              <a:rPr lang="en-US" sz="4400" dirty="0"/>
              <a:t>- Ask ChatGPT to explain your logic</a:t>
            </a:r>
          </a:p>
          <a:p>
            <a:pPr marL="0" indent="0">
              <a:buNone/>
            </a:pPr>
            <a:r>
              <a:rPr lang="en-US" sz="4400" dirty="0"/>
              <a:t>- Get 3 variations using different operators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6528240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4757-F181-7A5E-5A20-D36B7569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Best Practices with AI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7E854-3A69-59E9-16A1-0B5CA3442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382339"/>
            <a:ext cx="20613110" cy="9858989"/>
          </a:xfrm>
        </p:spPr>
        <p:txBody>
          <a:bodyPr>
            <a:normAutofit/>
          </a:bodyPr>
          <a:lstStyle/>
          <a:p>
            <a:r>
              <a:rPr lang="en-US" sz="5400" dirty="0"/>
              <a:t>Always understand the code AI gives</a:t>
            </a:r>
          </a:p>
          <a:p>
            <a:r>
              <a:rPr lang="en-US" sz="5400" dirty="0"/>
              <a:t>Experiment and learn, don’t just copy</a:t>
            </a:r>
          </a:p>
          <a:p>
            <a:r>
              <a:rPr lang="en-US" sz="5400" dirty="0"/>
              <a:t>Use AI explanations to verify logic</a:t>
            </a:r>
          </a:p>
          <a:p>
            <a:r>
              <a:rPr lang="en-US" sz="5400" dirty="0"/>
              <a:t>Combine traditional learning with AI guidance</a:t>
            </a:r>
          </a:p>
        </p:txBody>
      </p:sp>
    </p:spTree>
    <p:extLst>
      <p:ext uri="{BB962C8B-B14F-4D97-AF65-F5344CB8AC3E}">
        <p14:creationId xmlns:p14="http://schemas.microsoft.com/office/powerpoint/2010/main" val="269626883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01E14-5579-F3E4-6D60-7D3C0E67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A9D3-CE9D-9553-1B48-489A387D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Use and Reasoning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C0452-98B6-C605-E159-4921F92541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382339"/>
            <a:ext cx="20613110" cy="98589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/>
              <a:t>Sample Prompts to AI:</a:t>
            </a:r>
          </a:p>
          <a:p>
            <a:r>
              <a:rPr lang="en-US" sz="5400" dirty="0"/>
              <a:t>1. "What does x %= 3 mean in C?"</a:t>
            </a:r>
          </a:p>
          <a:p>
            <a:r>
              <a:rPr lang="en-US" sz="5400" dirty="0"/>
              <a:t>2. "Write a C program using arithmetic and ternary operators."</a:t>
            </a:r>
          </a:p>
          <a:p>
            <a:r>
              <a:rPr lang="en-US" sz="5400" dirty="0"/>
              <a:t>3. "Explain difference between logical &amp;&amp; and bitwise &amp;"</a:t>
            </a:r>
          </a:p>
          <a:p>
            <a:endParaRPr lang="en-US" sz="5400" dirty="0"/>
          </a:p>
          <a:p>
            <a:pPr marL="0" indent="0">
              <a:buNone/>
            </a:pPr>
            <a:r>
              <a:rPr lang="en-US" sz="5400" dirty="0"/>
              <a:t>Reasoning:</a:t>
            </a:r>
          </a:p>
          <a:p>
            <a:r>
              <a:rPr lang="en-US" sz="5400" dirty="0"/>
              <a:t> Choose ternary instead of if-else after reviewing AI suggestions.</a:t>
            </a:r>
          </a:p>
          <a:p>
            <a:r>
              <a:rPr lang="en-US" sz="5400" dirty="0"/>
              <a:t> Clarify operator precedence via AI examples.</a:t>
            </a:r>
          </a:p>
        </p:txBody>
      </p:sp>
    </p:spTree>
    <p:extLst>
      <p:ext uri="{BB962C8B-B14F-4D97-AF65-F5344CB8AC3E}">
        <p14:creationId xmlns:p14="http://schemas.microsoft.com/office/powerpoint/2010/main" val="76648931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B09E-E601-91E5-04CF-EAC74485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95EA-248D-082C-739B-12358135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48FAD-8B9D-3DD8-35E8-E735D922DDE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382339"/>
            <a:ext cx="20613110" cy="9858989"/>
          </a:xfrm>
        </p:spPr>
        <p:txBody>
          <a:bodyPr>
            <a:normAutofit/>
          </a:bodyPr>
          <a:lstStyle/>
          <a:p>
            <a:r>
              <a:rPr lang="en-US" sz="5400" dirty="0"/>
              <a:t> Are arithmetic and logical operators used correctly?</a:t>
            </a:r>
          </a:p>
          <a:p>
            <a:r>
              <a:rPr lang="en-US" sz="5400" dirty="0"/>
              <a:t> Is the expression logic correct?</a:t>
            </a:r>
          </a:p>
          <a:p>
            <a:r>
              <a:rPr lang="en-US" sz="5400" dirty="0"/>
              <a:t> Are code explanations or AI reflections provided?</a:t>
            </a:r>
          </a:p>
          <a:p>
            <a:endParaRPr lang="en-US" sz="5400" dirty="0"/>
          </a:p>
          <a:p>
            <a:pPr marL="0" indent="0">
              <a:buNone/>
            </a:pPr>
            <a:r>
              <a:rPr lang="en-US" sz="5400" dirty="0"/>
              <a:t>Self-reflection:</a:t>
            </a:r>
          </a:p>
          <a:p>
            <a:r>
              <a:rPr lang="en-US" sz="5400" dirty="0"/>
              <a:t> Did the AI help simplify or improve your code?</a:t>
            </a:r>
          </a:p>
          <a:p>
            <a:r>
              <a:rPr lang="en-US" sz="5400" dirty="0"/>
              <a:t> What did you learn by comparing your logic with the AI?</a:t>
            </a:r>
          </a:p>
        </p:txBody>
      </p:sp>
    </p:spTree>
    <p:extLst>
      <p:ext uri="{BB962C8B-B14F-4D97-AF65-F5344CB8AC3E}">
        <p14:creationId xmlns:p14="http://schemas.microsoft.com/office/powerpoint/2010/main" val="230638361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1AD2-8A3D-AF57-056B-440DA5FB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612D-1A65-515A-A029-389D6DA1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Solving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CDB59-67A6-D46B-D751-51339CC12E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382339"/>
            <a:ext cx="20613110" cy="98589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5400" dirty="0"/>
              <a:t>Task: Input 2 numbers, show sum, product, and max using ternary.</a:t>
            </a:r>
          </a:p>
          <a:p>
            <a:r>
              <a:rPr lang="en-US" sz="5400" dirty="0"/>
              <a:t>AI Prompt:</a:t>
            </a:r>
          </a:p>
          <a:p>
            <a:r>
              <a:rPr lang="en-US" sz="5400" dirty="0"/>
              <a:t>"Explain how to use ternary to find the max in C."</a:t>
            </a:r>
          </a:p>
          <a:p>
            <a:pPr marL="0" indent="0">
              <a:buNone/>
            </a:pPr>
            <a:r>
              <a:rPr lang="en-US" sz="5400" dirty="0"/>
              <a:t>AI Output:</a:t>
            </a:r>
          </a:p>
          <a:p>
            <a:r>
              <a:rPr lang="en-US" sz="5400" dirty="0"/>
              <a:t>int max = (a &gt; b) ? a : b;</a:t>
            </a:r>
          </a:p>
          <a:p>
            <a:pPr marL="0" indent="0">
              <a:buNone/>
            </a:pPr>
            <a:r>
              <a:rPr lang="en-US" sz="5400" dirty="0"/>
              <a:t>Student Action:</a:t>
            </a:r>
          </a:p>
          <a:p>
            <a:r>
              <a:rPr lang="en-US" sz="5400" dirty="0"/>
              <a:t>- Adds printf for max</a:t>
            </a:r>
          </a:p>
          <a:p>
            <a:r>
              <a:rPr lang="en-US" sz="5400" dirty="0"/>
              <a:t>- Reflects on using ternary over if-else</a:t>
            </a:r>
          </a:p>
          <a:p>
            <a:r>
              <a:rPr lang="en-US" sz="5400" dirty="0"/>
              <a:t>- Notes improvement in code clarity and compactness</a:t>
            </a:r>
          </a:p>
        </p:txBody>
      </p:sp>
    </p:spTree>
    <p:extLst>
      <p:ext uri="{BB962C8B-B14F-4D97-AF65-F5344CB8AC3E}">
        <p14:creationId xmlns:p14="http://schemas.microsoft.com/office/powerpoint/2010/main" val="88499330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12762B-5B16-F1D3-F81D-DC7D9BEEF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195835-EF7E-387E-F0EC-677FA85A5C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2751251"/>
            <a:ext cx="20374571" cy="10447913"/>
          </a:xfrm>
        </p:spPr>
        <p:txBody>
          <a:bodyPr>
            <a:normAutofit/>
          </a:bodyPr>
          <a:lstStyle/>
          <a:p>
            <a:r>
              <a:rPr lang="en-US" sz="4800" dirty="0"/>
              <a:t>Operators manipulate operands</a:t>
            </a:r>
          </a:p>
          <a:p>
            <a:r>
              <a:rPr lang="en-US" sz="4800" dirty="0"/>
              <a:t>Types: Arithmetic, Logical, Relational, etc.</a:t>
            </a:r>
          </a:p>
          <a:p>
            <a:r>
              <a:rPr lang="en-US" sz="4800" dirty="0"/>
              <a:t>AI tools accelerate learning</a:t>
            </a:r>
          </a:p>
          <a:p>
            <a:r>
              <a:rPr lang="en-US" sz="4800" dirty="0"/>
              <a:t>Practice + AI = deeper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411404145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2776-8655-50ED-63E3-B23EF3E4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 &amp; Free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621BB-846B-F4B3-513B-BC88E6A4BA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3039D-26D0-FB9C-1373-1E6485E0B1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414327" cy="9779476"/>
          </a:xfrm>
        </p:spPr>
        <p:txBody>
          <a:bodyPr>
            <a:normAutofit/>
          </a:bodyPr>
          <a:lstStyle/>
          <a:p>
            <a:r>
              <a:rPr lang="en-US" sz="4800" dirty="0"/>
              <a:t>https://www.tutorialspoint.com/cprogramming/c_arrays.htm</a:t>
            </a:r>
          </a:p>
          <a:p>
            <a:r>
              <a:rPr lang="en-US" sz="4800" dirty="0"/>
              <a:t>https://replit.com/@templates/C-array</a:t>
            </a:r>
          </a:p>
          <a:p>
            <a:r>
              <a:rPr lang="en-US" sz="4800" dirty="0"/>
              <a:t>https://www.codeium.com</a:t>
            </a:r>
          </a:p>
        </p:txBody>
      </p:sp>
    </p:spTree>
    <p:extLst>
      <p:ext uri="{BB962C8B-B14F-4D97-AF65-F5344CB8AC3E}">
        <p14:creationId xmlns:p14="http://schemas.microsoft.com/office/powerpoint/2010/main" val="214104624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94198F-47D4-6956-B83F-49367540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4533900"/>
            <a:ext cx="21971004" cy="4648200"/>
          </a:xfrm>
        </p:spPr>
        <p:txBody>
          <a:bodyPr anchor="ctr">
            <a:normAutofit/>
          </a:bodyPr>
          <a:lstStyle/>
          <a:p>
            <a:r>
              <a:rPr lang="id-ID" dirty="0"/>
              <a:t>Thank you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0577885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BU 2023</Template>
  <TotalTime>1826</TotalTime>
  <Words>764</Words>
  <Application>Microsoft Office PowerPoint</Application>
  <PresentationFormat>Custom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Open Sans Light</vt:lpstr>
      <vt:lpstr>Open Sans Semibold</vt:lpstr>
      <vt:lpstr>Open Sans ExtraBold</vt:lpstr>
      <vt:lpstr>OCRB</vt:lpstr>
      <vt:lpstr>Arial</vt:lpstr>
      <vt:lpstr>21_BasicWhite</vt:lpstr>
      <vt:lpstr>Algorithm &amp; Programming</vt:lpstr>
      <vt:lpstr>Learning Objectives</vt:lpstr>
      <vt:lpstr>References</vt:lpstr>
      <vt:lpstr>Contents</vt:lpstr>
      <vt:lpstr>Preparation and Activation</vt:lpstr>
      <vt:lpstr>Definitions: Operator, Operand, Arithmetic </vt:lpstr>
      <vt:lpstr>Concepts of Operator</vt:lpstr>
      <vt:lpstr>Practice Tasks</vt:lpstr>
      <vt:lpstr>Example</vt:lpstr>
      <vt:lpstr>Exercise</vt:lpstr>
      <vt:lpstr>Best Practices with AI Tools</vt:lpstr>
      <vt:lpstr>AI Use and Reasoning</vt:lpstr>
      <vt:lpstr>Evaluation</vt:lpstr>
      <vt:lpstr>Problem Solving Example</vt:lpstr>
      <vt:lpstr>Summary</vt:lpstr>
      <vt:lpstr>References &amp; Free Tools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Experience</dc:title>
  <dc:creator>Violitta Yesmaya</dc:creator>
  <cp:lastModifiedBy>Violitta Yesmaya</cp:lastModifiedBy>
  <cp:revision>1</cp:revision>
  <dcterms:created xsi:type="dcterms:W3CDTF">2023-12-07T17:41:23Z</dcterms:created>
  <dcterms:modified xsi:type="dcterms:W3CDTF">2025-07-23T14:57:04Z</dcterms:modified>
</cp:coreProperties>
</file>